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p:sldMasterIdLst>
    <p:sldMasterId id="2147483660" r:id="rId1"/>
  </p:sldMasterIdLst>
  <p:notesMasterIdLst>
    <p:notesMasterId r:id="rId128"/>
  </p:notesMasterIdLst>
  <p:sldIdLst>
    <p:sldId id="257" r:id="rId2"/>
    <p:sldId id="327" r:id="rId3"/>
    <p:sldId id="335" r:id="rId4"/>
    <p:sldId id="345" r:id="rId5"/>
    <p:sldId id="357" r:id="rId6"/>
    <p:sldId id="358" r:id="rId7"/>
    <p:sldId id="359" r:id="rId8"/>
    <p:sldId id="328" r:id="rId9"/>
    <p:sldId id="341" r:id="rId10"/>
    <p:sldId id="346" r:id="rId11"/>
    <p:sldId id="347" r:id="rId12"/>
    <p:sldId id="348" r:id="rId13"/>
    <p:sldId id="349" r:id="rId14"/>
    <p:sldId id="350" r:id="rId15"/>
    <p:sldId id="351" r:id="rId16"/>
    <p:sldId id="362" r:id="rId17"/>
    <p:sldId id="360" r:id="rId18"/>
    <p:sldId id="361" r:id="rId19"/>
    <p:sldId id="352" r:id="rId20"/>
    <p:sldId id="353" r:id="rId21"/>
    <p:sldId id="354" r:id="rId22"/>
    <p:sldId id="355" r:id="rId23"/>
    <p:sldId id="356" r:id="rId24"/>
    <p:sldId id="329" r:id="rId25"/>
    <p:sldId id="344" r:id="rId26"/>
    <p:sldId id="363" r:id="rId27"/>
    <p:sldId id="369" r:id="rId28"/>
    <p:sldId id="370" r:id="rId29"/>
    <p:sldId id="371" r:id="rId30"/>
    <p:sldId id="372" r:id="rId31"/>
    <p:sldId id="439" r:id="rId32"/>
    <p:sldId id="440" r:id="rId33"/>
    <p:sldId id="441" r:id="rId34"/>
    <p:sldId id="442" r:id="rId35"/>
    <p:sldId id="443" r:id="rId36"/>
    <p:sldId id="444" r:id="rId37"/>
    <p:sldId id="445" r:id="rId38"/>
    <p:sldId id="446" r:id="rId39"/>
    <p:sldId id="447" r:id="rId40"/>
    <p:sldId id="448" r:id="rId41"/>
    <p:sldId id="449" r:id="rId42"/>
    <p:sldId id="450" r:id="rId43"/>
    <p:sldId id="451" r:id="rId44"/>
    <p:sldId id="452" r:id="rId45"/>
    <p:sldId id="453" r:id="rId46"/>
    <p:sldId id="454" r:id="rId47"/>
    <p:sldId id="455" r:id="rId48"/>
    <p:sldId id="373" r:id="rId49"/>
    <p:sldId id="456" r:id="rId50"/>
    <p:sldId id="457" r:id="rId51"/>
    <p:sldId id="458" r:id="rId52"/>
    <p:sldId id="374" r:id="rId53"/>
    <p:sldId id="417" r:id="rId54"/>
    <p:sldId id="375" r:id="rId55"/>
    <p:sldId id="418" r:id="rId56"/>
    <p:sldId id="376" r:id="rId57"/>
    <p:sldId id="419" r:id="rId58"/>
    <p:sldId id="377" r:id="rId59"/>
    <p:sldId id="420" r:id="rId60"/>
    <p:sldId id="378" r:id="rId61"/>
    <p:sldId id="421" r:id="rId62"/>
    <p:sldId id="379" r:id="rId63"/>
    <p:sldId id="380" r:id="rId64"/>
    <p:sldId id="381" r:id="rId65"/>
    <p:sldId id="382" r:id="rId66"/>
    <p:sldId id="383" r:id="rId67"/>
    <p:sldId id="384" r:id="rId68"/>
    <p:sldId id="392" r:id="rId69"/>
    <p:sldId id="385" r:id="rId70"/>
    <p:sldId id="460" r:id="rId71"/>
    <p:sldId id="461" r:id="rId72"/>
    <p:sldId id="462" r:id="rId73"/>
    <p:sldId id="393" r:id="rId74"/>
    <p:sldId id="394" r:id="rId75"/>
    <p:sldId id="386" r:id="rId76"/>
    <p:sldId id="396" r:id="rId77"/>
    <p:sldId id="422" r:id="rId78"/>
    <p:sldId id="431" r:id="rId79"/>
    <p:sldId id="395" r:id="rId80"/>
    <p:sldId id="387" r:id="rId81"/>
    <p:sldId id="423" r:id="rId82"/>
    <p:sldId id="432" r:id="rId83"/>
    <p:sldId id="388" r:id="rId84"/>
    <p:sldId id="424" r:id="rId85"/>
    <p:sldId id="433" r:id="rId86"/>
    <p:sldId id="389" r:id="rId87"/>
    <p:sldId id="434" r:id="rId88"/>
    <p:sldId id="435" r:id="rId89"/>
    <p:sldId id="425" r:id="rId90"/>
    <p:sldId id="397" r:id="rId91"/>
    <p:sldId id="398" r:id="rId92"/>
    <p:sldId id="399" r:id="rId93"/>
    <p:sldId id="400" r:id="rId94"/>
    <p:sldId id="426" r:id="rId95"/>
    <p:sldId id="436" r:id="rId96"/>
    <p:sldId id="437" r:id="rId97"/>
    <p:sldId id="438" r:id="rId98"/>
    <p:sldId id="390" r:id="rId99"/>
    <p:sldId id="401" r:id="rId100"/>
    <p:sldId id="402" r:id="rId101"/>
    <p:sldId id="403" r:id="rId102"/>
    <p:sldId id="427" r:id="rId103"/>
    <p:sldId id="404" r:id="rId104"/>
    <p:sldId id="405" r:id="rId105"/>
    <p:sldId id="406" r:id="rId106"/>
    <p:sldId id="407" r:id="rId107"/>
    <p:sldId id="391" r:id="rId108"/>
    <p:sldId id="428" r:id="rId109"/>
    <p:sldId id="409" r:id="rId110"/>
    <p:sldId id="410" r:id="rId111"/>
    <p:sldId id="411" r:id="rId112"/>
    <p:sldId id="412" r:id="rId113"/>
    <p:sldId id="413" r:id="rId114"/>
    <p:sldId id="414" r:id="rId115"/>
    <p:sldId id="415" r:id="rId116"/>
    <p:sldId id="429" r:id="rId117"/>
    <p:sldId id="416" r:id="rId118"/>
    <p:sldId id="430" r:id="rId119"/>
    <p:sldId id="330" r:id="rId120"/>
    <p:sldId id="364" r:id="rId121"/>
    <p:sldId id="365" r:id="rId122"/>
    <p:sldId id="366" r:id="rId123"/>
    <p:sldId id="367" r:id="rId124"/>
    <p:sldId id="368" r:id="rId125"/>
    <p:sldId id="408" r:id="rId126"/>
    <p:sldId id="459" r:id="rId127"/>
  </p:sldIdLst>
  <p:sldSz cx="9144000" cy="6858000" type="screen4x3"/>
  <p:notesSz cx="6858000" cy="9144000"/>
  <p:defaultTextStyle>
    <a:defPPr>
      <a:defRPr lang="fa-IR"/>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C0D03"/>
    <a:srgbClr val="99FF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84380"/>
    <p:restoredTop sz="90239" autoAdjust="0"/>
  </p:normalViewPr>
  <p:slideViewPr>
    <p:cSldViewPr>
      <p:cViewPr varScale="1">
        <p:scale>
          <a:sx n="63" d="100"/>
          <a:sy n="63" d="100"/>
        </p:scale>
        <p:origin x="1596" y="66"/>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notesMaster" Target="notesMasters/notesMaster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presProps" Target="presProps.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viewProps" Target="viewProps.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theme" Target="theme/theme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tableStyles" Target="tableStyles.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3886200" y="0"/>
            <a:ext cx="2971800" cy="457200"/>
          </a:xfrm>
          <a:prstGeom prst="rect">
            <a:avLst/>
          </a:prstGeom>
        </p:spPr>
        <p:txBody>
          <a:bodyPr vert="horz" lIns="91440" tIns="45720" rIns="91440" bIns="45720" rtlCol="1"/>
          <a:lstStyle>
            <a:lvl1pPr algn="r">
              <a:defRPr sz="1200"/>
            </a:lvl1pPr>
          </a:lstStyle>
          <a:p>
            <a:endParaRPr lang="fa-IR"/>
          </a:p>
        </p:txBody>
      </p:sp>
      <p:sp>
        <p:nvSpPr>
          <p:cNvPr id="3" name="Date Placeholder 2"/>
          <p:cNvSpPr>
            <a:spLocks noGrp="1"/>
          </p:cNvSpPr>
          <p:nvPr>
            <p:ph type="dt" idx="1"/>
          </p:nvPr>
        </p:nvSpPr>
        <p:spPr>
          <a:xfrm>
            <a:off x="1588" y="0"/>
            <a:ext cx="2971800" cy="457200"/>
          </a:xfrm>
          <a:prstGeom prst="rect">
            <a:avLst/>
          </a:prstGeom>
        </p:spPr>
        <p:txBody>
          <a:bodyPr vert="horz" lIns="91440" tIns="45720" rIns="91440" bIns="45720" rtlCol="1"/>
          <a:lstStyle>
            <a:lvl1pPr algn="l">
              <a:defRPr sz="1200"/>
            </a:lvl1pPr>
          </a:lstStyle>
          <a:p>
            <a:fld id="{94019112-55DC-45E6-BEFC-4E046AC124EE}" type="datetimeFigureOut">
              <a:rPr lang="fa-IR" smtClean="0"/>
              <a:t>01/07/1447</a:t>
            </a:fld>
            <a:endParaRPr lang="fa-IR"/>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1" anchor="ctr"/>
          <a:lstStyle/>
          <a:p>
            <a:endParaRPr lang="fa-IR"/>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1"/>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a-IR"/>
          </a:p>
        </p:txBody>
      </p:sp>
      <p:sp>
        <p:nvSpPr>
          <p:cNvPr id="6" name="Footer Placeholder 5"/>
          <p:cNvSpPr>
            <a:spLocks noGrp="1"/>
          </p:cNvSpPr>
          <p:nvPr>
            <p:ph type="ftr" sz="quarter" idx="4"/>
          </p:nvPr>
        </p:nvSpPr>
        <p:spPr>
          <a:xfrm>
            <a:off x="3886200" y="8685213"/>
            <a:ext cx="2971800" cy="457200"/>
          </a:xfrm>
          <a:prstGeom prst="rect">
            <a:avLst/>
          </a:prstGeom>
        </p:spPr>
        <p:txBody>
          <a:bodyPr vert="horz" lIns="91440" tIns="45720" rIns="91440" bIns="45720" rtlCol="1" anchor="b"/>
          <a:lstStyle>
            <a:lvl1pPr algn="r">
              <a:defRPr sz="1200"/>
            </a:lvl1pPr>
          </a:lstStyle>
          <a:p>
            <a:endParaRPr lang="fa-IR"/>
          </a:p>
        </p:txBody>
      </p:sp>
      <p:sp>
        <p:nvSpPr>
          <p:cNvPr id="7" name="Slide Number Placeholder 6"/>
          <p:cNvSpPr>
            <a:spLocks noGrp="1"/>
          </p:cNvSpPr>
          <p:nvPr>
            <p:ph type="sldNum" sz="quarter" idx="5"/>
          </p:nvPr>
        </p:nvSpPr>
        <p:spPr>
          <a:xfrm>
            <a:off x="1588" y="8685213"/>
            <a:ext cx="2971800" cy="457200"/>
          </a:xfrm>
          <a:prstGeom prst="rect">
            <a:avLst/>
          </a:prstGeom>
        </p:spPr>
        <p:txBody>
          <a:bodyPr vert="horz" lIns="91440" tIns="45720" rIns="91440" bIns="45720" rtlCol="1" anchor="b"/>
          <a:lstStyle>
            <a:lvl1pPr algn="l">
              <a:defRPr sz="1200"/>
            </a:lvl1pPr>
          </a:lstStyle>
          <a:p>
            <a:fld id="{4B069EB2-F581-48C2-B5EF-E77B63A69A3B}" type="slidenum">
              <a:rPr lang="fa-IR" smtClean="0"/>
              <a:t>‹#›</a:t>
            </a:fld>
            <a:endParaRPr lang="fa-IR"/>
          </a:p>
        </p:txBody>
      </p:sp>
    </p:spTree>
    <p:extLst>
      <p:ext uri="{BB962C8B-B14F-4D97-AF65-F5344CB8AC3E}">
        <p14:creationId xmlns:p14="http://schemas.microsoft.com/office/powerpoint/2010/main" val="491804616"/>
      </p:ext>
    </p:extLst>
  </p:cSld>
  <p:clrMap bg1="lt1" tx1="dk1" bg2="lt2" tx2="dk2" accent1="accent1" accent2="accent2" accent3="accent3" accent4="accent4" accent5="accent5" accent6="accent6" hlink="hlink" folHlink="folHlink"/>
  <p:notesStyle>
    <a:lvl1pPr marL="0" algn="r" defTabSz="914400" rtl="1" eaLnBrk="1" latinLnBrk="0" hangingPunct="1">
      <a:defRPr sz="1200" kern="1200">
        <a:solidFill>
          <a:schemeClr val="tx1"/>
        </a:solidFill>
        <a:latin typeface="+mn-lt"/>
        <a:ea typeface="+mn-ea"/>
        <a:cs typeface="+mn-cs"/>
      </a:defRPr>
    </a:lvl1pPr>
    <a:lvl2pPr marL="457200" algn="r" defTabSz="914400" rtl="1" eaLnBrk="1" latinLnBrk="0" hangingPunct="1">
      <a:defRPr sz="1200" kern="1200">
        <a:solidFill>
          <a:schemeClr val="tx1"/>
        </a:solidFill>
        <a:latin typeface="+mn-lt"/>
        <a:ea typeface="+mn-ea"/>
        <a:cs typeface="+mn-cs"/>
      </a:defRPr>
    </a:lvl2pPr>
    <a:lvl3pPr marL="914400" algn="r" defTabSz="914400" rtl="1" eaLnBrk="1" latinLnBrk="0" hangingPunct="1">
      <a:defRPr sz="1200" kern="1200">
        <a:solidFill>
          <a:schemeClr val="tx1"/>
        </a:solidFill>
        <a:latin typeface="+mn-lt"/>
        <a:ea typeface="+mn-ea"/>
        <a:cs typeface="+mn-cs"/>
      </a:defRPr>
    </a:lvl3pPr>
    <a:lvl4pPr marL="1371600" algn="r" defTabSz="914400" rtl="1" eaLnBrk="1" latinLnBrk="0" hangingPunct="1">
      <a:defRPr sz="1200" kern="1200">
        <a:solidFill>
          <a:schemeClr val="tx1"/>
        </a:solidFill>
        <a:latin typeface="+mn-lt"/>
        <a:ea typeface="+mn-ea"/>
        <a:cs typeface="+mn-cs"/>
      </a:defRPr>
    </a:lvl4pPr>
    <a:lvl5pPr marL="1828800" algn="r" defTabSz="914400" rtl="1" eaLnBrk="1" latinLnBrk="0" hangingPunct="1">
      <a:defRPr sz="1200" kern="1200">
        <a:solidFill>
          <a:schemeClr val="tx1"/>
        </a:solidFill>
        <a:latin typeface="+mn-lt"/>
        <a:ea typeface="+mn-ea"/>
        <a:cs typeface="+mn-cs"/>
      </a:defRPr>
    </a:lvl5pPr>
    <a:lvl6pPr marL="2286000" algn="r" defTabSz="914400" rtl="1" eaLnBrk="1" latinLnBrk="0" hangingPunct="1">
      <a:defRPr sz="1200" kern="1200">
        <a:solidFill>
          <a:schemeClr val="tx1"/>
        </a:solidFill>
        <a:latin typeface="+mn-lt"/>
        <a:ea typeface="+mn-ea"/>
        <a:cs typeface="+mn-cs"/>
      </a:defRPr>
    </a:lvl6pPr>
    <a:lvl7pPr marL="2743200" algn="r" defTabSz="914400" rtl="1" eaLnBrk="1" latinLnBrk="0" hangingPunct="1">
      <a:defRPr sz="1200" kern="1200">
        <a:solidFill>
          <a:schemeClr val="tx1"/>
        </a:solidFill>
        <a:latin typeface="+mn-lt"/>
        <a:ea typeface="+mn-ea"/>
        <a:cs typeface="+mn-cs"/>
      </a:defRPr>
    </a:lvl7pPr>
    <a:lvl8pPr marL="3200400" algn="r" defTabSz="914400" rtl="1" eaLnBrk="1" latinLnBrk="0" hangingPunct="1">
      <a:defRPr sz="1200" kern="1200">
        <a:solidFill>
          <a:schemeClr val="tx1"/>
        </a:solidFill>
        <a:latin typeface="+mn-lt"/>
        <a:ea typeface="+mn-ea"/>
        <a:cs typeface="+mn-cs"/>
      </a:defRPr>
    </a:lvl8pPr>
    <a:lvl9pPr marL="3657600" algn="r" defTabSz="914400" rtl="1"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B069EB2-F581-48C2-B5EF-E77B63A69A3B}" type="slidenum">
              <a:rPr lang="fa-IR" smtClean="0"/>
              <a:t>70</a:t>
            </a:fld>
            <a:endParaRPr lang="fa-IR"/>
          </a:p>
        </p:txBody>
      </p:sp>
    </p:spTree>
    <p:extLst>
      <p:ext uri="{BB962C8B-B14F-4D97-AF65-F5344CB8AC3E}">
        <p14:creationId xmlns:p14="http://schemas.microsoft.com/office/powerpoint/2010/main" val="276931780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E793B6-2070-0FBC-AD07-81A34A4FFB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212911-889C-CCC7-73D2-70F3BD9181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BBB252-A68F-28AF-7853-EF8B484352D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B42D81A-EDEF-CC05-6997-787137FA557C}"/>
              </a:ext>
            </a:extLst>
          </p:cNvPr>
          <p:cNvSpPr>
            <a:spLocks noGrp="1"/>
          </p:cNvSpPr>
          <p:nvPr>
            <p:ph type="sldNum" sz="quarter" idx="5"/>
          </p:nvPr>
        </p:nvSpPr>
        <p:spPr/>
        <p:txBody>
          <a:bodyPr/>
          <a:lstStyle/>
          <a:p>
            <a:fld id="{4B069EB2-F581-48C2-B5EF-E77B63A69A3B}" type="slidenum">
              <a:rPr lang="fa-IR" smtClean="0"/>
              <a:t>71</a:t>
            </a:fld>
            <a:endParaRPr lang="fa-IR"/>
          </a:p>
        </p:txBody>
      </p:sp>
    </p:spTree>
    <p:extLst>
      <p:ext uri="{BB962C8B-B14F-4D97-AF65-F5344CB8AC3E}">
        <p14:creationId xmlns:p14="http://schemas.microsoft.com/office/powerpoint/2010/main" val="177977910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8B99BA-10D2-3587-7F03-6C61387E4E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712F49-E63E-7349-309D-AD26FCE1B9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43512B3-C3A3-3972-425C-F24D9465E2E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68D387A-4D6A-8119-A376-5267D65E7C51}"/>
              </a:ext>
            </a:extLst>
          </p:cNvPr>
          <p:cNvSpPr>
            <a:spLocks noGrp="1"/>
          </p:cNvSpPr>
          <p:nvPr>
            <p:ph type="sldNum" sz="quarter" idx="5"/>
          </p:nvPr>
        </p:nvSpPr>
        <p:spPr/>
        <p:txBody>
          <a:bodyPr/>
          <a:lstStyle/>
          <a:p>
            <a:fld id="{4B069EB2-F581-48C2-B5EF-E77B63A69A3B}" type="slidenum">
              <a:rPr lang="fa-IR" smtClean="0"/>
              <a:t>72</a:t>
            </a:fld>
            <a:endParaRPr lang="fa-IR"/>
          </a:p>
        </p:txBody>
      </p:sp>
    </p:spTree>
    <p:extLst>
      <p:ext uri="{BB962C8B-B14F-4D97-AF65-F5344CB8AC3E}">
        <p14:creationId xmlns:p14="http://schemas.microsoft.com/office/powerpoint/2010/main" val="3398217495"/>
      </p:ext>
    </p:extLst>
  </p:cSld>
  <p:clrMapOvr>
    <a:masterClrMapping/>
  </p:clrMapOvr>
</p:notes>
</file>

<file path=ppt/slideLayouts/_rels/slideLayout1.xml.rels><?xml version="1.0" encoding="UTF-8" standalone="yes"?>
<Relationships xmlns="http://schemas.openxmlformats.org/package/2006/relationships"><Relationship Id="rId8" Type="http://schemas.openxmlformats.org/officeDocument/2006/relationships/image" Target="../media/image9.jpeg"/><Relationship Id="rId3" Type="http://schemas.openxmlformats.org/officeDocument/2006/relationships/image" Target="../media/image4.jpeg"/><Relationship Id="rId7" Type="http://schemas.openxmlformats.org/officeDocument/2006/relationships/image" Target="../media/image8.png"/><Relationship Id="rId2" Type="http://schemas.openxmlformats.org/officeDocument/2006/relationships/image" Target="../media/image3.jpeg"/><Relationship Id="rId1" Type="http://schemas.openxmlformats.org/officeDocument/2006/relationships/slideMaster" Target="../slideMasters/slideMaster1.xml"/><Relationship Id="rId6" Type="http://schemas.openxmlformats.org/officeDocument/2006/relationships/image" Target="../media/image7.jpeg"/><Relationship Id="rId5" Type="http://schemas.openxmlformats.org/officeDocument/2006/relationships/image" Target="../media/image6.jpeg"/><Relationship Id="rId4" Type="http://schemas.openxmlformats.org/officeDocument/2006/relationships/image" Target="../media/image5.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showMasterPhAnim="0" type="title" preserve="1">
  <p:cSld name="標題投影片">
    <p:spTree>
      <p:nvGrpSpPr>
        <p:cNvPr id="1" name=""/>
        <p:cNvGrpSpPr/>
        <p:nvPr/>
      </p:nvGrpSpPr>
      <p:grpSpPr>
        <a:xfrm>
          <a:off x="0" y="0"/>
          <a:ext cx="0" cy="0"/>
          <a:chOff x="0" y="0"/>
          <a:chExt cx="0" cy="0"/>
        </a:xfrm>
      </p:grpSpPr>
      <p:sp>
        <p:nvSpPr>
          <p:cNvPr id="4" name="Rectangle 73"/>
          <p:cNvSpPr>
            <a:spLocks noChangeArrowheads="1"/>
          </p:cNvSpPr>
          <p:nvPr/>
        </p:nvSpPr>
        <p:spPr bwMode="gray">
          <a:xfrm>
            <a:off x="1698625" y="3705225"/>
            <a:ext cx="742950" cy="742950"/>
          </a:xfrm>
          <a:prstGeom prst="rect">
            <a:avLst/>
          </a:prstGeom>
          <a:solidFill>
            <a:schemeClr val="accent1">
              <a:alpha val="50195"/>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gn="r" rtl="1" eaLnBrk="0" hangingPunct="0">
              <a:defRPr>
                <a:solidFill>
                  <a:schemeClr val="tx1"/>
                </a:solidFill>
                <a:latin typeface="Calibri" panose="020F0502020204030204" pitchFamily="34" charset="0"/>
                <a:cs typeface="B Mitra" panose="00000400000000000000" pitchFamily="2" charset="-78"/>
              </a:defRPr>
            </a:lvl1pPr>
            <a:lvl2pPr marL="742950" indent="-285750" algn="r" rtl="1" eaLnBrk="0" hangingPunct="0">
              <a:defRPr>
                <a:solidFill>
                  <a:schemeClr val="tx1"/>
                </a:solidFill>
                <a:latin typeface="Calibri" panose="020F0502020204030204" pitchFamily="34" charset="0"/>
                <a:cs typeface="B Mitra" panose="00000400000000000000" pitchFamily="2" charset="-78"/>
              </a:defRPr>
            </a:lvl2pPr>
            <a:lvl3pPr marL="1143000" indent="-228600" algn="r" rtl="1" eaLnBrk="0" hangingPunct="0">
              <a:defRPr>
                <a:solidFill>
                  <a:schemeClr val="tx1"/>
                </a:solidFill>
                <a:latin typeface="Calibri" panose="020F0502020204030204" pitchFamily="34" charset="0"/>
                <a:cs typeface="B Mitra" panose="00000400000000000000" pitchFamily="2" charset="-78"/>
              </a:defRPr>
            </a:lvl3pPr>
            <a:lvl4pPr marL="1600200" indent="-228600" algn="r" rtl="1" eaLnBrk="0" hangingPunct="0">
              <a:defRPr>
                <a:solidFill>
                  <a:schemeClr val="tx1"/>
                </a:solidFill>
                <a:latin typeface="Calibri" panose="020F0502020204030204" pitchFamily="34" charset="0"/>
                <a:cs typeface="B Mitra" panose="00000400000000000000" pitchFamily="2" charset="-78"/>
              </a:defRPr>
            </a:lvl4pPr>
            <a:lvl5pPr marL="2057400" indent="-228600" algn="r" rtl="1" eaLnBrk="0" hangingPunct="0">
              <a:defRPr>
                <a:solidFill>
                  <a:schemeClr val="tx1"/>
                </a:solidFill>
                <a:latin typeface="Calibri" panose="020F0502020204030204" pitchFamily="34" charset="0"/>
                <a:cs typeface="B Mitra" panose="00000400000000000000" pitchFamily="2" charset="-78"/>
              </a:defRPr>
            </a:lvl5pPr>
            <a:lvl6pPr marL="25146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6pPr>
            <a:lvl7pPr marL="29718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7pPr>
            <a:lvl8pPr marL="34290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8pPr>
            <a:lvl9pPr marL="38862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9pPr>
          </a:lstStyle>
          <a:p>
            <a:pPr algn="l" rtl="0" eaLnBrk="1" fontAlgn="base" hangingPunct="1">
              <a:spcBef>
                <a:spcPct val="0"/>
              </a:spcBef>
              <a:spcAft>
                <a:spcPct val="0"/>
              </a:spcAft>
              <a:defRPr/>
            </a:pPr>
            <a:endParaRPr lang="zh-TW" altLang="en-US">
              <a:solidFill>
                <a:srgbClr val="DDE89A"/>
              </a:solidFill>
              <a:latin typeface="Arial" panose="020B0604020202020204" pitchFamily="34" charset="0"/>
            </a:endParaRPr>
          </a:p>
        </p:txBody>
      </p:sp>
      <p:sp>
        <p:nvSpPr>
          <p:cNvPr id="5" name="Rectangle 44" descr="3"/>
          <p:cNvSpPr>
            <a:spLocks noChangeArrowheads="1"/>
          </p:cNvSpPr>
          <p:nvPr/>
        </p:nvSpPr>
        <p:spPr bwMode="gray">
          <a:xfrm>
            <a:off x="2492375" y="4510088"/>
            <a:ext cx="742950" cy="744537"/>
          </a:xfrm>
          <a:prstGeom prst="rect">
            <a:avLst/>
          </a:prstGeom>
          <a:blipFill dpi="0" rotWithShape="1">
            <a:blip r:embed="rId2"/>
            <a:srcRect/>
            <a:stretch>
              <a:fillRect/>
            </a:stretch>
          </a:blip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gn="r" rtl="1" eaLnBrk="0" hangingPunct="0">
              <a:defRPr>
                <a:solidFill>
                  <a:schemeClr val="tx1"/>
                </a:solidFill>
                <a:latin typeface="Calibri" panose="020F0502020204030204" pitchFamily="34" charset="0"/>
                <a:cs typeface="B Mitra" panose="00000400000000000000" pitchFamily="2" charset="-78"/>
              </a:defRPr>
            </a:lvl1pPr>
            <a:lvl2pPr marL="742950" indent="-285750" algn="r" rtl="1" eaLnBrk="0" hangingPunct="0">
              <a:defRPr>
                <a:solidFill>
                  <a:schemeClr val="tx1"/>
                </a:solidFill>
                <a:latin typeface="Calibri" panose="020F0502020204030204" pitchFamily="34" charset="0"/>
                <a:cs typeface="B Mitra" panose="00000400000000000000" pitchFamily="2" charset="-78"/>
              </a:defRPr>
            </a:lvl2pPr>
            <a:lvl3pPr marL="1143000" indent="-228600" algn="r" rtl="1" eaLnBrk="0" hangingPunct="0">
              <a:defRPr>
                <a:solidFill>
                  <a:schemeClr val="tx1"/>
                </a:solidFill>
                <a:latin typeface="Calibri" panose="020F0502020204030204" pitchFamily="34" charset="0"/>
                <a:cs typeface="B Mitra" panose="00000400000000000000" pitchFamily="2" charset="-78"/>
              </a:defRPr>
            </a:lvl3pPr>
            <a:lvl4pPr marL="1600200" indent="-228600" algn="r" rtl="1" eaLnBrk="0" hangingPunct="0">
              <a:defRPr>
                <a:solidFill>
                  <a:schemeClr val="tx1"/>
                </a:solidFill>
                <a:latin typeface="Calibri" panose="020F0502020204030204" pitchFamily="34" charset="0"/>
                <a:cs typeface="B Mitra" panose="00000400000000000000" pitchFamily="2" charset="-78"/>
              </a:defRPr>
            </a:lvl4pPr>
            <a:lvl5pPr marL="2057400" indent="-228600" algn="r" rtl="1" eaLnBrk="0" hangingPunct="0">
              <a:defRPr>
                <a:solidFill>
                  <a:schemeClr val="tx1"/>
                </a:solidFill>
                <a:latin typeface="Calibri" panose="020F0502020204030204" pitchFamily="34" charset="0"/>
                <a:cs typeface="B Mitra" panose="00000400000000000000" pitchFamily="2" charset="-78"/>
              </a:defRPr>
            </a:lvl5pPr>
            <a:lvl6pPr marL="25146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6pPr>
            <a:lvl7pPr marL="29718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7pPr>
            <a:lvl8pPr marL="34290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8pPr>
            <a:lvl9pPr marL="38862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9pPr>
          </a:lstStyle>
          <a:p>
            <a:pPr algn="l" rtl="0" eaLnBrk="1" fontAlgn="base" hangingPunct="1">
              <a:spcBef>
                <a:spcPct val="0"/>
              </a:spcBef>
              <a:spcAft>
                <a:spcPct val="0"/>
              </a:spcAft>
              <a:defRPr/>
            </a:pPr>
            <a:endParaRPr lang="zh-TW" altLang="en-US">
              <a:solidFill>
                <a:srgbClr val="DDE89A"/>
              </a:solidFill>
              <a:latin typeface="Arial" panose="020B0604020202020204" pitchFamily="34" charset="0"/>
            </a:endParaRPr>
          </a:p>
        </p:txBody>
      </p:sp>
      <p:sp>
        <p:nvSpPr>
          <p:cNvPr id="6" name="Rectangle 34" descr="5"/>
          <p:cNvSpPr>
            <a:spLocks noChangeArrowheads="1"/>
          </p:cNvSpPr>
          <p:nvPr/>
        </p:nvSpPr>
        <p:spPr bwMode="gray">
          <a:xfrm>
            <a:off x="915988" y="4510088"/>
            <a:ext cx="742950" cy="744537"/>
          </a:xfrm>
          <a:prstGeom prst="rect">
            <a:avLst/>
          </a:prstGeom>
          <a:blipFill dpi="0" rotWithShape="1">
            <a:blip r:embed="rId3"/>
            <a:srcRect/>
            <a:stretch>
              <a:fillRect/>
            </a:stretch>
          </a:blip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gn="r" rtl="1" eaLnBrk="0" hangingPunct="0">
              <a:defRPr>
                <a:solidFill>
                  <a:schemeClr val="tx1"/>
                </a:solidFill>
                <a:latin typeface="Calibri" panose="020F0502020204030204" pitchFamily="34" charset="0"/>
                <a:cs typeface="B Mitra" panose="00000400000000000000" pitchFamily="2" charset="-78"/>
              </a:defRPr>
            </a:lvl1pPr>
            <a:lvl2pPr marL="742950" indent="-285750" algn="r" rtl="1" eaLnBrk="0" hangingPunct="0">
              <a:defRPr>
                <a:solidFill>
                  <a:schemeClr val="tx1"/>
                </a:solidFill>
                <a:latin typeface="Calibri" panose="020F0502020204030204" pitchFamily="34" charset="0"/>
                <a:cs typeface="B Mitra" panose="00000400000000000000" pitchFamily="2" charset="-78"/>
              </a:defRPr>
            </a:lvl2pPr>
            <a:lvl3pPr marL="1143000" indent="-228600" algn="r" rtl="1" eaLnBrk="0" hangingPunct="0">
              <a:defRPr>
                <a:solidFill>
                  <a:schemeClr val="tx1"/>
                </a:solidFill>
                <a:latin typeface="Calibri" panose="020F0502020204030204" pitchFamily="34" charset="0"/>
                <a:cs typeface="B Mitra" panose="00000400000000000000" pitchFamily="2" charset="-78"/>
              </a:defRPr>
            </a:lvl3pPr>
            <a:lvl4pPr marL="1600200" indent="-228600" algn="r" rtl="1" eaLnBrk="0" hangingPunct="0">
              <a:defRPr>
                <a:solidFill>
                  <a:schemeClr val="tx1"/>
                </a:solidFill>
                <a:latin typeface="Calibri" panose="020F0502020204030204" pitchFamily="34" charset="0"/>
                <a:cs typeface="B Mitra" panose="00000400000000000000" pitchFamily="2" charset="-78"/>
              </a:defRPr>
            </a:lvl4pPr>
            <a:lvl5pPr marL="2057400" indent="-228600" algn="r" rtl="1" eaLnBrk="0" hangingPunct="0">
              <a:defRPr>
                <a:solidFill>
                  <a:schemeClr val="tx1"/>
                </a:solidFill>
                <a:latin typeface="Calibri" panose="020F0502020204030204" pitchFamily="34" charset="0"/>
                <a:cs typeface="B Mitra" panose="00000400000000000000" pitchFamily="2" charset="-78"/>
              </a:defRPr>
            </a:lvl5pPr>
            <a:lvl6pPr marL="25146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6pPr>
            <a:lvl7pPr marL="29718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7pPr>
            <a:lvl8pPr marL="34290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8pPr>
            <a:lvl9pPr marL="38862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9pPr>
          </a:lstStyle>
          <a:p>
            <a:pPr algn="l" rtl="0" eaLnBrk="1" fontAlgn="base" hangingPunct="1">
              <a:spcBef>
                <a:spcPct val="0"/>
              </a:spcBef>
              <a:spcAft>
                <a:spcPct val="0"/>
              </a:spcAft>
              <a:defRPr/>
            </a:pPr>
            <a:endParaRPr lang="zh-TW" altLang="en-US">
              <a:solidFill>
                <a:srgbClr val="DDE89A"/>
              </a:solidFill>
              <a:latin typeface="Arial" panose="020B0604020202020204" pitchFamily="34" charset="0"/>
            </a:endParaRPr>
          </a:p>
        </p:txBody>
      </p:sp>
      <p:sp>
        <p:nvSpPr>
          <p:cNvPr id="7" name="Rectangle 59"/>
          <p:cNvSpPr>
            <a:spLocks noChangeArrowheads="1"/>
          </p:cNvSpPr>
          <p:nvPr/>
        </p:nvSpPr>
        <p:spPr bwMode="gray">
          <a:xfrm>
            <a:off x="1703388" y="5314950"/>
            <a:ext cx="742950" cy="742950"/>
          </a:xfrm>
          <a:prstGeom prst="rect">
            <a:avLst/>
          </a:prstGeom>
          <a:solidFill>
            <a:srgbClr val="DDDDDD"/>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gn="r" rtl="1" eaLnBrk="0" hangingPunct="0">
              <a:defRPr>
                <a:solidFill>
                  <a:schemeClr val="tx1"/>
                </a:solidFill>
                <a:latin typeface="Calibri" panose="020F0502020204030204" pitchFamily="34" charset="0"/>
                <a:cs typeface="B Mitra" panose="00000400000000000000" pitchFamily="2" charset="-78"/>
              </a:defRPr>
            </a:lvl1pPr>
            <a:lvl2pPr marL="742950" indent="-285750" algn="r" rtl="1" eaLnBrk="0" hangingPunct="0">
              <a:defRPr>
                <a:solidFill>
                  <a:schemeClr val="tx1"/>
                </a:solidFill>
                <a:latin typeface="Calibri" panose="020F0502020204030204" pitchFamily="34" charset="0"/>
                <a:cs typeface="B Mitra" panose="00000400000000000000" pitchFamily="2" charset="-78"/>
              </a:defRPr>
            </a:lvl2pPr>
            <a:lvl3pPr marL="1143000" indent="-228600" algn="r" rtl="1" eaLnBrk="0" hangingPunct="0">
              <a:defRPr>
                <a:solidFill>
                  <a:schemeClr val="tx1"/>
                </a:solidFill>
                <a:latin typeface="Calibri" panose="020F0502020204030204" pitchFamily="34" charset="0"/>
                <a:cs typeface="B Mitra" panose="00000400000000000000" pitchFamily="2" charset="-78"/>
              </a:defRPr>
            </a:lvl3pPr>
            <a:lvl4pPr marL="1600200" indent="-228600" algn="r" rtl="1" eaLnBrk="0" hangingPunct="0">
              <a:defRPr>
                <a:solidFill>
                  <a:schemeClr val="tx1"/>
                </a:solidFill>
                <a:latin typeface="Calibri" panose="020F0502020204030204" pitchFamily="34" charset="0"/>
                <a:cs typeface="B Mitra" panose="00000400000000000000" pitchFamily="2" charset="-78"/>
              </a:defRPr>
            </a:lvl4pPr>
            <a:lvl5pPr marL="2057400" indent="-228600" algn="r" rtl="1" eaLnBrk="0" hangingPunct="0">
              <a:defRPr>
                <a:solidFill>
                  <a:schemeClr val="tx1"/>
                </a:solidFill>
                <a:latin typeface="Calibri" panose="020F0502020204030204" pitchFamily="34" charset="0"/>
                <a:cs typeface="B Mitra" panose="00000400000000000000" pitchFamily="2" charset="-78"/>
              </a:defRPr>
            </a:lvl5pPr>
            <a:lvl6pPr marL="25146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6pPr>
            <a:lvl7pPr marL="29718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7pPr>
            <a:lvl8pPr marL="34290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8pPr>
            <a:lvl9pPr marL="38862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9pPr>
          </a:lstStyle>
          <a:p>
            <a:pPr algn="l" rtl="0" eaLnBrk="1" fontAlgn="base" hangingPunct="1">
              <a:spcBef>
                <a:spcPct val="0"/>
              </a:spcBef>
              <a:spcAft>
                <a:spcPct val="0"/>
              </a:spcAft>
              <a:defRPr/>
            </a:pPr>
            <a:endParaRPr lang="zh-TW" altLang="en-US">
              <a:solidFill>
                <a:srgbClr val="DDE89A"/>
              </a:solidFill>
              <a:latin typeface="Arial" panose="020B0604020202020204" pitchFamily="34" charset="0"/>
            </a:endParaRPr>
          </a:p>
        </p:txBody>
      </p:sp>
      <p:sp>
        <p:nvSpPr>
          <p:cNvPr id="8" name="Rectangle 54"/>
          <p:cNvSpPr>
            <a:spLocks noChangeArrowheads="1"/>
          </p:cNvSpPr>
          <p:nvPr/>
        </p:nvSpPr>
        <p:spPr bwMode="gray">
          <a:xfrm>
            <a:off x="128588" y="3705225"/>
            <a:ext cx="742950" cy="742950"/>
          </a:xfrm>
          <a:prstGeom prst="rect">
            <a:avLst/>
          </a:prstGeom>
          <a:solidFill>
            <a:srgbClr val="DDDDDD"/>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gn="r" rtl="1" eaLnBrk="0" hangingPunct="0">
              <a:defRPr>
                <a:solidFill>
                  <a:schemeClr val="tx1"/>
                </a:solidFill>
                <a:latin typeface="Calibri" panose="020F0502020204030204" pitchFamily="34" charset="0"/>
                <a:cs typeface="B Mitra" panose="00000400000000000000" pitchFamily="2" charset="-78"/>
              </a:defRPr>
            </a:lvl1pPr>
            <a:lvl2pPr marL="742950" indent="-285750" algn="r" rtl="1" eaLnBrk="0" hangingPunct="0">
              <a:defRPr>
                <a:solidFill>
                  <a:schemeClr val="tx1"/>
                </a:solidFill>
                <a:latin typeface="Calibri" panose="020F0502020204030204" pitchFamily="34" charset="0"/>
                <a:cs typeface="B Mitra" panose="00000400000000000000" pitchFamily="2" charset="-78"/>
              </a:defRPr>
            </a:lvl2pPr>
            <a:lvl3pPr marL="1143000" indent="-228600" algn="r" rtl="1" eaLnBrk="0" hangingPunct="0">
              <a:defRPr>
                <a:solidFill>
                  <a:schemeClr val="tx1"/>
                </a:solidFill>
                <a:latin typeface="Calibri" panose="020F0502020204030204" pitchFamily="34" charset="0"/>
                <a:cs typeface="B Mitra" panose="00000400000000000000" pitchFamily="2" charset="-78"/>
              </a:defRPr>
            </a:lvl3pPr>
            <a:lvl4pPr marL="1600200" indent="-228600" algn="r" rtl="1" eaLnBrk="0" hangingPunct="0">
              <a:defRPr>
                <a:solidFill>
                  <a:schemeClr val="tx1"/>
                </a:solidFill>
                <a:latin typeface="Calibri" panose="020F0502020204030204" pitchFamily="34" charset="0"/>
                <a:cs typeface="B Mitra" panose="00000400000000000000" pitchFamily="2" charset="-78"/>
              </a:defRPr>
            </a:lvl4pPr>
            <a:lvl5pPr marL="2057400" indent="-228600" algn="r" rtl="1" eaLnBrk="0" hangingPunct="0">
              <a:defRPr>
                <a:solidFill>
                  <a:schemeClr val="tx1"/>
                </a:solidFill>
                <a:latin typeface="Calibri" panose="020F0502020204030204" pitchFamily="34" charset="0"/>
                <a:cs typeface="B Mitra" panose="00000400000000000000" pitchFamily="2" charset="-78"/>
              </a:defRPr>
            </a:lvl5pPr>
            <a:lvl6pPr marL="25146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6pPr>
            <a:lvl7pPr marL="29718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7pPr>
            <a:lvl8pPr marL="34290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8pPr>
            <a:lvl9pPr marL="38862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9pPr>
          </a:lstStyle>
          <a:p>
            <a:pPr algn="l" rtl="0" eaLnBrk="1" fontAlgn="base" hangingPunct="1">
              <a:spcBef>
                <a:spcPct val="0"/>
              </a:spcBef>
              <a:spcAft>
                <a:spcPct val="0"/>
              </a:spcAft>
              <a:defRPr/>
            </a:pPr>
            <a:endParaRPr lang="zh-TW" altLang="en-US">
              <a:solidFill>
                <a:srgbClr val="DDE89A"/>
              </a:solidFill>
              <a:latin typeface="Arial" panose="020B0604020202020204" pitchFamily="34" charset="0"/>
            </a:endParaRPr>
          </a:p>
        </p:txBody>
      </p:sp>
      <p:sp>
        <p:nvSpPr>
          <p:cNvPr id="9" name="Rectangle 56"/>
          <p:cNvSpPr>
            <a:spLocks noChangeArrowheads="1"/>
          </p:cNvSpPr>
          <p:nvPr/>
        </p:nvSpPr>
        <p:spPr bwMode="gray">
          <a:xfrm>
            <a:off x="2492375" y="3705225"/>
            <a:ext cx="742950" cy="742950"/>
          </a:xfrm>
          <a:prstGeom prst="rect">
            <a:avLst/>
          </a:prstGeom>
          <a:solidFill>
            <a:srgbClr val="DDDDDD"/>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gn="r" rtl="1" eaLnBrk="0" hangingPunct="0">
              <a:defRPr>
                <a:solidFill>
                  <a:schemeClr val="tx1"/>
                </a:solidFill>
                <a:latin typeface="Calibri" panose="020F0502020204030204" pitchFamily="34" charset="0"/>
                <a:cs typeface="B Mitra" panose="00000400000000000000" pitchFamily="2" charset="-78"/>
              </a:defRPr>
            </a:lvl1pPr>
            <a:lvl2pPr marL="742950" indent="-285750" algn="r" rtl="1" eaLnBrk="0" hangingPunct="0">
              <a:defRPr>
                <a:solidFill>
                  <a:schemeClr val="tx1"/>
                </a:solidFill>
                <a:latin typeface="Calibri" panose="020F0502020204030204" pitchFamily="34" charset="0"/>
                <a:cs typeface="B Mitra" panose="00000400000000000000" pitchFamily="2" charset="-78"/>
              </a:defRPr>
            </a:lvl2pPr>
            <a:lvl3pPr marL="1143000" indent="-228600" algn="r" rtl="1" eaLnBrk="0" hangingPunct="0">
              <a:defRPr>
                <a:solidFill>
                  <a:schemeClr val="tx1"/>
                </a:solidFill>
                <a:latin typeface="Calibri" panose="020F0502020204030204" pitchFamily="34" charset="0"/>
                <a:cs typeface="B Mitra" panose="00000400000000000000" pitchFamily="2" charset="-78"/>
              </a:defRPr>
            </a:lvl3pPr>
            <a:lvl4pPr marL="1600200" indent="-228600" algn="r" rtl="1" eaLnBrk="0" hangingPunct="0">
              <a:defRPr>
                <a:solidFill>
                  <a:schemeClr val="tx1"/>
                </a:solidFill>
                <a:latin typeface="Calibri" panose="020F0502020204030204" pitchFamily="34" charset="0"/>
                <a:cs typeface="B Mitra" panose="00000400000000000000" pitchFamily="2" charset="-78"/>
              </a:defRPr>
            </a:lvl4pPr>
            <a:lvl5pPr marL="2057400" indent="-228600" algn="r" rtl="1" eaLnBrk="0" hangingPunct="0">
              <a:defRPr>
                <a:solidFill>
                  <a:schemeClr val="tx1"/>
                </a:solidFill>
                <a:latin typeface="Calibri" panose="020F0502020204030204" pitchFamily="34" charset="0"/>
                <a:cs typeface="B Mitra" panose="00000400000000000000" pitchFamily="2" charset="-78"/>
              </a:defRPr>
            </a:lvl5pPr>
            <a:lvl6pPr marL="25146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6pPr>
            <a:lvl7pPr marL="29718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7pPr>
            <a:lvl8pPr marL="34290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8pPr>
            <a:lvl9pPr marL="38862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9pPr>
          </a:lstStyle>
          <a:p>
            <a:pPr algn="l" rtl="0" eaLnBrk="1" fontAlgn="base" hangingPunct="1">
              <a:spcBef>
                <a:spcPct val="0"/>
              </a:spcBef>
              <a:spcAft>
                <a:spcPct val="0"/>
              </a:spcAft>
              <a:defRPr/>
            </a:pPr>
            <a:endParaRPr lang="zh-TW" altLang="en-US">
              <a:solidFill>
                <a:srgbClr val="DDE89A"/>
              </a:solidFill>
              <a:latin typeface="Arial" panose="020B0604020202020204" pitchFamily="34" charset="0"/>
            </a:endParaRPr>
          </a:p>
        </p:txBody>
      </p:sp>
      <p:grpSp>
        <p:nvGrpSpPr>
          <p:cNvPr id="10" name="Group 75"/>
          <p:cNvGrpSpPr>
            <a:grpSpLocks/>
          </p:cNvGrpSpPr>
          <p:nvPr/>
        </p:nvGrpSpPr>
        <p:grpSpPr bwMode="auto">
          <a:xfrm>
            <a:off x="112713" y="5954713"/>
            <a:ext cx="8936037" cy="631825"/>
            <a:chOff x="71" y="3751"/>
            <a:chExt cx="5629" cy="398"/>
          </a:xfrm>
        </p:grpSpPr>
        <p:sp>
          <p:nvSpPr>
            <p:cNvPr id="11" name="Freeform 24"/>
            <p:cNvSpPr>
              <a:spLocks/>
            </p:cNvSpPr>
            <p:nvPr userDrawn="1"/>
          </p:nvSpPr>
          <p:spPr bwMode="gray">
            <a:xfrm>
              <a:off x="71" y="3751"/>
              <a:ext cx="5626" cy="349"/>
            </a:xfrm>
            <a:custGeom>
              <a:avLst/>
              <a:gdLst>
                <a:gd name="T0" fmla="*/ 5626 w 5626"/>
                <a:gd name="T1" fmla="*/ 349 h 349"/>
                <a:gd name="T2" fmla="*/ 0 w 5626"/>
                <a:gd name="T3" fmla="*/ 349 h 349"/>
                <a:gd name="T4" fmla="*/ 0 w 5626"/>
                <a:gd name="T5" fmla="*/ 187 h 349"/>
                <a:gd name="T6" fmla="*/ 0 w 5626"/>
                <a:gd name="T7" fmla="*/ 114 h 349"/>
                <a:gd name="T8" fmla="*/ 4064 w 5626"/>
                <a:gd name="T9" fmla="*/ 118 h 349"/>
                <a:gd name="T10" fmla="*/ 4329 w 5626"/>
                <a:gd name="T11" fmla="*/ 0 h 349"/>
                <a:gd name="T12" fmla="*/ 5623 w 5626"/>
                <a:gd name="T13" fmla="*/ 0 h 349"/>
                <a:gd name="T14" fmla="*/ 5626 w 5626"/>
                <a:gd name="T15" fmla="*/ 349 h 34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626" h="349">
                  <a:moveTo>
                    <a:pt x="5626" y="349"/>
                  </a:moveTo>
                  <a:lnTo>
                    <a:pt x="0" y="349"/>
                  </a:lnTo>
                  <a:lnTo>
                    <a:pt x="0" y="187"/>
                  </a:lnTo>
                  <a:lnTo>
                    <a:pt x="0" y="114"/>
                  </a:lnTo>
                  <a:cubicBezTo>
                    <a:pt x="678" y="103"/>
                    <a:pt x="3343" y="137"/>
                    <a:pt x="4064" y="118"/>
                  </a:cubicBezTo>
                  <a:lnTo>
                    <a:pt x="4329" y="0"/>
                  </a:lnTo>
                  <a:lnTo>
                    <a:pt x="5623" y="0"/>
                  </a:lnTo>
                  <a:lnTo>
                    <a:pt x="5626" y="349"/>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l" rtl="0" eaLnBrk="0" fontAlgn="base" hangingPunct="0">
                <a:spcBef>
                  <a:spcPct val="0"/>
                </a:spcBef>
                <a:spcAft>
                  <a:spcPct val="0"/>
                </a:spcAft>
              </a:pPr>
              <a:endParaRPr lang="fa-IR">
                <a:solidFill>
                  <a:srgbClr val="DDE89A"/>
                </a:solidFill>
                <a:latin typeface="Calibri" pitchFamily="34" charset="0"/>
                <a:cs typeface="B Mitra" pitchFamily="2" charset="-78"/>
              </a:endParaRPr>
            </a:p>
          </p:txBody>
        </p:sp>
        <p:sp>
          <p:nvSpPr>
            <p:cNvPr id="12" name="Freeform 25"/>
            <p:cNvSpPr>
              <a:spLocks/>
            </p:cNvSpPr>
            <p:nvPr userDrawn="1"/>
          </p:nvSpPr>
          <p:spPr bwMode="gray">
            <a:xfrm>
              <a:off x="71" y="3800"/>
              <a:ext cx="5626" cy="349"/>
            </a:xfrm>
            <a:custGeom>
              <a:avLst/>
              <a:gdLst>
                <a:gd name="T0" fmla="*/ 5626 w 5626"/>
                <a:gd name="T1" fmla="*/ 349 h 349"/>
                <a:gd name="T2" fmla="*/ 0 w 5626"/>
                <a:gd name="T3" fmla="*/ 349 h 349"/>
                <a:gd name="T4" fmla="*/ 0 w 5626"/>
                <a:gd name="T5" fmla="*/ 187 h 349"/>
                <a:gd name="T6" fmla="*/ 0 w 5626"/>
                <a:gd name="T7" fmla="*/ 114 h 349"/>
                <a:gd name="T8" fmla="*/ 4082 w 5626"/>
                <a:gd name="T9" fmla="*/ 118 h 349"/>
                <a:gd name="T10" fmla="*/ 4345 w 5626"/>
                <a:gd name="T11" fmla="*/ 0 h 349"/>
                <a:gd name="T12" fmla="*/ 5623 w 5626"/>
                <a:gd name="T13" fmla="*/ 6 h 349"/>
                <a:gd name="T14" fmla="*/ 5626 w 5626"/>
                <a:gd name="T15" fmla="*/ 349 h 34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626" h="349">
                  <a:moveTo>
                    <a:pt x="5626" y="349"/>
                  </a:moveTo>
                  <a:lnTo>
                    <a:pt x="0" y="349"/>
                  </a:lnTo>
                  <a:lnTo>
                    <a:pt x="0" y="187"/>
                  </a:lnTo>
                  <a:lnTo>
                    <a:pt x="0" y="114"/>
                  </a:lnTo>
                  <a:cubicBezTo>
                    <a:pt x="680" y="103"/>
                    <a:pt x="3358" y="137"/>
                    <a:pt x="4082" y="118"/>
                  </a:cubicBezTo>
                  <a:lnTo>
                    <a:pt x="4345" y="0"/>
                  </a:lnTo>
                  <a:lnTo>
                    <a:pt x="5623" y="6"/>
                  </a:lnTo>
                  <a:lnTo>
                    <a:pt x="5626" y="349"/>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l" rtl="0" eaLnBrk="0" fontAlgn="base" hangingPunct="0">
                <a:spcBef>
                  <a:spcPct val="0"/>
                </a:spcBef>
                <a:spcAft>
                  <a:spcPct val="0"/>
                </a:spcAft>
              </a:pPr>
              <a:endParaRPr lang="fa-IR">
                <a:solidFill>
                  <a:srgbClr val="DDE89A"/>
                </a:solidFill>
                <a:latin typeface="Calibri" pitchFamily="34" charset="0"/>
                <a:cs typeface="B Mitra" pitchFamily="2" charset="-78"/>
              </a:endParaRPr>
            </a:p>
          </p:txBody>
        </p:sp>
        <p:sp>
          <p:nvSpPr>
            <p:cNvPr id="13" name="Freeform 26"/>
            <p:cNvSpPr>
              <a:spLocks/>
            </p:cNvSpPr>
            <p:nvPr userDrawn="1"/>
          </p:nvSpPr>
          <p:spPr bwMode="gray">
            <a:xfrm>
              <a:off x="4209" y="3833"/>
              <a:ext cx="1491" cy="88"/>
            </a:xfrm>
            <a:custGeom>
              <a:avLst/>
              <a:gdLst>
                <a:gd name="T0" fmla="*/ 0 w 1491"/>
                <a:gd name="T1" fmla="*/ 84 h 88"/>
                <a:gd name="T2" fmla="*/ 223 w 1491"/>
                <a:gd name="T3" fmla="*/ 0 h 88"/>
                <a:gd name="T4" fmla="*/ 1491 w 1491"/>
                <a:gd name="T5" fmla="*/ 0 h 88"/>
                <a:gd name="T6" fmla="*/ 1488 w 1491"/>
                <a:gd name="T7" fmla="*/ 60 h 88"/>
                <a:gd name="T8" fmla="*/ 383 w 1491"/>
                <a:gd name="T9" fmla="*/ 59 h 88"/>
                <a:gd name="T10" fmla="*/ 273 w 1491"/>
                <a:gd name="T11" fmla="*/ 88 h 88"/>
                <a:gd name="T12" fmla="*/ 0 w 1491"/>
                <a:gd name="T13" fmla="*/ 84 h 8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91" h="88">
                  <a:moveTo>
                    <a:pt x="0" y="84"/>
                  </a:moveTo>
                  <a:lnTo>
                    <a:pt x="223" y="0"/>
                  </a:lnTo>
                  <a:lnTo>
                    <a:pt x="1491" y="0"/>
                  </a:lnTo>
                  <a:lnTo>
                    <a:pt x="1488" y="60"/>
                  </a:lnTo>
                  <a:lnTo>
                    <a:pt x="383" y="59"/>
                  </a:lnTo>
                  <a:lnTo>
                    <a:pt x="273" y="88"/>
                  </a:lnTo>
                  <a:lnTo>
                    <a:pt x="0" y="84"/>
                  </a:lnTo>
                  <a:close/>
                </a:path>
              </a:pathLst>
            </a:custGeom>
            <a:solidFill>
              <a:srgbClr val="FFFFFF">
                <a:alpha val="30196"/>
              </a:srgbClr>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l" rtl="0" eaLnBrk="0" fontAlgn="base" hangingPunct="0">
                <a:spcBef>
                  <a:spcPct val="0"/>
                </a:spcBef>
                <a:spcAft>
                  <a:spcPct val="0"/>
                </a:spcAft>
              </a:pPr>
              <a:endParaRPr lang="fa-IR">
                <a:solidFill>
                  <a:srgbClr val="DDE89A"/>
                </a:solidFill>
                <a:latin typeface="Calibri" pitchFamily="34" charset="0"/>
                <a:cs typeface="B Mitra" pitchFamily="2" charset="-78"/>
              </a:endParaRPr>
            </a:p>
          </p:txBody>
        </p:sp>
      </p:grpSp>
      <p:grpSp>
        <p:nvGrpSpPr>
          <p:cNvPr id="14" name="Group 7"/>
          <p:cNvGrpSpPr>
            <a:grpSpLocks/>
          </p:cNvGrpSpPr>
          <p:nvPr/>
        </p:nvGrpSpPr>
        <p:grpSpPr bwMode="auto">
          <a:xfrm rot="10800000">
            <a:off x="6003925" y="1778000"/>
            <a:ext cx="2768600" cy="779463"/>
            <a:chOff x="1566" y="164"/>
            <a:chExt cx="1455" cy="425"/>
          </a:xfrm>
        </p:grpSpPr>
        <p:sp>
          <p:nvSpPr>
            <p:cNvPr id="15" name="Freeform 8"/>
            <p:cNvSpPr>
              <a:spLocks/>
            </p:cNvSpPr>
            <p:nvPr/>
          </p:nvSpPr>
          <p:spPr bwMode="gray">
            <a:xfrm>
              <a:off x="1894" y="468"/>
              <a:ext cx="38" cy="121"/>
            </a:xfrm>
            <a:custGeom>
              <a:avLst/>
              <a:gdLst>
                <a:gd name="T0" fmla="*/ 21 w 39"/>
                <a:gd name="T1" fmla="*/ 36 h 121"/>
                <a:gd name="T2" fmla="*/ 19 w 39"/>
                <a:gd name="T3" fmla="*/ 36 h 121"/>
                <a:gd name="T4" fmla="*/ 19 w 39"/>
                <a:gd name="T5" fmla="*/ 36 h 121"/>
                <a:gd name="T6" fmla="*/ 19 w 39"/>
                <a:gd name="T7" fmla="*/ 34 h 121"/>
                <a:gd name="T8" fmla="*/ 15 w 39"/>
                <a:gd name="T9" fmla="*/ 30 h 121"/>
                <a:gd name="T10" fmla="*/ 7 w 39"/>
                <a:gd name="T11" fmla="*/ 23 h 121"/>
                <a:gd name="T12" fmla="*/ 3 w 39"/>
                <a:gd name="T13" fmla="*/ 13 h 121"/>
                <a:gd name="T14" fmla="*/ 0 w 39"/>
                <a:gd name="T15" fmla="*/ 0 h 121"/>
                <a:gd name="T16" fmla="*/ 3 w 39"/>
                <a:gd name="T17" fmla="*/ 0 h 121"/>
                <a:gd name="T18" fmla="*/ 7 w 39"/>
                <a:gd name="T19" fmla="*/ 1 h 121"/>
                <a:gd name="T20" fmla="*/ 15 w 39"/>
                <a:gd name="T21" fmla="*/ 3 h 121"/>
                <a:gd name="T22" fmla="*/ 19 w 39"/>
                <a:gd name="T23" fmla="*/ 5 h 121"/>
                <a:gd name="T24" fmla="*/ 19 w 39"/>
                <a:gd name="T25" fmla="*/ 11 h 121"/>
                <a:gd name="T26" fmla="*/ 21 w 39"/>
                <a:gd name="T27" fmla="*/ 20 h 121"/>
                <a:gd name="T28" fmla="*/ 23 w 39"/>
                <a:gd name="T29" fmla="*/ 34 h 121"/>
                <a:gd name="T30" fmla="*/ 23 w 39"/>
                <a:gd name="T31" fmla="*/ 121 h 121"/>
                <a:gd name="T32" fmla="*/ 21 w 39"/>
                <a:gd name="T33" fmla="*/ 121 h 121"/>
                <a:gd name="T34" fmla="*/ 21 w 39"/>
                <a:gd name="T35" fmla="*/ 36 h 121"/>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39" h="121">
                  <a:moveTo>
                    <a:pt x="37" y="36"/>
                  </a:moveTo>
                  <a:lnTo>
                    <a:pt x="35" y="36"/>
                  </a:lnTo>
                  <a:lnTo>
                    <a:pt x="30" y="36"/>
                  </a:lnTo>
                  <a:lnTo>
                    <a:pt x="22" y="34"/>
                  </a:lnTo>
                  <a:lnTo>
                    <a:pt x="15" y="30"/>
                  </a:lnTo>
                  <a:lnTo>
                    <a:pt x="7" y="23"/>
                  </a:lnTo>
                  <a:lnTo>
                    <a:pt x="3" y="13"/>
                  </a:lnTo>
                  <a:lnTo>
                    <a:pt x="0" y="0"/>
                  </a:lnTo>
                  <a:lnTo>
                    <a:pt x="3" y="0"/>
                  </a:lnTo>
                  <a:lnTo>
                    <a:pt x="7" y="1"/>
                  </a:lnTo>
                  <a:lnTo>
                    <a:pt x="15" y="3"/>
                  </a:lnTo>
                  <a:lnTo>
                    <a:pt x="23" y="5"/>
                  </a:lnTo>
                  <a:lnTo>
                    <a:pt x="30" y="11"/>
                  </a:lnTo>
                  <a:lnTo>
                    <a:pt x="37" y="20"/>
                  </a:lnTo>
                  <a:lnTo>
                    <a:pt x="39" y="34"/>
                  </a:lnTo>
                  <a:lnTo>
                    <a:pt x="39" y="121"/>
                  </a:lnTo>
                  <a:lnTo>
                    <a:pt x="37" y="121"/>
                  </a:lnTo>
                  <a:lnTo>
                    <a:pt x="37" y="36"/>
                  </a:lnTo>
                  <a:close/>
                </a:path>
              </a:pathLst>
            </a:custGeom>
            <a:solidFill>
              <a:srgbClr val="D7D7D7"/>
            </a:solidFill>
            <a:ln w="0">
              <a:solidFill>
                <a:srgbClr val="D7D7D7"/>
              </a:solidFill>
              <a:prstDash val="solid"/>
              <a:round/>
              <a:headEnd/>
              <a:tailEnd/>
            </a:ln>
          </p:spPr>
          <p:txBody>
            <a:bodyPr/>
            <a:lstStyle/>
            <a:p>
              <a:pPr algn="l" rtl="0" eaLnBrk="0" fontAlgn="base" hangingPunct="0">
                <a:spcBef>
                  <a:spcPct val="0"/>
                </a:spcBef>
                <a:spcAft>
                  <a:spcPct val="0"/>
                </a:spcAft>
              </a:pPr>
              <a:endParaRPr lang="fa-IR">
                <a:solidFill>
                  <a:srgbClr val="DDE89A"/>
                </a:solidFill>
                <a:latin typeface="Calibri" pitchFamily="34" charset="0"/>
                <a:cs typeface="B Mitra" pitchFamily="2" charset="-78"/>
              </a:endParaRPr>
            </a:p>
          </p:txBody>
        </p:sp>
        <p:sp>
          <p:nvSpPr>
            <p:cNvPr id="16" name="Freeform 9"/>
            <p:cNvSpPr>
              <a:spLocks/>
            </p:cNvSpPr>
            <p:nvPr/>
          </p:nvSpPr>
          <p:spPr bwMode="gray">
            <a:xfrm>
              <a:off x="2271" y="455"/>
              <a:ext cx="45" cy="138"/>
            </a:xfrm>
            <a:custGeom>
              <a:avLst/>
              <a:gdLst>
                <a:gd name="T0" fmla="*/ 3 w 45"/>
                <a:gd name="T1" fmla="*/ 42 h 139"/>
                <a:gd name="T2" fmla="*/ 6 w 45"/>
                <a:gd name="T3" fmla="*/ 42 h 139"/>
                <a:gd name="T4" fmla="*/ 12 w 45"/>
                <a:gd name="T5" fmla="*/ 42 h 139"/>
                <a:gd name="T6" fmla="*/ 20 w 45"/>
                <a:gd name="T7" fmla="*/ 39 h 139"/>
                <a:gd name="T8" fmla="*/ 29 w 45"/>
                <a:gd name="T9" fmla="*/ 35 h 139"/>
                <a:gd name="T10" fmla="*/ 37 w 45"/>
                <a:gd name="T11" fmla="*/ 27 h 139"/>
                <a:gd name="T12" fmla="*/ 43 w 45"/>
                <a:gd name="T13" fmla="*/ 17 h 139"/>
                <a:gd name="T14" fmla="*/ 45 w 45"/>
                <a:gd name="T15" fmla="*/ 2 h 139"/>
                <a:gd name="T16" fmla="*/ 43 w 45"/>
                <a:gd name="T17" fmla="*/ 0 h 139"/>
                <a:gd name="T18" fmla="*/ 37 w 45"/>
                <a:gd name="T19" fmla="*/ 2 h 139"/>
                <a:gd name="T20" fmla="*/ 29 w 45"/>
                <a:gd name="T21" fmla="*/ 3 h 139"/>
                <a:gd name="T22" fmla="*/ 19 w 45"/>
                <a:gd name="T23" fmla="*/ 7 h 139"/>
                <a:gd name="T24" fmla="*/ 11 w 45"/>
                <a:gd name="T25" fmla="*/ 14 h 139"/>
                <a:gd name="T26" fmla="*/ 4 w 45"/>
                <a:gd name="T27" fmla="*/ 23 h 139"/>
                <a:gd name="T28" fmla="*/ 0 w 45"/>
                <a:gd name="T29" fmla="*/ 39 h 139"/>
                <a:gd name="T30" fmla="*/ 0 w 45"/>
                <a:gd name="T31" fmla="*/ 123 h 139"/>
                <a:gd name="T32" fmla="*/ 3 w 45"/>
                <a:gd name="T33" fmla="*/ 123 h 139"/>
                <a:gd name="T34" fmla="*/ 3 w 45"/>
                <a:gd name="T35" fmla="*/ 42 h 13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45" h="139">
                  <a:moveTo>
                    <a:pt x="3" y="42"/>
                  </a:moveTo>
                  <a:lnTo>
                    <a:pt x="6" y="42"/>
                  </a:lnTo>
                  <a:lnTo>
                    <a:pt x="12" y="42"/>
                  </a:lnTo>
                  <a:lnTo>
                    <a:pt x="20" y="39"/>
                  </a:lnTo>
                  <a:lnTo>
                    <a:pt x="29" y="35"/>
                  </a:lnTo>
                  <a:lnTo>
                    <a:pt x="37" y="27"/>
                  </a:lnTo>
                  <a:lnTo>
                    <a:pt x="43" y="17"/>
                  </a:lnTo>
                  <a:lnTo>
                    <a:pt x="45" y="2"/>
                  </a:lnTo>
                  <a:lnTo>
                    <a:pt x="43" y="0"/>
                  </a:lnTo>
                  <a:lnTo>
                    <a:pt x="37" y="2"/>
                  </a:lnTo>
                  <a:lnTo>
                    <a:pt x="29" y="3"/>
                  </a:lnTo>
                  <a:lnTo>
                    <a:pt x="19" y="7"/>
                  </a:lnTo>
                  <a:lnTo>
                    <a:pt x="11" y="14"/>
                  </a:lnTo>
                  <a:lnTo>
                    <a:pt x="4" y="23"/>
                  </a:lnTo>
                  <a:lnTo>
                    <a:pt x="0" y="39"/>
                  </a:lnTo>
                  <a:lnTo>
                    <a:pt x="0" y="139"/>
                  </a:lnTo>
                  <a:lnTo>
                    <a:pt x="3" y="139"/>
                  </a:lnTo>
                  <a:lnTo>
                    <a:pt x="3" y="42"/>
                  </a:lnTo>
                  <a:close/>
                </a:path>
              </a:pathLst>
            </a:custGeom>
            <a:solidFill>
              <a:srgbClr val="D7D7D7"/>
            </a:solidFill>
            <a:ln w="0">
              <a:solidFill>
                <a:srgbClr val="D7D7D7"/>
              </a:solidFill>
              <a:prstDash val="solid"/>
              <a:round/>
              <a:headEnd/>
              <a:tailEnd/>
            </a:ln>
          </p:spPr>
          <p:txBody>
            <a:bodyPr/>
            <a:lstStyle/>
            <a:p>
              <a:pPr algn="l" rtl="0" eaLnBrk="0" fontAlgn="base" hangingPunct="0">
                <a:spcBef>
                  <a:spcPct val="0"/>
                </a:spcBef>
                <a:spcAft>
                  <a:spcPct val="0"/>
                </a:spcAft>
              </a:pPr>
              <a:endParaRPr lang="fa-IR">
                <a:solidFill>
                  <a:srgbClr val="DDE89A"/>
                </a:solidFill>
                <a:latin typeface="Calibri" pitchFamily="34" charset="0"/>
                <a:cs typeface="B Mitra" pitchFamily="2" charset="-78"/>
              </a:endParaRPr>
            </a:p>
          </p:txBody>
        </p:sp>
        <p:sp>
          <p:nvSpPr>
            <p:cNvPr id="17" name="Freeform 10"/>
            <p:cNvSpPr>
              <a:spLocks/>
            </p:cNvSpPr>
            <p:nvPr/>
          </p:nvSpPr>
          <p:spPr bwMode="gray">
            <a:xfrm>
              <a:off x="1777" y="378"/>
              <a:ext cx="146" cy="211"/>
            </a:xfrm>
            <a:custGeom>
              <a:avLst/>
              <a:gdLst>
                <a:gd name="T0" fmla="*/ 68 w 146"/>
                <a:gd name="T1" fmla="*/ 67 h 211"/>
                <a:gd name="T2" fmla="*/ 67 w 146"/>
                <a:gd name="T3" fmla="*/ 67 h 211"/>
                <a:gd name="T4" fmla="*/ 60 w 146"/>
                <a:gd name="T5" fmla="*/ 66 h 211"/>
                <a:gd name="T6" fmla="*/ 50 w 146"/>
                <a:gd name="T7" fmla="*/ 64 h 211"/>
                <a:gd name="T8" fmla="*/ 41 w 146"/>
                <a:gd name="T9" fmla="*/ 62 h 211"/>
                <a:gd name="T10" fmla="*/ 29 w 146"/>
                <a:gd name="T11" fmla="*/ 55 h 211"/>
                <a:gd name="T12" fmla="*/ 18 w 146"/>
                <a:gd name="T13" fmla="*/ 47 h 211"/>
                <a:gd name="T14" fmla="*/ 10 w 146"/>
                <a:gd name="T15" fmla="*/ 35 h 211"/>
                <a:gd name="T16" fmla="*/ 3 w 146"/>
                <a:gd name="T17" fmla="*/ 20 h 211"/>
                <a:gd name="T18" fmla="*/ 0 w 146"/>
                <a:gd name="T19" fmla="*/ 0 h 211"/>
                <a:gd name="T20" fmla="*/ 3 w 146"/>
                <a:gd name="T21" fmla="*/ 0 h 211"/>
                <a:gd name="T22" fmla="*/ 10 w 146"/>
                <a:gd name="T23" fmla="*/ 0 h 211"/>
                <a:gd name="T24" fmla="*/ 19 w 146"/>
                <a:gd name="T25" fmla="*/ 0 h 211"/>
                <a:gd name="T26" fmla="*/ 30 w 146"/>
                <a:gd name="T27" fmla="*/ 2 h 211"/>
                <a:gd name="T28" fmla="*/ 41 w 146"/>
                <a:gd name="T29" fmla="*/ 6 h 211"/>
                <a:gd name="T30" fmla="*/ 53 w 146"/>
                <a:gd name="T31" fmla="*/ 14 h 211"/>
                <a:gd name="T32" fmla="*/ 62 w 146"/>
                <a:gd name="T33" fmla="*/ 25 h 211"/>
                <a:gd name="T34" fmla="*/ 69 w 146"/>
                <a:gd name="T35" fmla="*/ 41 h 211"/>
                <a:gd name="T36" fmla="*/ 73 w 146"/>
                <a:gd name="T37" fmla="*/ 62 h 211"/>
                <a:gd name="T38" fmla="*/ 73 w 146"/>
                <a:gd name="T39" fmla="*/ 60 h 211"/>
                <a:gd name="T40" fmla="*/ 73 w 146"/>
                <a:gd name="T41" fmla="*/ 55 h 211"/>
                <a:gd name="T42" fmla="*/ 75 w 146"/>
                <a:gd name="T43" fmla="*/ 45 h 211"/>
                <a:gd name="T44" fmla="*/ 79 w 146"/>
                <a:gd name="T45" fmla="*/ 36 h 211"/>
                <a:gd name="T46" fmla="*/ 84 w 146"/>
                <a:gd name="T47" fmla="*/ 25 h 211"/>
                <a:gd name="T48" fmla="*/ 92 w 146"/>
                <a:gd name="T49" fmla="*/ 16 h 211"/>
                <a:gd name="T50" fmla="*/ 106 w 146"/>
                <a:gd name="T51" fmla="*/ 8 h 211"/>
                <a:gd name="T52" fmla="*/ 123 w 146"/>
                <a:gd name="T53" fmla="*/ 2 h 211"/>
                <a:gd name="T54" fmla="*/ 146 w 146"/>
                <a:gd name="T55" fmla="*/ 0 h 211"/>
                <a:gd name="T56" fmla="*/ 145 w 146"/>
                <a:gd name="T57" fmla="*/ 2 h 211"/>
                <a:gd name="T58" fmla="*/ 145 w 146"/>
                <a:gd name="T59" fmla="*/ 8 h 211"/>
                <a:gd name="T60" fmla="*/ 143 w 146"/>
                <a:gd name="T61" fmla="*/ 17 h 211"/>
                <a:gd name="T62" fmla="*/ 139 w 146"/>
                <a:gd name="T63" fmla="*/ 28 h 211"/>
                <a:gd name="T64" fmla="*/ 134 w 146"/>
                <a:gd name="T65" fmla="*/ 39 h 211"/>
                <a:gd name="T66" fmla="*/ 126 w 146"/>
                <a:gd name="T67" fmla="*/ 49 h 211"/>
                <a:gd name="T68" fmla="*/ 114 w 146"/>
                <a:gd name="T69" fmla="*/ 59 h 211"/>
                <a:gd name="T70" fmla="*/ 98 w 146"/>
                <a:gd name="T71" fmla="*/ 64 h 211"/>
                <a:gd name="T72" fmla="*/ 79 w 146"/>
                <a:gd name="T73" fmla="*/ 67 h 211"/>
                <a:gd name="T74" fmla="*/ 79 w 146"/>
                <a:gd name="T75" fmla="*/ 211 h 211"/>
                <a:gd name="T76" fmla="*/ 68 w 146"/>
                <a:gd name="T77" fmla="*/ 211 h 211"/>
                <a:gd name="T78" fmla="*/ 68 w 146"/>
                <a:gd name="T79" fmla="*/ 67 h 211"/>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0" t="0" r="r" b="b"/>
              <a:pathLst>
                <a:path w="146" h="211">
                  <a:moveTo>
                    <a:pt x="68" y="67"/>
                  </a:moveTo>
                  <a:lnTo>
                    <a:pt x="67" y="67"/>
                  </a:lnTo>
                  <a:lnTo>
                    <a:pt x="60" y="66"/>
                  </a:lnTo>
                  <a:lnTo>
                    <a:pt x="50" y="64"/>
                  </a:lnTo>
                  <a:lnTo>
                    <a:pt x="41" y="62"/>
                  </a:lnTo>
                  <a:lnTo>
                    <a:pt x="29" y="55"/>
                  </a:lnTo>
                  <a:lnTo>
                    <a:pt x="18" y="47"/>
                  </a:lnTo>
                  <a:lnTo>
                    <a:pt x="10" y="35"/>
                  </a:lnTo>
                  <a:lnTo>
                    <a:pt x="3" y="20"/>
                  </a:lnTo>
                  <a:lnTo>
                    <a:pt x="0" y="0"/>
                  </a:lnTo>
                  <a:lnTo>
                    <a:pt x="3" y="0"/>
                  </a:lnTo>
                  <a:lnTo>
                    <a:pt x="10" y="0"/>
                  </a:lnTo>
                  <a:lnTo>
                    <a:pt x="19" y="0"/>
                  </a:lnTo>
                  <a:lnTo>
                    <a:pt x="30" y="2"/>
                  </a:lnTo>
                  <a:lnTo>
                    <a:pt x="41" y="6"/>
                  </a:lnTo>
                  <a:lnTo>
                    <a:pt x="53" y="14"/>
                  </a:lnTo>
                  <a:lnTo>
                    <a:pt x="62" y="25"/>
                  </a:lnTo>
                  <a:lnTo>
                    <a:pt x="69" y="41"/>
                  </a:lnTo>
                  <a:lnTo>
                    <a:pt x="73" y="62"/>
                  </a:lnTo>
                  <a:lnTo>
                    <a:pt x="73" y="60"/>
                  </a:lnTo>
                  <a:lnTo>
                    <a:pt x="73" y="55"/>
                  </a:lnTo>
                  <a:lnTo>
                    <a:pt x="75" y="45"/>
                  </a:lnTo>
                  <a:lnTo>
                    <a:pt x="79" y="36"/>
                  </a:lnTo>
                  <a:lnTo>
                    <a:pt x="84" y="25"/>
                  </a:lnTo>
                  <a:lnTo>
                    <a:pt x="92" y="16"/>
                  </a:lnTo>
                  <a:lnTo>
                    <a:pt x="106" y="8"/>
                  </a:lnTo>
                  <a:lnTo>
                    <a:pt x="123" y="2"/>
                  </a:lnTo>
                  <a:lnTo>
                    <a:pt x="146" y="0"/>
                  </a:lnTo>
                  <a:lnTo>
                    <a:pt x="145" y="2"/>
                  </a:lnTo>
                  <a:lnTo>
                    <a:pt x="145" y="8"/>
                  </a:lnTo>
                  <a:lnTo>
                    <a:pt x="143" y="17"/>
                  </a:lnTo>
                  <a:lnTo>
                    <a:pt x="139" y="28"/>
                  </a:lnTo>
                  <a:lnTo>
                    <a:pt x="134" y="39"/>
                  </a:lnTo>
                  <a:lnTo>
                    <a:pt x="126" y="49"/>
                  </a:lnTo>
                  <a:lnTo>
                    <a:pt x="114" y="59"/>
                  </a:lnTo>
                  <a:lnTo>
                    <a:pt x="98" y="64"/>
                  </a:lnTo>
                  <a:lnTo>
                    <a:pt x="79" y="67"/>
                  </a:lnTo>
                  <a:lnTo>
                    <a:pt x="79" y="211"/>
                  </a:lnTo>
                  <a:lnTo>
                    <a:pt x="68" y="211"/>
                  </a:lnTo>
                  <a:lnTo>
                    <a:pt x="68" y="67"/>
                  </a:lnTo>
                  <a:close/>
                </a:path>
              </a:pathLst>
            </a:custGeom>
            <a:solidFill>
              <a:srgbClr val="D7D7D7"/>
            </a:solidFill>
            <a:ln w="0">
              <a:solidFill>
                <a:srgbClr val="D7D7D7"/>
              </a:solidFill>
              <a:prstDash val="solid"/>
              <a:round/>
              <a:headEnd/>
              <a:tailEnd/>
            </a:ln>
          </p:spPr>
          <p:txBody>
            <a:bodyPr/>
            <a:lstStyle/>
            <a:p>
              <a:pPr algn="l" rtl="0" eaLnBrk="0" fontAlgn="base" hangingPunct="0">
                <a:spcBef>
                  <a:spcPct val="0"/>
                </a:spcBef>
                <a:spcAft>
                  <a:spcPct val="0"/>
                </a:spcAft>
              </a:pPr>
              <a:endParaRPr lang="fa-IR">
                <a:solidFill>
                  <a:srgbClr val="DDE89A"/>
                </a:solidFill>
                <a:latin typeface="Calibri" pitchFamily="34" charset="0"/>
                <a:cs typeface="B Mitra" pitchFamily="2" charset="-78"/>
              </a:endParaRPr>
            </a:p>
          </p:txBody>
        </p:sp>
        <p:sp>
          <p:nvSpPr>
            <p:cNvPr id="18" name="Freeform 11"/>
            <p:cNvSpPr>
              <a:spLocks/>
            </p:cNvSpPr>
            <p:nvPr/>
          </p:nvSpPr>
          <p:spPr bwMode="gray">
            <a:xfrm>
              <a:off x="2795" y="378"/>
              <a:ext cx="143" cy="211"/>
            </a:xfrm>
            <a:custGeom>
              <a:avLst/>
              <a:gdLst>
                <a:gd name="T0" fmla="*/ 67 w 144"/>
                <a:gd name="T1" fmla="*/ 67 h 211"/>
                <a:gd name="T2" fmla="*/ 66 w 144"/>
                <a:gd name="T3" fmla="*/ 67 h 211"/>
                <a:gd name="T4" fmla="*/ 59 w 144"/>
                <a:gd name="T5" fmla="*/ 66 h 211"/>
                <a:gd name="T6" fmla="*/ 50 w 144"/>
                <a:gd name="T7" fmla="*/ 64 h 211"/>
                <a:gd name="T8" fmla="*/ 39 w 144"/>
                <a:gd name="T9" fmla="*/ 62 h 211"/>
                <a:gd name="T10" fmla="*/ 28 w 144"/>
                <a:gd name="T11" fmla="*/ 55 h 211"/>
                <a:gd name="T12" fmla="*/ 17 w 144"/>
                <a:gd name="T13" fmla="*/ 47 h 211"/>
                <a:gd name="T14" fmla="*/ 9 w 144"/>
                <a:gd name="T15" fmla="*/ 35 h 211"/>
                <a:gd name="T16" fmla="*/ 2 w 144"/>
                <a:gd name="T17" fmla="*/ 20 h 211"/>
                <a:gd name="T18" fmla="*/ 0 w 144"/>
                <a:gd name="T19" fmla="*/ 0 h 211"/>
                <a:gd name="T20" fmla="*/ 2 w 144"/>
                <a:gd name="T21" fmla="*/ 0 h 211"/>
                <a:gd name="T22" fmla="*/ 9 w 144"/>
                <a:gd name="T23" fmla="*/ 0 h 211"/>
                <a:gd name="T24" fmla="*/ 17 w 144"/>
                <a:gd name="T25" fmla="*/ 0 h 211"/>
                <a:gd name="T26" fmla="*/ 28 w 144"/>
                <a:gd name="T27" fmla="*/ 2 h 211"/>
                <a:gd name="T28" fmla="*/ 40 w 144"/>
                <a:gd name="T29" fmla="*/ 6 h 211"/>
                <a:gd name="T30" fmla="*/ 51 w 144"/>
                <a:gd name="T31" fmla="*/ 14 h 211"/>
                <a:gd name="T32" fmla="*/ 62 w 144"/>
                <a:gd name="T33" fmla="*/ 25 h 211"/>
                <a:gd name="T34" fmla="*/ 69 w 144"/>
                <a:gd name="T35" fmla="*/ 41 h 211"/>
                <a:gd name="T36" fmla="*/ 72 w 144"/>
                <a:gd name="T37" fmla="*/ 62 h 211"/>
                <a:gd name="T38" fmla="*/ 72 w 144"/>
                <a:gd name="T39" fmla="*/ 60 h 211"/>
                <a:gd name="T40" fmla="*/ 72 w 144"/>
                <a:gd name="T41" fmla="*/ 55 h 211"/>
                <a:gd name="T42" fmla="*/ 72 w 144"/>
                <a:gd name="T43" fmla="*/ 45 h 211"/>
                <a:gd name="T44" fmla="*/ 72 w 144"/>
                <a:gd name="T45" fmla="*/ 36 h 211"/>
                <a:gd name="T46" fmla="*/ 72 w 144"/>
                <a:gd name="T47" fmla="*/ 25 h 211"/>
                <a:gd name="T48" fmla="*/ 75 w 144"/>
                <a:gd name="T49" fmla="*/ 16 h 211"/>
                <a:gd name="T50" fmla="*/ 89 w 144"/>
                <a:gd name="T51" fmla="*/ 8 h 211"/>
                <a:gd name="T52" fmla="*/ 105 w 144"/>
                <a:gd name="T53" fmla="*/ 2 h 211"/>
                <a:gd name="T54" fmla="*/ 128 w 144"/>
                <a:gd name="T55" fmla="*/ 0 h 211"/>
                <a:gd name="T56" fmla="*/ 128 w 144"/>
                <a:gd name="T57" fmla="*/ 2 h 211"/>
                <a:gd name="T58" fmla="*/ 128 w 144"/>
                <a:gd name="T59" fmla="*/ 8 h 211"/>
                <a:gd name="T60" fmla="*/ 125 w 144"/>
                <a:gd name="T61" fmla="*/ 17 h 211"/>
                <a:gd name="T62" fmla="*/ 123 w 144"/>
                <a:gd name="T63" fmla="*/ 28 h 211"/>
                <a:gd name="T64" fmla="*/ 117 w 144"/>
                <a:gd name="T65" fmla="*/ 39 h 211"/>
                <a:gd name="T66" fmla="*/ 109 w 144"/>
                <a:gd name="T67" fmla="*/ 49 h 211"/>
                <a:gd name="T68" fmla="*/ 97 w 144"/>
                <a:gd name="T69" fmla="*/ 59 h 211"/>
                <a:gd name="T70" fmla="*/ 81 w 144"/>
                <a:gd name="T71" fmla="*/ 64 h 211"/>
                <a:gd name="T72" fmla="*/ 72 w 144"/>
                <a:gd name="T73" fmla="*/ 67 h 211"/>
                <a:gd name="T74" fmla="*/ 72 w 144"/>
                <a:gd name="T75" fmla="*/ 211 h 211"/>
                <a:gd name="T76" fmla="*/ 67 w 144"/>
                <a:gd name="T77" fmla="*/ 211 h 211"/>
                <a:gd name="T78" fmla="*/ 67 w 144"/>
                <a:gd name="T79" fmla="*/ 67 h 211"/>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0" t="0" r="r" b="b"/>
              <a:pathLst>
                <a:path w="144" h="211">
                  <a:moveTo>
                    <a:pt x="67" y="67"/>
                  </a:moveTo>
                  <a:lnTo>
                    <a:pt x="66" y="67"/>
                  </a:lnTo>
                  <a:lnTo>
                    <a:pt x="59" y="66"/>
                  </a:lnTo>
                  <a:lnTo>
                    <a:pt x="50" y="64"/>
                  </a:lnTo>
                  <a:lnTo>
                    <a:pt x="39" y="62"/>
                  </a:lnTo>
                  <a:lnTo>
                    <a:pt x="28" y="55"/>
                  </a:lnTo>
                  <a:lnTo>
                    <a:pt x="17" y="47"/>
                  </a:lnTo>
                  <a:lnTo>
                    <a:pt x="9" y="35"/>
                  </a:lnTo>
                  <a:lnTo>
                    <a:pt x="2" y="20"/>
                  </a:lnTo>
                  <a:lnTo>
                    <a:pt x="0" y="0"/>
                  </a:lnTo>
                  <a:lnTo>
                    <a:pt x="2" y="0"/>
                  </a:lnTo>
                  <a:lnTo>
                    <a:pt x="9" y="0"/>
                  </a:lnTo>
                  <a:lnTo>
                    <a:pt x="17" y="0"/>
                  </a:lnTo>
                  <a:lnTo>
                    <a:pt x="28" y="2"/>
                  </a:lnTo>
                  <a:lnTo>
                    <a:pt x="40" y="6"/>
                  </a:lnTo>
                  <a:lnTo>
                    <a:pt x="51" y="14"/>
                  </a:lnTo>
                  <a:lnTo>
                    <a:pt x="62" y="25"/>
                  </a:lnTo>
                  <a:lnTo>
                    <a:pt x="69" y="41"/>
                  </a:lnTo>
                  <a:lnTo>
                    <a:pt x="73" y="62"/>
                  </a:lnTo>
                  <a:lnTo>
                    <a:pt x="73" y="60"/>
                  </a:lnTo>
                  <a:lnTo>
                    <a:pt x="73" y="55"/>
                  </a:lnTo>
                  <a:lnTo>
                    <a:pt x="74" y="45"/>
                  </a:lnTo>
                  <a:lnTo>
                    <a:pt x="77" y="36"/>
                  </a:lnTo>
                  <a:lnTo>
                    <a:pt x="82" y="25"/>
                  </a:lnTo>
                  <a:lnTo>
                    <a:pt x="91" y="16"/>
                  </a:lnTo>
                  <a:lnTo>
                    <a:pt x="105" y="8"/>
                  </a:lnTo>
                  <a:lnTo>
                    <a:pt x="121" y="2"/>
                  </a:lnTo>
                  <a:lnTo>
                    <a:pt x="144" y="0"/>
                  </a:lnTo>
                  <a:lnTo>
                    <a:pt x="144" y="2"/>
                  </a:lnTo>
                  <a:lnTo>
                    <a:pt x="144" y="8"/>
                  </a:lnTo>
                  <a:lnTo>
                    <a:pt x="141" y="17"/>
                  </a:lnTo>
                  <a:lnTo>
                    <a:pt x="139" y="28"/>
                  </a:lnTo>
                  <a:lnTo>
                    <a:pt x="133" y="39"/>
                  </a:lnTo>
                  <a:lnTo>
                    <a:pt x="125" y="49"/>
                  </a:lnTo>
                  <a:lnTo>
                    <a:pt x="113" y="59"/>
                  </a:lnTo>
                  <a:lnTo>
                    <a:pt x="97" y="64"/>
                  </a:lnTo>
                  <a:lnTo>
                    <a:pt x="77" y="67"/>
                  </a:lnTo>
                  <a:lnTo>
                    <a:pt x="77" y="211"/>
                  </a:lnTo>
                  <a:lnTo>
                    <a:pt x="67" y="211"/>
                  </a:lnTo>
                  <a:lnTo>
                    <a:pt x="67" y="67"/>
                  </a:lnTo>
                  <a:close/>
                </a:path>
              </a:pathLst>
            </a:custGeom>
            <a:solidFill>
              <a:srgbClr val="D7D7D7"/>
            </a:solidFill>
            <a:ln w="0">
              <a:solidFill>
                <a:srgbClr val="D7D7D7"/>
              </a:solidFill>
              <a:prstDash val="solid"/>
              <a:round/>
              <a:headEnd/>
              <a:tailEnd/>
            </a:ln>
          </p:spPr>
          <p:txBody>
            <a:bodyPr/>
            <a:lstStyle/>
            <a:p>
              <a:pPr algn="l" rtl="0" eaLnBrk="0" fontAlgn="base" hangingPunct="0">
                <a:spcBef>
                  <a:spcPct val="0"/>
                </a:spcBef>
                <a:spcAft>
                  <a:spcPct val="0"/>
                </a:spcAft>
              </a:pPr>
              <a:endParaRPr lang="fa-IR">
                <a:solidFill>
                  <a:srgbClr val="DDE89A"/>
                </a:solidFill>
                <a:latin typeface="Calibri" pitchFamily="34" charset="0"/>
                <a:cs typeface="B Mitra" pitchFamily="2" charset="-78"/>
              </a:endParaRPr>
            </a:p>
          </p:txBody>
        </p:sp>
        <p:sp>
          <p:nvSpPr>
            <p:cNvPr id="19" name="Freeform 12"/>
            <p:cNvSpPr>
              <a:spLocks/>
            </p:cNvSpPr>
            <p:nvPr/>
          </p:nvSpPr>
          <p:spPr bwMode="gray">
            <a:xfrm>
              <a:off x="2634" y="457"/>
              <a:ext cx="88" cy="132"/>
            </a:xfrm>
            <a:custGeom>
              <a:avLst/>
              <a:gdLst>
                <a:gd name="T0" fmla="*/ 42 w 89"/>
                <a:gd name="T1" fmla="*/ 43 h 132"/>
                <a:gd name="T2" fmla="*/ 39 w 89"/>
                <a:gd name="T3" fmla="*/ 42 h 132"/>
                <a:gd name="T4" fmla="*/ 33 w 89"/>
                <a:gd name="T5" fmla="*/ 42 h 132"/>
                <a:gd name="T6" fmla="*/ 25 w 89"/>
                <a:gd name="T7" fmla="*/ 39 h 132"/>
                <a:gd name="T8" fmla="*/ 16 w 89"/>
                <a:gd name="T9" fmla="*/ 35 h 132"/>
                <a:gd name="T10" fmla="*/ 8 w 89"/>
                <a:gd name="T11" fmla="*/ 27 h 132"/>
                <a:gd name="T12" fmla="*/ 2 w 89"/>
                <a:gd name="T13" fmla="*/ 16 h 132"/>
                <a:gd name="T14" fmla="*/ 0 w 89"/>
                <a:gd name="T15" fmla="*/ 0 h 132"/>
                <a:gd name="T16" fmla="*/ 2 w 89"/>
                <a:gd name="T17" fmla="*/ 0 h 132"/>
                <a:gd name="T18" fmla="*/ 6 w 89"/>
                <a:gd name="T19" fmla="*/ 0 h 132"/>
                <a:gd name="T20" fmla="*/ 12 w 89"/>
                <a:gd name="T21" fmla="*/ 1 h 132"/>
                <a:gd name="T22" fmla="*/ 21 w 89"/>
                <a:gd name="T23" fmla="*/ 3 h 132"/>
                <a:gd name="T24" fmla="*/ 29 w 89"/>
                <a:gd name="T25" fmla="*/ 8 h 132"/>
                <a:gd name="T26" fmla="*/ 37 w 89"/>
                <a:gd name="T27" fmla="*/ 15 h 132"/>
                <a:gd name="T28" fmla="*/ 42 w 89"/>
                <a:gd name="T29" fmla="*/ 26 h 132"/>
                <a:gd name="T30" fmla="*/ 44 w 89"/>
                <a:gd name="T31" fmla="*/ 39 h 132"/>
                <a:gd name="T32" fmla="*/ 44 w 89"/>
                <a:gd name="T33" fmla="*/ 38 h 132"/>
                <a:gd name="T34" fmla="*/ 44 w 89"/>
                <a:gd name="T35" fmla="*/ 34 h 132"/>
                <a:gd name="T36" fmla="*/ 44 w 89"/>
                <a:gd name="T37" fmla="*/ 27 h 132"/>
                <a:gd name="T38" fmla="*/ 44 w 89"/>
                <a:gd name="T39" fmla="*/ 20 h 132"/>
                <a:gd name="T40" fmla="*/ 44 w 89"/>
                <a:gd name="T41" fmla="*/ 14 h 132"/>
                <a:gd name="T42" fmla="*/ 46 w 89"/>
                <a:gd name="T43" fmla="*/ 7 h 132"/>
                <a:gd name="T44" fmla="*/ 57 w 89"/>
                <a:gd name="T45" fmla="*/ 3 h 132"/>
                <a:gd name="T46" fmla="*/ 73 w 89"/>
                <a:gd name="T47" fmla="*/ 0 h 132"/>
                <a:gd name="T48" fmla="*/ 73 w 89"/>
                <a:gd name="T49" fmla="*/ 3 h 132"/>
                <a:gd name="T50" fmla="*/ 72 w 89"/>
                <a:gd name="T51" fmla="*/ 10 h 132"/>
                <a:gd name="T52" fmla="*/ 71 w 89"/>
                <a:gd name="T53" fmla="*/ 18 h 132"/>
                <a:gd name="T54" fmla="*/ 65 w 89"/>
                <a:gd name="T55" fmla="*/ 26 h 132"/>
                <a:gd name="T56" fmla="*/ 58 w 89"/>
                <a:gd name="T57" fmla="*/ 34 h 132"/>
                <a:gd name="T58" fmla="*/ 48 w 89"/>
                <a:gd name="T59" fmla="*/ 41 h 132"/>
                <a:gd name="T60" fmla="*/ 44 w 89"/>
                <a:gd name="T61" fmla="*/ 43 h 132"/>
                <a:gd name="T62" fmla="*/ 44 w 89"/>
                <a:gd name="T63" fmla="*/ 132 h 132"/>
                <a:gd name="T64" fmla="*/ 42 w 89"/>
                <a:gd name="T65" fmla="*/ 132 h 132"/>
                <a:gd name="T66" fmla="*/ 42 w 89"/>
                <a:gd name="T67" fmla="*/ 43 h 132"/>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89" h="132">
                  <a:moveTo>
                    <a:pt x="42" y="43"/>
                  </a:moveTo>
                  <a:lnTo>
                    <a:pt x="39" y="42"/>
                  </a:lnTo>
                  <a:lnTo>
                    <a:pt x="33" y="42"/>
                  </a:lnTo>
                  <a:lnTo>
                    <a:pt x="25" y="39"/>
                  </a:lnTo>
                  <a:lnTo>
                    <a:pt x="16" y="35"/>
                  </a:lnTo>
                  <a:lnTo>
                    <a:pt x="8" y="27"/>
                  </a:lnTo>
                  <a:lnTo>
                    <a:pt x="2" y="16"/>
                  </a:lnTo>
                  <a:lnTo>
                    <a:pt x="0" y="0"/>
                  </a:lnTo>
                  <a:lnTo>
                    <a:pt x="2" y="0"/>
                  </a:lnTo>
                  <a:lnTo>
                    <a:pt x="6" y="0"/>
                  </a:lnTo>
                  <a:lnTo>
                    <a:pt x="12" y="1"/>
                  </a:lnTo>
                  <a:lnTo>
                    <a:pt x="21" y="3"/>
                  </a:lnTo>
                  <a:lnTo>
                    <a:pt x="29" y="8"/>
                  </a:lnTo>
                  <a:lnTo>
                    <a:pt x="37" y="15"/>
                  </a:lnTo>
                  <a:lnTo>
                    <a:pt x="42" y="26"/>
                  </a:lnTo>
                  <a:lnTo>
                    <a:pt x="45" y="39"/>
                  </a:lnTo>
                  <a:lnTo>
                    <a:pt x="45" y="38"/>
                  </a:lnTo>
                  <a:lnTo>
                    <a:pt x="45" y="34"/>
                  </a:lnTo>
                  <a:lnTo>
                    <a:pt x="46" y="27"/>
                  </a:lnTo>
                  <a:lnTo>
                    <a:pt x="49" y="20"/>
                  </a:lnTo>
                  <a:lnTo>
                    <a:pt x="54" y="14"/>
                  </a:lnTo>
                  <a:lnTo>
                    <a:pt x="62" y="7"/>
                  </a:lnTo>
                  <a:lnTo>
                    <a:pt x="73" y="3"/>
                  </a:lnTo>
                  <a:lnTo>
                    <a:pt x="89" y="0"/>
                  </a:lnTo>
                  <a:lnTo>
                    <a:pt x="89" y="3"/>
                  </a:lnTo>
                  <a:lnTo>
                    <a:pt x="88" y="10"/>
                  </a:lnTo>
                  <a:lnTo>
                    <a:pt x="87" y="18"/>
                  </a:lnTo>
                  <a:lnTo>
                    <a:pt x="81" y="26"/>
                  </a:lnTo>
                  <a:lnTo>
                    <a:pt x="74" y="34"/>
                  </a:lnTo>
                  <a:lnTo>
                    <a:pt x="64" y="41"/>
                  </a:lnTo>
                  <a:lnTo>
                    <a:pt x="47" y="43"/>
                  </a:lnTo>
                  <a:lnTo>
                    <a:pt x="47" y="132"/>
                  </a:lnTo>
                  <a:lnTo>
                    <a:pt x="42" y="132"/>
                  </a:lnTo>
                  <a:lnTo>
                    <a:pt x="42" y="43"/>
                  </a:lnTo>
                  <a:close/>
                </a:path>
              </a:pathLst>
            </a:custGeom>
            <a:solidFill>
              <a:srgbClr val="D7D7D7"/>
            </a:solidFill>
            <a:ln w="0">
              <a:solidFill>
                <a:srgbClr val="D7D7D7"/>
              </a:solidFill>
              <a:prstDash val="solid"/>
              <a:round/>
              <a:headEnd/>
              <a:tailEnd/>
            </a:ln>
          </p:spPr>
          <p:txBody>
            <a:bodyPr/>
            <a:lstStyle/>
            <a:p>
              <a:pPr algn="l" rtl="0" eaLnBrk="0" fontAlgn="base" hangingPunct="0">
                <a:spcBef>
                  <a:spcPct val="0"/>
                </a:spcBef>
                <a:spcAft>
                  <a:spcPct val="0"/>
                </a:spcAft>
              </a:pPr>
              <a:endParaRPr lang="fa-IR">
                <a:solidFill>
                  <a:srgbClr val="DDE89A"/>
                </a:solidFill>
                <a:latin typeface="Calibri" pitchFamily="34" charset="0"/>
                <a:cs typeface="B Mitra" pitchFamily="2" charset="-78"/>
              </a:endParaRPr>
            </a:p>
          </p:txBody>
        </p:sp>
        <p:sp>
          <p:nvSpPr>
            <p:cNvPr id="20" name="Freeform 13"/>
            <p:cNvSpPr>
              <a:spLocks/>
            </p:cNvSpPr>
            <p:nvPr/>
          </p:nvSpPr>
          <p:spPr bwMode="gray">
            <a:xfrm>
              <a:off x="2433" y="405"/>
              <a:ext cx="88" cy="186"/>
            </a:xfrm>
            <a:custGeom>
              <a:avLst/>
              <a:gdLst>
                <a:gd name="T0" fmla="*/ 43 w 88"/>
                <a:gd name="T1" fmla="*/ 43 h 186"/>
                <a:gd name="T2" fmla="*/ 41 w 88"/>
                <a:gd name="T3" fmla="*/ 43 h 186"/>
                <a:gd name="T4" fmla="*/ 35 w 88"/>
                <a:gd name="T5" fmla="*/ 43 h 186"/>
                <a:gd name="T6" fmla="*/ 27 w 88"/>
                <a:gd name="T7" fmla="*/ 41 h 186"/>
                <a:gd name="T8" fmla="*/ 18 w 88"/>
                <a:gd name="T9" fmla="*/ 35 h 186"/>
                <a:gd name="T10" fmla="*/ 8 w 88"/>
                <a:gd name="T11" fmla="*/ 28 h 186"/>
                <a:gd name="T12" fmla="*/ 3 w 88"/>
                <a:gd name="T13" fmla="*/ 16 h 186"/>
                <a:gd name="T14" fmla="*/ 0 w 88"/>
                <a:gd name="T15" fmla="*/ 0 h 186"/>
                <a:gd name="T16" fmla="*/ 3 w 88"/>
                <a:gd name="T17" fmla="*/ 0 h 186"/>
                <a:gd name="T18" fmla="*/ 8 w 88"/>
                <a:gd name="T19" fmla="*/ 0 h 186"/>
                <a:gd name="T20" fmla="*/ 17 w 88"/>
                <a:gd name="T21" fmla="*/ 1 h 186"/>
                <a:gd name="T22" fmla="*/ 26 w 88"/>
                <a:gd name="T23" fmla="*/ 6 h 186"/>
                <a:gd name="T24" fmla="*/ 35 w 88"/>
                <a:gd name="T25" fmla="*/ 12 h 186"/>
                <a:gd name="T26" fmla="*/ 42 w 88"/>
                <a:gd name="T27" fmla="*/ 24 h 186"/>
                <a:gd name="T28" fmla="*/ 48 w 88"/>
                <a:gd name="T29" fmla="*/ 41 h 186"/>
                <a:gd name="T30" fmla="*/ 48 w 88"/>
                <a:gd name="T31" fmla="*/ 90 h 186"/>
                <a:gd name="T32" fmla="*/ 48 w 88"/>
                <a:gd name="T33" fmla="*/ 88 h 186"/>
                <a:gd name="T34" fmla="*/ 48 w 88"/>
                <a:gd name="T35" fmla="*/ 82 h 186"/>
                <a:gd name="T36" fmla="*/ 50 w 88"/>
                <a:gd name="T37" fmla="*/ 74 h 186"/>
                <a:gd name="T38" fmla="*/ 54 w 88"/>
                <a:gd name="T39" fmla="*/ 66 h 186"/>
                <a:gd name="T40" fmla="*/ 61 w 88"/>
                <a:gd name="T41" fmla="*/ 58 h 186"/>
                <a:gd name="T42" fmla="*/ 72 w 88"/>
                <a:gd name="T43" fmla="*/ 53 h 186"/>
                <a:gd name="T44" fmla="*/ 87 w 88"/>
                <a:gd name="T45" fmla="*/ 50 h 186"/>
                <a:gd name="T46" fmla="*/ 88 w 88"/>
                <a:gd name="T47" fmla="*/ 51 h 186"/>
                <a:gd name="T48" fmla="*/ 88 w 88"/>
                <a:gd name="T49" fmla="*/ 57 h 186"/>
                <a:gd name="T50" fmla="*/ 87 w 88"/>
                <a:gd name="T51" fmla="*/ 64 h 186"/>
                <a:gd name="T52" fmla="*/ 84 w 88"/>
                <a:gd name="T53" fmla="*/ 72 h 186"/>
                <a:gd name="T54" fmla="*/ 80 w 88"/>
                <a:gd name="T55" fmla="*/ 80 h 186"/>
                <a:gd name="T56" fmla="*/ 73 w 88"/>
                <a:gd name="T57" fmla="*/ 86 h 186"/>
                <a:gd name="T58" fmla="*/ 62 w 88"/>
                <a:gd name="T59" fmla="*/ 92 h 186"/>
                <a:gd name="T60" fmla="*/ 48 w 88"/>
                <a:gd name="T61" fmla="*/ 93 h 186"/>
                <a:gd name="T62" fmla="*/ 48 w 88"/>
                <a:gd name="T63" fmla="*/ 186 h 186"/>
                <a:gd name="T64" fmla="*/ 43 w 88"/>
                <a:gd name="T65" fmla="*/ 186 h 186"/>
                <a:gd name="T66" fmla="*/ 43 w 88"/>
                <a:gd name="T67" fmla="*/ 143 h 186"/>
                <a:gd name="T68" fmla="*/ 42 w 88"/>
                <a:gd name="T69" fmla="*/ 143 h 186"/>
                <a:gd name="T70" fmla="*/ 37 w 88"/>
                <a:gd name="T71" fmla="*/ 142 h 186"/>
                <a:gd name="T72" fmla="*/ 29 w 88"/>
                <a:gd name="T73" fmla="*/ 140 h 186"/>
                <a:gd name="T74" fmla="*/ 22 w 88"/>
                <a:gd name="T75" fmla="*/ 136 h 186"/>
                <a:gd name="T76" fmla="*/ 14 w 88"/>
                <a:gd name="T77" fmla="*/ 130 h 186"/>
                <a:gd name="T78" fmla="*/ 8 w 88"/>
                <a:gd name="T79" fmla="*/ 120 h 186"/>
                <a:gd name="T80" fmla="*/ 7 w 88"/>
                <a:gd name="T81" fmla="*/ 105 h 186"/>
                <a:gd name="T82" fmla="*/ 8 w 88"/>
                <a:gd name="T83" fmla="*/ 105 h 186"/>
                <a:gd name="T84" fmla="*/ 12 w 88"/>
                <a:gd name="T85" fmla="*/ 107 h 186"/>
                <a:gd name="T86" fmla="*/ 19 w 88"/>
                <a:gd name="T87" fmla="*/ 108 h 186"/>
                <a:gd name="T88" fmla="*/ 26 w 88"/>
                <a:gd name="T89" fmla="*/ 111 h 186"/>
                <a:gd name="T90" fmla="*/ 34 w 88"/>
                <a:gd name="T91" fmla="*/ 117 h 186"/>
                <a:gd name="T92" fmla="*/ 39 w 88"/>
                <a:gd name="T93" fmla="*/ 127 h 186"/>
                <a:gd name="T94" fmla="*/ 43 w 88"/>
                <a:gd name="T95" fmla="*/ 140 h 186"/>
                <a:gd name="T96" fmla="*/ 43 w 88"/>
                <a:gd name="T97" fmla="*/ 43 h 18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0" t="0" r="r" b="b"/>
              <a:pathLst>
                <a:path w="88" h="186">
                  <a:moveTo>
                    <a:pt x="43" y="43"/>
                  </a:moveTo>
                  <a:lnTo>
                    <a:pt x="41" y="43"/>
                  </a:lnTo>
                  <a:lnTo>
                    <a:pt x="35" y="43"/>
                  </a:lnTo>
                  <a:lnTo>
                    <a:pt x="27" y="41"/>
                  </a:lnTo>
                  <a:lnTo>
                    <a:pt x="18" y="35"/>
                  </a:lnTo>
                  <a:lnTo>
                    <a:pt x="8" y="28"/>
                  </a:lnTo>
                  <a:lnTo>
                    <a:pt x="3" y="16"/>
                  </a:lnTo>
                  <a:lnTo>
                    <a:pt x="0" y="0"/>
                  </a:lnTo>
                  <a:lnTo>
                    <a:pt x="3" y="0"/>
                  </a:lnTo>
                  <a:lnTo>
                    <a:pt x="8" y="0"/>
                  </a:lnTo>
                  <a:lnTo>
                    <a:pt x="17" y="1"/>
                  </a:lnTo>
                  <a:lnTo>
                    <a:pt x="26" y="6"/>
                  </a:lnTo>
                  <a:lnTo>
                    <a:pt x="35" y="12"/>
                  </a:lnTo>
                  <a:lnTo>
                    <a:pt x="42" y="24"/>
                  </a:lnTo>
                  <a:lnTo>
                    <a:pt x="48" y="41"/>
                  </a:lnTo>
                  <a:lnTo>
                    <a:pt x="48" y="90"/>
                  </a:lnTo>
                  <a:lnTo>
                    <a:pt x="48" y="88"/>
                  </a:lnTo>
                  <a:lnTo>
                    <a:pt x="48" y="82"/>
                  </a:lnTo>
                  <a:lnTo>
                    <a:pt x="50" y="74"/>
                  </a:lnTo>
                  <a:lnTo>
                    <a:pt x="54" y="66"/>
                  </a:lnTo>
                  <a:lnTo>
                    <a:pt x="61" y="58"/>
                  </a:lnTo>
                  <a:lnTo>
                    <a:pt x="72" y="53"/>
                  </a:lnTo>
                  <a:lnTo>
                    <a:pt x="87" y="50"/>
                  </a:lnTo>
                  <a:lnTo>
                    <a:pt x="88" y="51"/>
                  </a:lnTo>
                  <a:lnTo>
                    <a:pt x="88" y="57"/>
                  </a:lnTo>
                  <a:lnTo>
                    <a:pt x="87" y="64"/>
                  </a:lnTo>
                  <a:lnTo>
                    <a:pt x="84" y="72"/>
                  </a:lnTo>
                  <a:lnTo>
                    <a:pt x="80" y="80"/>
                  </a:lnTo>
                  <a:lnTo>
                    <a:pt x="73" y="86"/>
                  </a:lnTo>
                  <a:lnTo>
                    <a:pt x="62" y="92"/>
                  </a:lnTo>
                  <a:lnTo>
                    <a:pt x="48" y="93"/>
                  </a:lnTo>
                  <a:lnTo>
                    <a:pt x="48" y="186"/>
                  </a:lnTo>
                  <a:lnTo>
                    <a:pt x="43" y="186"/>
                  </a:lnTo>
                  <a:lnTo>
                    <a:pt x="43" y="143"/>
                  </a:lnTo>
                  <a:lnTo>
                    <a:pt x="42" y="143"/>
                  </a:lnTo>
                  <a:lnTo>
                    <a:pt x="37" y="142"/>
                  </a:lnTo>
                  <a:lnTo>
                    <a:pt x="29" y="140"/>
                  </a:lnTo>
                  <a:lnTo>
                    <a:pt x="22" y="136"/>
                  </a:lnTo>
                  <a:lnTo>
                    <a:pt x="14" y="130"/>
                  </a:lnTo>
                  <a:lnTo>
                    <a:pt x="8" y="120"/>
                  </a:lnTo>
                  <a:lnTo>
                    <a:pt x="7" y="105"/>
                  </a:lnTo>
                  <a:lnTo>
                    <a:pt x="8" y="105"/>
                  </a:lnTo>
                  <a:lnTo>
                    <a:pt x="12" y="107"/>
                  </a:lnTo>
                  <a:lnTo>
                    <a:pt x="19" y="108"/>
                  </a:lnTo>
                  <a:lnTo>
                    <a:pt x="26" y="111"/>
                  </a:lnTo>
                  <a:lnTo>
                    <a:pt x="34" y="117"/>
                  </a:lnTo>
                  <a:lnTo>
                    <a:pt x="39" y="127"/>
                  </a:lnTo>
                  <a:lnTo>
                    <a:pt x="43" y="140"/>
                  </a:lnTo>
                  <a:lnTo>
                    <a:pt x="43" y="43"/>
                  </a:lnTo>
                  <a:close/>
                </a:path>
              </a:pathLst>
            </a:custGeom>
            <a:solidFill>
              <a:srgbClr val="D7D7D7"/>
            </a:solidFill>
            <a:ln w="0">
              <a:solidFill>
                <a:srgbClr val="D7D7D7"/>
              </a:solidFill>
              <a:prstDash val="solid"/>
              <a:round/>
              <a:headEnd/>
              <a:tailEnd/>
            </a:ln>
          </p:spPr>
          <p:txBody>
            <a:bodyPr/>
            <a:lstStyle/>
            <a:p>
              <a:pPr algn="l" rtl="0" eaLnBrk="0" fontAlgn="base" hangingPunct="0">
                <a:spcBef>
                  <a:spcPct val="0"/>
                </a:spcBef>
                <a:spcAft>
                  <a:spcPct val="0"/>
                </a:spcAft>
              </a:pPr>
              <a:endParaRPr lang="fa-IR">
                <a:solidFill>
                  <a:srgbClr val="DDE89A"/>
                </a:solidFill>
                <a:latin typeface="Calibri" pitchFamily="34" charset="0"/>
                <a:cs typeface="B Mitra" pitchFamily="2" charset="-78"/>
              </a:endParaRPr>
            </a:p>
          </p:txBody>
        </p:sp>
        <p:sp>
          <p:nvSpPr>
            <p:cNvPr id="21" name="Freeform 14"/>
            <p:cNvSpPr>
              <a:spLocks/>
            </p:cNvSpPr>
            <p:nvPr/>
          </p:nvSpPr>
          <p:spPr bwMode="gray">
            <a:xfrm>
              <a:off x="1917" y="238"/>
              <a:ext cx="164" cy="357"/>
            </a:xfrm>
            <a:custGeom>
              <a:avLst/>
              <a:gdLst>
                <a:gd name="T0" fmla="*/ 69 w 166"/>
                <a:gd name="T1" fmla="*/ 84 h 356"/>
                <a:gd name="T2" fmla="*/ 85 w 166"/>
                <a:gd name="T3" fmla="*/ 81 h 356"/>
                <a:gd name="T4" fmla="*/ 108 w 166"/>
                <a:gd name="T5" fmla="*/ 73 h 356"/>
                <a:gd name="T6" fmla="*/ 120 w 166"/>
                <a:gd name="T7" fmla="*/ 56 h 356"/>
                <a:gd name="T8" fmla="*/ 131 w 166"/>
                <a:gd name="T9" fmla="*/ 23 h 356"/>
                <a:gd name="T10" fmla="*/ 131 w 166"/>
                <a:gd name="T11" fmla="*/ 0 h 356"/>
                <a:gd name="T12" fmla="*/ 120 w 166"/>
                <a:gd name="T13" fmla="*/ 0 h 356"/>
                <a:gd name="T14" fmla="*/ 108 w 166"/>
                <a:gd name="T15" fmla="*/ 6 h 356"/>
                <a:gd name="T16" fmla="*/ 85 w 166"/>
                <a:gd name="T17" fmla="*/ 22 h 356"/>
                <a:gd name="T18" fmla="*/ 66 w 166"/>
                <a:gd name="T19" fmla="*/ 54 h 356"/>
                <a:gd name="T20" fmla="*/ 61 w 166"/>
                <a:gd name="T21" fmla="*/ 173 h 356"/>
                <a:gd name="T22" fmla="*/ 61 w 166"/>
                <a:gd name="T23" fmla="*/ 165 h 356"/>
                <a:gd name="T24" fmla="*/ 55 w 166"/>
                <a:gd name="T25" fmla="*/ 146 h 356"/>
                <a:gd name="T26" fmla="*/ 44 w 166"/>
                <a:gd name="T27" fmla="*/ 123 h 356"/>
                <a:gd name="T28" fmla="*/ 38 w 166"/>
                <a:gd name="T29" fmla="*/ 104 h 356"/>
                <a:gd name="T30" fmla="*/ 0 w 166"/>
                <a:gd name="T31" fmla="*/ 96 h 356"/>
                <a:gd name="T32" fmla="*/ 0 w 166"/>
                <a:gd name="T33" fmla="*/ 103 h 356"/>
                <a:gd name="T34" fmla="*/ 0 w 166"/>
                <a:gd name="T35" fmla="*/ 120 h 356"/>
                <a:gd name="T36" fmla="*/ 8 w 166"/>
                <a:gd name="T37" fmla="*/ 143 h 356"/>
                <a:gd name="T38" fmla="*/ 24 w 166"/>
                <a:gd name="T39" fmla="*/ 163 h 356"/>
                <a:gd name="T40" fmla="*/ 41 w 166"/>
                <a:gd name="T41" fmla="*/ 177 h 356"/>
                <a:gd name="T42" fmla="*/ 61 w 166"/>
                <a:gd name="T43" fmla="*/ 372 h 356"/>
                <a:gd name="T44" fmla="*/ 66 w 166"/>
                <a:gd name="T45" fmla="*/ 290 h 356"/>
                <a:gd name="T46" fmla="*/ 75 w 166"/>
                <a:gd name="T47" fmla="*/ 289 h 356"/>
                <a:gd name="T48" fmla="*/ 96 w 166"/>
                <a:gd name="T49" fmla="*/ 283 h 356"/>
                <a:gd name="T50" fmla="*/ 113 w 166"/>
                <a:gd name="T51" fmla="*/ 268 h 356"/>
                <a:gd name="T52" fmla="*/ 121 w 166"/>
                <a:gd name="T53" fmla="*/ 240 h 356"/>
                <a:gd name="T54" fmla="*/ 122 w 166"/>
                <a:gd name="T55" fmla="*/ 219 h 356"/>
                <a:gd name="T56" fmla="*/ 114 w 166"/>
                <a:gd name="T57" fmla="*/ 220 h 356"/>
                <a:gd name="T58" fmla="*/ 101 w 166"/>
                <a:gd name="T59" fmla="*/ 227 h 356"/>
                <a:gd name="T60" fmla="*/ 81 w 166"/>
                <a:gd name="T61" fmla="*/ 247 h 356"/>
                <a:gd name="T62" fmla="*/ 66 w 166"/>
                <a:gd name="T63" fmla="*/ 283 h 35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Lst>
              <a:ahLst/>
              <a:cxnLst>
                <a:cxn ang="T64">
                  <a:pos x="T0" y="T1"/>
                </a:cxn>
                <a:cxn ang="T65">
                  <a:pos x="T2" y="T3"/>
                </a:cxn>
                <a:cxn ang="T66">
                  <a:pos x="T4" y="T5"/>
                </a:cxn>
                <a:cxn ang="T67">
                  <a:pos x="T6" y="T7"/>
                </a:cxn>
                <a:cxn ang="T68">
                  <a:pos x="T8" y="T9"/>
                </a:cxn>
                <a:cxn ang="T69">
                  <a:pos x="T10" y="T11"/>
                </a:cxn>
                <a:cxn ang="T70">
                  <a:pos x="T12" y="T13"/>
                </a:cxn>
                <a:cxn ang="T71">
                  <a:pos x="T14" y="T15"/>
                </a:cxn>
                <a:cxn ang="T72">
                  <a:pos x="T16" y="T17"/>
                </a:cxn>
                <a:cxn ang="T73">
                  <a:pos x="T18" y="T19"/>
                </a:cxn>
                <a:cxn ang="T74">
                  <a:pos x="T20" y="T21"/>
                </a:cxn>
                <a:cxn ang="T75">
                  <a:pos x="T22" y="T23"/>
                </a:cxn>
                <a:cxn ang="T76">
                  <a:pos x="T24" y="T25"/>
                </a:cxn>
                <a:cxn ang="T77">
                  <a:pos x="T26" y="T27"/>
                </a:cxn>
                <a:cxn ang="T78">
                  <a:pos x="T28" y="T29"/>
                </a:cxn>
                <a:cxn ang="T79">
                  <a:pos x="T30" y="T31"/>
                </a:cxn>
                <a:cxn ang="T80">
                  <a:pos x="T32" y="T33"/>
                </a:cxn>
                <a:cxn ang="T81">
                  <a:pos x="T34" y="T35"/>
                </a:cxn>
                <a:cxn ang="T82">
                  <a:pos x="T36" y="T37"/>
                </a:cxn>
                <a:cxn ang="T83">
                  <a:pos x="T38" y="T39"/>
                </a:cxn>
                <a:cxn ang="T84">
                  <a:pos x="T40" y="T41"/>
                </a:cxn>
                <a:cxn ang="T85">
                  <a:pos x="T42" y="T43"/>
                </a:cxn>
                <a:cxn ang="T86">
                  <a:pos x="T44" y="T45"/>
                </a:cxn>
                <a:cxn ang="T87">
                  <a:pos x="T46" y="T47"/>
                </a:cxn>
                <a:cxn ang="T88">
                  <a:pos x="T48" y="T49"/>
                </a:cxn>
                <a:cxn ang="T89">
                  <a:pos x="T50" y="T51"/>
                </a:cxn>
                <a:cxn ang="T90">
                  <a:pos x="T52" y="T53"/>
                </a:cxn>
                <a:cxn ang="T91">
                  <a:pos x="T54" y="T55"/>
                </a:cxn>
                <a:cxn ang="T92">
                  <a:pos x="T56" y="T57"/>
                </a:cxn>
                <a:cxn ang="T93">
                  <a:pos x="T58" y="T59"/>
                </a:cxn>
                <a:cxn ang="T94">
                  <a:pos x="T60" y="T61"/>
                </a:cxn>
                <a:cxn ang="T95">
                  <a:pos x="T62" y="T63"/>
                </a:cxn>
              </a:cxnLst>
              <a:rect l="0" t="0" r="r" b="b"/>
              <a:pathLst>
                <a:path w="166" h="356">
                  <a:moveTo>
                    <a:pt x="82" y="84"/>
                  </a:moveTo>
                  <a:lnTo>
                    <a:pt x="85" y="84"/>
                  </a:lnTo>
                  <a:lnTo>
                    <a:pt x="91" y="84"/>
                  </a:lnTo>
                  <a:lnTo>
                    <a:pt x="101" y="81"/>
                  </a:lnTo>
                  <a:lnTo>
                    <a:pt x="112" y="78"/>
                  </a:lnTo>
                  <a:lnTo>
                    <a:pt x="124" y="73"/>
                  </a:lnTo>
                  <a:lnTo>
                    <a:pt x="136" y="66"/>
                  </a:lnTo>
                  <a:lnTo>
                    <a:pt x="148" y="56"/>
                  </a:lnTo>
                  <a:lnTo>
                    <a:pt x="156" y="42"/>
                  </a:lnTo>
                  <a:lnTo>
                    <a:pt x="163" y="23"/>
                  </a:lnTo>
                  <a:lnTo>
                    <a:pt x="166" y="2"/>
                  </a:lnTo>
                  <a:lnTo>
                    <a:pt x="163" y="0"/>
                  </a:lnTo>
                  <a:lnTo>
                    <a:pt x="158" y="0"/>
                  </a:lnTo>
                  <a:lnTo>
                    <a:pt x="148" y="0"/>
                  </a:lnTo>
                  <a:lnTo>
                    <a:pt x="137" y="3"/>
                  </a:lnTo>
                  <a:lnTo>
                    <a:pt x="125" y="6"/>
                  </a:lnTo>
                  <a:lnTo>
                    <a:pt x="113" y="12"/>
                  </a:lnTo>
                  <a:lnTo>
                    <a:pt x="101" y="22"/>
                  </a:lnTo>
                  <a:lnTo>
                    <a:pt x="90" y="35"/>
                  </a:lnTo>
                  <a:lnTo>
                    <a:pt x="82" y="54"/>
                  </a:lnTo>
                  <a:lnTo>
                    <a:pt x="77" y="78"/>
                  </a:lnTo>
                  <a:lnTo>
                    <a:pt x="77" y="173"/>
                  </a:lnTo>
                  <a:lnTo>
                    <a:pt x="77" y="170"/>
                  </a:lnTo>
                  <a:lnTo>
                    <a:pt x="77" y="165"/>
                  </a:lnTo>
                  <a:lnTo>
                    <a:pt x="74" y="157"/>
                  </a:lnTo>
                  <a:lnTo>
                    <a:pt x="71" y="146"/>
                  </a:lnTo>
                  <a:lnTo>
                    <a:pt x="67" y="134"/>
                  </a:lnTo>
                  <a:lnTo>
                    <a:pt x="60" y="123"/>
                  </a:lnTo>
                  <a:lnTo>
                    <a:pt x="50" y="112"/>
                  </a:lnTo>
                  <a:lnTo>
                    <a:pt x="38" y="104"/>
                  </a:lnTo>
                  <a:lnTo>
                    <a:pt x="20" y="97"/>
                  </a:lnTo>
                  <a:lnTo>
                    <a:pt x="0" y="96"/>
                  </a:lnTo>
                  <a:lnTo>
                    <a:pt x="0" y="97"/>
                  </a:lnTo>
                  <a:lnTo>
                    <a:pt x="0" y="103"/>
                  </a:lnTo>
                  <a:lnTo>
                    <a:pt x="0" y="111"/>
                  </a:lnTo>
                  <a:lnTo>
                    <a:pt x="0" y="120"/>
                  </a:lnTo>
                  <a:lnTo>
                    <a:pt x="2" y="131"/>
                  </a:lnTo>
                  <a:lnTo>
                    <a:pt x="8" y="143"/>
                  </a:lnTo>
                  <a:lnTo>
                    <a:pt x="15" y="154"/>
                  </a:lnTo>
                  <a:lnTo>
                    <a:pt x="24" y="163"/>
                  </a:lnTo>
                  <a:lnTo>
                    <a:pt x="38" y="171"/>
                  </a:lnTo>
                  <a:lnTo>
                    <a:pt x="55" y="177"/>
                  </a:lnTo>
                  <a:lnTo>
                    <a:pt x="77" y="178"/>
                  </a:lnTo>
                  <a:lnTo>
                    <a:pt x="77" y="356"/>
                  </a:lnTo>
                  <a:lnTo>
                    <a:pt x="82" y="356"/>
                  </a:lnTo>
                  <a:lnTo>
                    <a:pt x="82" y="274"/>
                  </a:lnTo>
                  <a:lnTo>
                    <a:pt x="85" y="273"/>
                  </a:lnTo>
                  <a:lnTo>
                    <a:pt x="91" y="273"/>
                  </a:lnTo>
                  <a:lnTo>
                    <a:pt x="101" y="271"/>
                  </a:lnTo>
                  <a:lnTo>
                    <a:pt x="112" y="267"/>
                  </a:lnTo>
                  <a:lnTo>
                    <a:pt x="124" y="262"/>
                  </a:lnTo>
                  <a:lnTo>
                    <a:pt x="135" y="252"/>
                  </a:lnTo>
                  <a:lnTo>
                    <a:pt x="144" y="240"/>
                  </a:lnTo>
                  <a:lnTo>
                    <a:pt x="151" y="224"/>
                  </a:lnTo>
                  <a:lnTo>
                    <a:pt x="154" y="203"/>
                  </a:lnTo>
                  <a:lnTo>
                    <a:pt x="152" y="203"/>
                  </a:lnTo>
                  <a:lnTo>
                    <a:pt x="145" y="203"/>
                  </a:lnTo>
                  <a:lnTo>
                    <a:pt x="137" y="204"/>
                  </a:lnTo>
                  <a:lnTo>
                    <a:pt x="128" y="207"/>
                  </a:lnTo>
                  <a:lnTo>
                    <a:pt x="117" y="211"/>
                  </a:lnTo>
                  <a:lnTo>
                    <a:pt x="106" y="219"/>
                  </a:lnTo>
                  <a:lnTo>
                    <a:pt x="97" y="231"/>
                  </a:lnTo>
                  <a:lnTo>
                    <a:pt x="89" y="247"/>
                  </a:lnTo>
                  <a:lnTo>
                    <a:pt x="82" y="267"/>
                  </a:lnTo>
                  <a:lnTo>
                    <a:pt x="82" y="84"/>
                  </a:lnTo>
                  <a:close/>
                </a:path>
              </a:pathLst>
            </a:custGeom>
            <a:solidFill>
              <a:srgbClr val="D7D7D7"/>
            </a:solidFill>
            <a:ln w="0">
              <a:solidFill>
                <a:srgbClr val="D7D7D7"/>
              </a:solidFill>
              <a:prstDash val="solid"/>
              <a:round/>
              <a:headEnd/>
              <a:tailEnd/>
            </a:ln>
          </p:spPr>
          <p:txBody>
            <a:bodyPr/>
            <a:lstStyle/>
            <a:p>
              <a:pPr algn="l" rtl="0" eaLnBrk="0" fontAlgn="base" hangingPunct="0">
                <a:spcBef>
                  <a:spcPct val="0"/>
                </a:spcBef>
                <a:spcAft>
                  <a:spcPct val="0"/>
                </a:spcAft>
              </a:pPr>
              <a:endParaRPr lang="fa-IR">
                <a:solidFill>
                  <a:srgbClr val="DDE89A"/>
                </a:solidFill>
                <a:latin typeface="Calibri" pitchFamily="34" charset="0"/>
                <a:cs typeface="B Mitra" pitchFamily="2" charset="-78"/>
              </a:endParaRPr>
            </a:p>
          </p:txBody>
        </p:sp>
        <p:sp>
          <p:nvSpPr>
            <p:cNvPr id="22" name="Freeform 15"/>
            <p:cNvSpPr>
              <a:spLocks/>
            </p:cNvSpPr>
            <p:nvPr/>
          </p:nvSpPr>
          <p:spPr bwMode="gray">
            <a:xfrm>
              <a:off x="2515" y="384"/>
              <a:ext cx="93" cy="209"/>
            </a:xfrm>
            <a:custGeom>
              <a:avLst/>
              <a:gdLst>
                <a:gd name="T0" fmla="*/ 43 w 92"/>
                <a:gd name="T1" fmla="*/ 146 h 210"/>
                <a:gd name="T2" fmla="*/ 36 w 92"/>
                <a:gd name="T3" fmla="*/ 144 h 210"/>
                <a:gd name="T4" fmla="*/ 23 w 92"/>
                <a:gd name="T5" fmla="*/ 139 h 210"/>
                <a:gd name="T6" fmla="*/ 12 w 92"/>
                <a:gd name="T7" fmla="*/ 125 h 210"/>
                <a:gd name="T8" fmla="*/ 12 w 92"/>
                <a:gd name="T9" fmla="*/ 113 h 210"/>
                <a:gd name="T10" fmla="*/ 23 w 92"/>
                <a:gd name="T11" fmla="*/ 116 h 210"/>
                <a:gd name="T12" fmla="*/ 38 w 92"/>
                <a:gd name="T13" fmla="*/ 129 h 210"/>
                <a:gd name="T14" fmla="*/ 43 w 92"/>
                <a:gd name="T15" fmla="*/ 105 h 210"/>
                <a:gd name="T16" fmla="*/ 35 w 92"/>
                <a:gd name="T17" fmla="*/ 105 h 210"/>
                <a:gd name="T18" fmla="*/ 20 w 92"/>
                <a:gd name="T19" fmla="*/ 101 h 210"/>
                <a:gd name="T20" fmla="*/ 7 w 92"/>
                <a:gd name="T21" fmla="*/ 83 h 210"/>
                <a:gd name="T22" fmla="*/ 7 w 92"/>
                <a:gd name="T23" fmla="*/ 70 h 210"/>
                <a:gd name="T24" fmla="*/ 17 w 92"/>
                <a:gd name="T25" fmla="*/ 71 h 210"/>
                <a:gd name="T26" fmla="*/ 31 w 92"/>
                <a:gd name="T27" fmla="*/ 81 h 210"/>
                <a:gd name="T28" fmla="*/ 43 w 92"/>
                <a:gd name="T29" fmla="*/ 105 h 210"/>
                <a:gd name="T30" fmla="*/ 40 w 92"/>
                <a:gd name="T31" fmla="*/ 43 h 210"/>
                <a:gd name="T32" fmla="*/ 26 w 92"/>
                <a:gd name="T33" fmla="*/ 39 h 210"/>
                <a:gd name="T34" fmla="*/ 8 w 92"/>
                <a:gd name="T35" fmla="*/ 27 h 210"/>
                <a:gd name="T36" fmla="*/ 0 w 92"/>
                <a:gd name="T37" fmla="*/ 0 h 210"/>
                <a:gd name="T38" fmla="*/ 7 w 92"/>
                <a:gd name="T39" fmla="*/ 0 h 210"/>
                <a:gd name="T40" fmla="*/ 23 w 92"/>
                <a:gd name="T41" fmla="*/ 5 h 210"/>
                <a:gd name="T42" fmla="*/ 39 w 92"/>
                <a:gd name="T43" fmla="*/ 23 h 210"/>
                <a:gd name="T44" fmla="*/ 62 w 92"/>
                <a:gd name="T45" fmla="*/ 38 h 210"/>
                <a:gd name="T46" fmla="*/ 67 w 92"/>
                <a:gd name="T47" fmla="*/ 24 h 210"/>
                <a:gd name="T48" fmla="*/ 82 w 92"/>
                <a:gd name="T49" fmla="*/ 8 h 210"/>
                <a:gd name="T50" fmla="*/ 108 w 92"/>
                <a:gd name="T51" fmla="*/ 0 h 210"/>
                <a:gd name="T52" fmla="*/ 106 w 92"/>
                <a:gd name="T53" fmla="*/ 8 h 210"/>
                <a:gd name="T54" fmla="*/ 98 w 92"/>
                <a:gd name="T55" fmla="*/ 25 h 210"/>
                <a:gd name="T56" fmla="*/ 79 w 92"/>
                <a:gd name="T57" fmla="*/ 40 h 210"/>
                <a:gd name="T58" fmla="*/ 65 w 92"/>
                <a:gd name="T59" fmla="*/ 108 h 210"/>
                <a:gd name="T60" fmla="*/ 66 w 92"/>
                <a:gd name="T61" fmla="*/ 105 h 210"/>
                <a:gd name="T62" fmla="*/ 75 w 92"/>
                <a:gd name="T63" fmla="*/ 100 h 210"/>
                <a:gd name="T64" fmla="*/ 97 w 92"/>
                <a:gd name="T65" fmla="*/ 92 h 210"/>
                <a:gd name="T66" fmla="*/ 96 w 92"/>
                <a:gd name="T67" fmla="*/ 98 h 210"/>
                <a:gd name="T68" fmla="*/ 89 w 92"/>
                <a:gd name="T69" fmla="*/ 105 h 210"/>
                <a:gd name="T70" fmla="*/ 75 w 92"/>
                <a:gd name="T71" fmla="*/ 111 h 210"/>
                <a:gd name="T72" fmla="*/ 65 w 92"/>
                <a:gd name="T73" fmla="*/ 194 h 21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0" t="0" r="r" b="b"/>
              <a:pathLst>
                <a:path w="92" h="210">
                  <a:moveTo>
                    <a:pt x="43" y="210"/>
                  </a:moveTo>
                  <a:lnTo>
                    <a:pt x="43" y="162"/>
                  </a:lnTo>
                  <a:lnTo>
                    <a:pt x="40" y="162"/>
                  </a:lnTo>
                  <a:lnTo>
                    <a:pt x="36" y="160"/>
                  </a:lnTo>
                  <a:lnTo>
                    <a:pt x="30" y="159"/>
                  </a:lnTo>
                  <a:lnTo>
                    <a:pt x="23" y="155"/>
                  </a:lnTo>
                  <a:lnTo>
                    <a:pt x="16" y="150"/>
                  </a:lnTo>
                  <a:lnTo>
                    <a:pt x="12" y="141"/>
                  </a:lnTo>
                  <a:lnTo>
                    <a:pt x="11" y="129"/>
                  </a:lnTo>
                  <a:lnTo>
                    <a:pt x="12" y="129"/>
                  </a:lnTo>
                  <a:lnTo>
                    <a:pt x="16" y="129"/>
                  </a:lnTo>
                  <a:lnTo>
                    <a:pt x="23" y="132"/>
                  </a:lnTo>
                  <a:lnTo>
                    <a:pt x="31" y="137"/>
                  </a:lnTo>
                  <a:lnTo>
                    <a:pt x="38" y="145"/>
                  </a:lnTo>
                  <a:lnTo>
                    <a:pt x="43" y="159"/>
                  </a:lnTo>
                  <a:lnTo>
                    <a:pt x="43" y="108"/>
                  </a:lnTo>
                  <a:lnTo>
                    <a:pt x="40" y="108"/>
                  </a:lnTo>
                  <a:lnTo>
                    <a:pt x="35" y="106"/>
                  </a:lnTo>
                  <a:lnTo>
                    <a:pt x="28" y="105"/>
                  </a:lnTo>
                  <a:lnTo>
                    <a:pt x="20" y="101"/>
                  </a:lnTo>
                  <a:lnTo>
                    <a:pt x="12" y="94"/>
                  </a:lnTo>
                  <a:lnTo>
                    <a:pt x="7" y="83"/>
                  </a:lnTo>
                  <a:lnTo>
                    <a:pt x="5" y="70"/>
                  </a:lnTo>
                  <a:lnTo>
                    <a:pt x="7" y="70"/>
                  </a:lnTo>
                  <a:lnTo>
                    <a:pt x="11" y="70"/>
                  </a:lnTo>
                  <a:lnTo>
                    <a:pt x="17" y="71"/>
                  </a:lnTo>
                  <a:lnTo>
                    <a:pt x="24" y="74"/>
                  </a:lnTo>
                  <a:lnTo>
                    <a:pt x="31" y="81"/>
                  </a:lnTo>
                  <a:lnTo>
                    <a:pt x="38" y="90"/>
                  </a:lnTo>
                  <a:lnTo>
                    <a:pt x="43" y="105"/>
                  </a:lnTo>
                  <a:lnTo>
                    <a:pt x="43" y="43"/>
                  </a:lnTo>
                  <a:lnTo>
                    <a:pt x="40" y="43"/>
                  </a:lnTo>
                  <a:lnTo>
                    <a:pt x="34" y="42"/>
                  </a:lnTo>
                  <a:lnTo>
                    <a:pt x="26" y="39"/>
                  </a:lnTo>
                  <a:lnTo>
                    <a:pt x="16" y="35"/>
                  </a:lnTo>
                  <a:lnTo>
                    <a:pt x="8" y="27"/>
                  </a:lnTo>
                  <a:lnTo>
                    <a:pt x="1" y="16"/>
                  </a:lnTo>
                  <a:lnTo>
                    <a:pt x="0" y="0"/>
                  </a:lnTo>
                  <a:lnTo>
                    <a:pt x="1" y="0"/>
                  </a:lnTo>
                  <a:lnTo>
                    <a:pt x="7" y="0"/>
                  </a:lnTo>
                  <a:lnTo>
                    <a:pt x="13" y="1"/>
                  </a:lnTo>
                  <a:lnTo>
                    <a:pt x="23" y="5"/>
                  </a:lnTo>
                  <a:lnTo>
                    <a:pt x="31" y="12"/>
                  </a:lnTo>
                  <a:lnTo>
                    <a:pt x="39" y="23"/>
                  </a:lnTo>
                  <a:lnTo>
                    <a:pt x="46" y="40"/>
                  </a:lnTo>
                  <a:lnTo>
                    <a:pt x="46" y="38"/>
                  </a:lnTo>
                  <a:lnTo>
                    <a:pt x="49" y="32"/>
                  </a:lnTo>
                  <a:lnTo>
                    <a:pt x="51" y="24"/>
                  </a:lnTo>
                  <a:lnTo>
                    <a:pt x="58" y="15"/>
                  </a:lnTo>
                  <a:lnTo>
                    <a:pt x="66" y="8"/>
                  </a:lnTo>
                  <a:lnTo>
                    <a:pt x="77" y="1"/>
                  </a:lnTo>
                  <a:lnTo>
                    <a:pt x="92" y="0"/>
                  </a:lnTo>
                  <a:lnTo>
                    <a:pt x="92" y="1"/>
                  </a:lnTo>
                  <a:lnTo>
                    <a:pt x="90" y="8"/>
                  </a:lnTo>
                  <a:lnTo>
                    <a:pt x="88" y="16"/>
                  </a:lnTo>
                  <a:lnTo>
                    <a:pt x="82" y="25"/>
                  </a:lnTo>
                  <a:lnTo>
                    <a:pt x="74" y="34"/>
                  </a:lnTo>
                  <a:lnTo>
                    <a:pt x="63" y="40"/>
                  </a:lnTo>
                  <a:lnTo>
                    <a:pt x="49" y="43"/>
                  </a:lnTo>
                  <a:lnTo>
                    <a:pt x="49" y="124"/>
                  </a:lnTo>
                  <a:lnTo>
                    <a:pt x="49" y="121"/>
                  </a:lnTo>
                  <a:lnTo>
                    <a:pt x="50" y="116"/>
                  </a:lnTo>
                  <a:lnTo>
                    <a:pt x="53" y="108"/>
                  </a:lnTo>
                  <a:lnTo>
                    <a:pt x="59" y="100"/>
                  </a:lnTo>
                  <a:lnTo>
                    <a:pt x="67" y="94"/>
                  </a:lnTo>
                  <a:lnTo>
                    <a:pt x="81" y="92"/>
                  </a:lnTo>
                  <a:lnTo>
                    <a:pt x="81" y="93"/>
                  </a:lnTo>
                  <a:lnTo>
                    <a:pt x="80" y="98"/>
                  </a:lnTo>
                  <a:lnTo>
                    <a:pt x="77" y="106"/>
                  </a:lnTo>
                  <a:lnTo>
                    <a:pt x="73" y="114"/>
                  </a:lnTo>
                  <a:lnTo>
                    <a:pt x="67" y="121"/>
                  </a:lnTo>
                  <a:lnTo>
                    <a:pt x="59" y="127"/>
                  </a:lnTo>
                  <a:lnTo>
                    <a:pt x="49" y="129"/>
                  </a:lnTo>
                  <a:lnTo>
                    <a:pt x="49" y="210"/>
                  </a:lnTo>
                  <a:lnTo>
                    <a:pt x="43" y="210"/>
                  </a:lnTo>
                  <a:close/>
                </a:path>
              </a:pathLst>
            </a:custGeom>
            <a:solidFill>
              <a:srgbClr val="D7D7D7"/>
            </a:solidFill>
            <a:ln w="0">
              <a:solidFill>
                <a:srgbClr val="D7D7D7"/>
              </a:solidFill>
              <a:prstDash val="solid"/>
              <a:round/>
              <a:headEnd/>
              <a:tailEnd/>
            </a:ln>
          </p:spPr>
          <p:txBody>
            <a:bodyPr/>
            <a:lstStyle/>
            <a:p>
              <a:pPr algn="l" rtl="0" eaLnBrk="0" fontAlgn="base" hangingPunct="0">
                <a:spcBef>
                  <a:spcPct val="0"/>
                </a:spcBef>
                <a:spcAft>
                  <a:spcPct val="0"/>
                </a:spcAft>
              </a:pPr>
              <a:endParaRPr lang="fa-IR">
                <a:solidFill>
                  <a:srgbClr val="DDE89A"/>
                </a:solidFill>
                <a:latin typeface="Calibri" pitchFamily="34" charset="0"/>
                <a:cs typeface="B Mitra" pitchFamily="2" charset="-78"/>
              </a:endParaRPr>
            </a:p>
          </p:txBody>
        </p:sp>
        <p:sp>
          <p:nvSpPr>
            <p:cNvPr id="23" name="Freeform 16"/>
            <p:cNvSpPr>
              <a:spLocks/>
            </p:cNvSpPr>
            <p:nvPr/>
          </p:nvSpPr>
          <p:spPr bwMode="gray">
            <a:xfrm>
              <a:off x="1567" y="302"/>
              <a:ext cx="128" cy="293"/>
            </a:xfrm>
            <a:custGeom>
              <a:avLst/>
              <a:gdLst>
                <a:gd name="T0" fmla="*/ 61 w 128"/>
                <a:gd name="T1" fmla="*/ 241 h 292"/>
                <a:gd name="T2" fmla="*/ 54 w 128"/>
                <a:gd name="T3" fmla="*/ 241 h 292"/>
                <a:gd name="T4" fmla="*/ 38 w 128"/>
                <a:gd name="T5" fmla="*/ 235 h 292"/>
                <a:gd name="T6" fmla="*/ 23 w 128"/>
                <a:gd name="T7" fmla="*/ 222 h 292"/>
                <a:gd name="T8" fmla="*/ 15 w 128"/>
                <a:gd name="T9" fmla="*/ 196 h 292"/>
                <a:gd name="T10" fmla="*/ 23 w 128"/>
                <a:gd name="T11" fmla="*/ 196 h 292"/>
                <a:gd name="T12" fmla="*/ 38 w 128"/>
                <a:gd name="T13" fmla="*/ 202 h 292"/>
                <a:gd name="T14" fmla="*/ 54 w 128"/>
                <a:gd name="T15" fmla="*/ 221 h 292"/>
                <a:gd name="T16" fmla="*/ 61 w 128"/>
                <a:gd name="T17" fmla="*/ 167 h 292"/>
                <a:gd name="T18" fmla="*/ 52 w 128"/>
                <a:gd name="T19" fmla="*/ 165 h 292"/>
                <a:gd name="T20" fmla="*/ 34 w 128"/>
                <a:gd name="T21" fmla="*/ 144 h 292"/>
                <a:gd name="T22" fmla="*/ 16 w 128"/>
                <a:gd name="T23" fmla="*/ 128 h 292"/>
                <a:gd name="T24" fmla="*/ 8 w 128"/>
                <a:gd name="T25" fmla="*/ 98 h 292"/>
                <a:gd name="T26" fmla="*/ 15 w 128"/>
                <a:gd name="T27" fmla="*/ 97 h 292"/>
                <a:gd name="T28" fmla="*/ 29 w 128"/>
                <a:gd name="T29" fmla="*/ 101 h 292"/>
                <a:gd name="T30" fmla="*/ 47 w 128"/>
                <a:gd name="T31" fmla="*/ 116 h 292"/>
                <a:gd name="T32" fmla="*/ 61 w 128"/>
                <a:gd name="T33" fmla="*/ 163 h 292"/>
                <a:gd name="T34" fmla="*/ 58 w 128"/>
                <a:gd name="T35" fmla="*/ 60 h 292"/>
                <a:gd name="T36" fmla="*/ 44 w 128"/>
                <a:gd name="T37" fmla="*/ 58 h 292"/>
                <a:gd name="T38" fmla="*/ 25 w 128"/>
                <a:gd name="T39" fmla="*/ 50 h 292"/>
                <a:gd name="T40" fmla="*/ 8 w 128"/>
                <a:gd name="T41" fmla="*/ 32 h 292"/>
                <a:gd name="T42" fmla="*/ 0 w 128"/>
                <a:gd name="T43" fmla="*/ 0 h 292"/>
                <a:gd name="T44" fmla="*/ 8 w 128"/>
                <a:gd name="T45" fmla="*/ 0 h 292"/>
                <a:gd name="T46" fmla="*/ 27 w 128"/>
                <a:gd name="T47" fmla="*/ 5 h 292"/>
                <a:gd name="T48" fmla="*/ 48 w 128"/>
                <a:gd name="T49" fmla="*/ 21 h 292"/>
                <a:gd name="T50" fmla="*/ 65 w 128"/>
                <a:gd name="T51" fmla="*/ 56 h 292"/>
                <a:gd name="T52" fmla="*/ 66 w 128"/>
                <a:gd name="T53" fmla="*/ 48 h 292"/>
                <a:gd name="T54" fmla="*/ 77 w 128"/>
                <a:gd name="T55" fmla="*/ 28 h 292"/>
                <a:gd name="T56" fmla="*/ 96 w 128"/>
                <a:gd name="T57" fmla="*/ 9 h 292"/>
                <a:gd name="T58" fmla="*/ 128 w 128"/>
                <a:gd name="T59" fmla="*/ 0 h 292"/>
                <a:gd name="T60" fmla="*/ 127 w 128"/>
                <a:gd name="T61" fmla="*/ 9 h 292"/>
                <a:gd name="T62" fmla="*/ 119 w 128"/>
                <a:gd name="T63" fmla="*/ 31 h 292"/>
                <a:gd name="T64" fmla="*/ 101 w 128"/>
                <a:gd name="T65" fmla="*/ 51 h 292"/>
                <a:gd name="T66" fmla="*/ 67 w 128"/>
                <a:gd name="T67" fmla="*/ 60 h 292"/>
                <a:gd name="T68" fmla="*/ 69 w 128"/>
                <a:gd name="T69" fmla="*/ 186 h 292"/>
                <a:gd name="T70" fmla="*/ 73 w 128"/>
                <a:gd name="T71" fmla="*/ 171 h 292"/>
                <a:gd name="T72" fmla="*/ 86 w 128"/>
                <a:gd name="T73" fmla="*/ 136 h 292"/>
                <a:gd name="T74" fmla="*/ 113 w 128"/>
                <a:gd name="T75" fmla="*/ 128 h 292"/>
                <a:gd name="T76" fmla="*/ 112 w 128"/>
                <a:gd name="T77" fmla="*/ 136 h 292"/>
                <a:gd name="T78" fmla="*/ 105 w 128"/>
                <a:gd name="T79" fmla="*/ 169 h 292"/>
                <a:gd name="T80" fmla="*/ 92 w 128"/>
                <a:gd name="T81" fmla="*/ 188 h 292"/>
                <a:gd name="T82" fmla="*/ 67 w 128"/>
                <a:gd name="T83" fmla="*/ 196 h 292"/>
                <a:gd name="T84" fmla="*/ 61 w 128"/>
                <a:gd name="T85" fmla="*/ 308 h 292"/>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128" h="292">
                  <a:moveTo>
                    <a:pt x="61" y="292"/>
                  </a:moveTo>
                  <a:lnTo>
                    <a:pt x="61" y="225"/>
                  </a:lnTo>
                  <a:lnTo>
                    <a:pt x="58" y="225"/>
                  </a:lnTo>
                  <a:lnTo>
                    <a:pt x="54" y="225"/>
                  </a:lnTo>
                  <a:lnTo>
                    <a:pt x="46" y="222"/>
                  </a:lnTo>
                  <a:lnTo>
                    <a:pt x="38" y="219"/>
                  </a:lnTo>
                  <a:lnTo>
                    <a:pt x="29" y="214"/>
                  </a:lnTo>
                  <a:lnTo>
                    <a:pt x="23" y="206"/>
                  </a:lnTo>
                  <a:lnTo>
                    <a:pt x="17" y="195"/>
                  </a:lnTo>
                  <a:lnTo>
                    <a:pt x="15" y="180"/>
                  </a:lnTo>
                  <a:lnTo>
                    <a:pt x="17" y="180"/>
                  </a:lnTo>
                  <a:lnTo>
                    <a:pt x="23" y="180"/>
                  </a:lnTo>
                  <a:lnTo>
                    <a:pt x="29" y="182"/>
                  </a:lnTo>
                  <a:lnTo>
                    <a:pt x="38" y="186"/>
                  </a:lnTo>
                  <a:lnTo>
                    <a:pt x="47" y="194"/>
                  </a:lnTo>
                  <a:lnTo>
                    <a:pt x="54" y="205"/>
                  </a:lnTo>
                  <a:lnTo>
                    <a:pt x="61" y="221"/>
                  </a:lnTo>
                  <a:lnTo>
                    <a:pt x="61" y="151"/>
                  </a:lnTo>
                  <a:lnTo>
                    <a:pt x="58" y="149"/>
                  </a:lnTo>
                  <a:lnTo>
                    <a:pt x="52" y="149"/>
                  </a:lnTo>
                  <a:lnTo>
                    <a:pt x="44" y="147"/>
                  </a:lnTo>
                  <a:lnTo>
                    <a:pt x="34" y="144"/>
                  </a:lnTo>
                  <a:lnTo>
                    <a:pt x="24" y="137"/>
                  </a:lnTo>
                  <a:lnTo>
                    <a:pt x="16" y="128"/>
                  </a:lnTo>
                  <a:lnTo>
                    <a:pt x="11" y="114"/>
                  </a:lnTo>
                  <a:lnTo>
                    <a:pt x="8" y="98"/>
                  </a:lnTo>
                  <a:lnTo>
                    <a:pt x="9" y="97"/>
                  </a:lnTo>
                  <a:lnTo>
                    <a:pt x="15" y="97"/>
                  </a:lnTo>
                  <a:lnTo>
                    <a:pt x="21" y="98"/>
                  </a:lnTo>
                  <a:lnTo>
                    <a:pt x="29" y="101"/>
                  </a:lnTo>
                  <a:lnTo>
                    <a:pt x="39" y="106"/>
                  </a:lnTo>
                  <a:lnTo>
                    <a:pt x="47" y="116"/>
                  </a:lnTo>
                  <a:lnTo>
                    <a:pt x="55" y="128"/>
                  </a:lnTo>
                  <a:lnTo>
                    <a:pt x="61" y="147"/>
                  </a:lnTo>
                  <a:lnTo>
                    <a:pt x="61" y="60"/>
                  </a:lnTo>
                  <a:lnTo>
                    <a:pt x="58" y="60"/>
                  </a:lnTo>
                  <a:lnTo>
                    <a:pt x="52" y="59"/>
                  </a:lnTo>
                  <a:lnTo>
                    <a:pt x="44" y="58"/>
                  </a:lnTo>
                  <a:lnTo>
                    <a:pt x="35" y="55"/>
                  </a:lnTo>
                  <a:lnTo>
                    <a:pt x="25" y="50"/>
                  </a:lnTo>
                  <a:lnTo>
                    <a:pt x="16" y="43"/>
                  </a:lnTo>
                  <a:lnTo>
                    <a:pt x="8" y="32"/>
                  </a:lnTo>
                  <a:lnTo>
                    <a:pt x="3" y="19"/>
                  </a:lnTo>
                  <a:lnTo>
                    <a:pt x="0" y="0"/>
                  </a:lnTo>
                  <a:lnTo>
                    <a:pt x="3" y="0"/>
                  </a:lnTo>
                  <a:lnTo>
                    <a:pt x="8" y="0"/>
                  </a:lnTo>
                  <a:lnTo>
                    <a:pt x="16" y="1"/>
                  </a:lnTo>
                  <a:lnTo>
                    <a:pt x="27" y="5"/>
                  </a:lnTo>
                  <a:lnTo>
                    <a:pt x="38" y="10"/>
                  </a:lnTo>
                  <a:lnTo>
                    <a:pt x="48" y="21"/>
                  </a:lnTo>
                  <a:lnTo>
                    <a:pt x="56" y="36"/>
                  </a:lnTo>
                  <a:lnTo>
                    <a:pt x="65" y="56"/>
                  </a:lnTo>
                  <a:lnTo>
                    <a:pt x="65" y="54"/>
                  </a:lnTo>
                  <a:lnTo>
                    <a:pt x="66" y="48"/>
                  </a:lnTo>
                  <a:lnTo>
                    <a:pt x="70" y="39"/>
                  </a:lnTo>
                  <a:lnTo>
                    <a:pt x="77" y="28"/>
                  </a:lnTo>
                  <a:lnTo>
                    <a:pt x="85" y="19"/>
                  </a:lnTo>
                  <a:lnTo>
                    <a:pt x="96" y="9"/>
                  </a:lnTo>
                  <a:lnTo>
                    <a:pt x="110" y="2"/>
                  </a:lnTo>
                  <a:lnTo>
                    <a:pt x="128" y="0"/>
                  </a:lnTo>
                  <a:lnTo>
                    <a:pt x="128" y="2"/>
                  </a:lnTo>
                  <a:lnTo>
                    <a:pt x="127" y="9"/>
                  </a:lnTo>
                  <a:lnTo>
                    <a:pt x="124" y="19"/>
                  </a:lnTo>
                  <a:lnTo>
                    <a:pt x="119" y="31"/>
                  </a:lnTo>
                  <a:lnTo>
                    <a:pt x="112" y="41"/>
                  </a:lnTo>
                  <a:lnTo>
                    <a:pt x="101" y="51"/>
                  </a:lnTo>
                  <a:lnTo>
                    <a:pt x="86" y="58"/>
                  </a:lnTo>
                  <a:lnTo>
                    <a:pt x="67" y="60"/>
                  </a:lnTo>
                  <a:lnTo>
                    <a:pt x="67" y="172"/>
                  </a:lnTo>
                  <a:lnTo>
                    <a:pt x="69" y="170"/>
                  </a:lnTo>
                  <a:lnTo>
                    <a:pt x="70" y="164"/>
                  </a:lnTo>
                  <a:lnTo>
                    <a:pt x="73" y="155"/>
                  </a:lnTo>
                  <a:lnTo>
                    <a:pt x="78" y="145"/>
                  </a:lnTo>
                  <a:lnTo>
                    <a:pt x="86" y="136"/>
                  </a:lnTo>
                  <a:lnTo>
                    <a:pt x="97" y="130"/>
                  </a:lnTo>
                  <a:lnTo>
                    <a:pt x="113" y="128"/>
                  </a:lnTo>
                  <a:lnTo>
                    <a:pt x="113" y="130"/>
                  </a:lnTo>
                  <a:lnTo>
                    <a:pt x="112" y="136"/>
                  </a:lnTo>
                  <a:lnTo>
                    <a:pt x="109" y="144"/>
                  </a:lnTo>
                  <a:lnTo>
                    <a:pt x="105" y="153"/>
                  </a:lnTo>
                  <a:lnTo>
                    <a:pt x="100" y="163"/>
                  </a:lnTo>
                  <a:lnTo>
                    <a:pt x="92" y="172"/>
                  </a:lnTo>
                  <a:lnTo>
                    <a:pt x="82" y="178"/>
                  </a:lnTo>
                  <a:lnTo>
                    <a:pt x="67" y="180"/>
                  </a:lnTo>
                  <a:lnTo>
                    <a:pt x="67" y="292"/>
                  </a:lnTo>
                  <a:lnTo>
                    <a:pt x="61" y="292"/>
                  </a:lnTo>
                  <a:close/>
                </a:path>
              </a:pathLst>
            </a:custGeom>
            <a:solidFill>
              <a:srgbClr val="D7D7D7"/>
            </a:solidFill>
            <a:ln w="0">
              <a:solidFill>
                <a:srgbClr val="D7D7D7"/>
              </a:solidFill>
              <a:prstDash val="solid"/>
              <a:round/>
              <a:headEnd/>
              <a:tailEnd/>
            </a:ln>
          </p:spPr>
          <p:txBody>
            <a:bodyPr/>
            <a:lstStyle/>
            <a:p>
              <a:pPr algn="l" rtl="0" eaLnBrk="0" fontAlgn="base" hangingPunct="0">
                <a:spcBef>
                  <a:spcPct val="0"/>
                </a:spcBef>
                <a:spcAft>
                  <a:spcPct val="0"/>
                </a:spcAft>
              </a:pPr>
              <a:endParaRPr lang="fa-IR">
                <a:solidFill>
                  <a:srgbClr val="DDE89A"/>
                </a:solidFill>
                <a:latin typeface="Calibri" pitchFamily="34" charset="0"/>
                <a:cs typeface="B Mitra" pitchFamily="2" charset="-78"/>
              </a:endParaRPr>
            </a:p>
          </p:txBody>
        </p:sp>
        <p:sp>
          <p:nvSpPr>
            <p:cNvPr id="24" name="Freeform 17"/>
            <p:cNvSpPr>
              <a:spLocks/>
            </p:cNvSpPr>
            <p:nvPr/>
          </p:nvSpPr>
          <p:spPr bwMode="gray">
            <a:xfrm>
              <a:off x="2599" y="339"/>
              <a:ext cx="68" cy="254"/>
            </a:xfrm>
            <a:custGeom>
              <a:avLst/>
              <a:gdLst>
                <a:gd name="T0" fmla="*/ 31 w 68"/>
                <a:gd name="T1" fmla="*/ 132 h 257"/>
                <a:gd name="T2" fmla="*/ 23 w 68"/>
                <a:gd name="T3" fmla="*/ 131 h 257"/>
                <a:gd name="T4" fmla="*/ 8 w 68"/>
                <a:gd name="T5" fmla="*/ 125 h 257"/>
                <a:gd name="T6" fmla="*/ 0 w 68"/>
                <a:gd name="T7" fmla="*/ 114 h 257"/>
                <a:gd name="T8" fmla="*/ 7 w 68"/>
                <a:gd name="T9" fmla="*/ 114 h 257"/>
                <a:gd name="T10" fmla="*/ 22 w 68"/>
                <a:gd name="T11" fmla="*/ 117 h 257"/>
                <a:gd name="T12" fmla="*/ 31 w 68"/>
                <a:gd name="T13" fmla="*/ 128 h 257"/>
                <a:gd name="T14" fmla="*/ 29 w 68"/>
                <a:gd name="T15" fmla="*/ 85 h 257"/>
                <a:gd name="T16" fmla="*/ 16 w 68"/>
                <a:gd name="T17" fmla="*/ 81 h 257"/>
                <a:gd name="T18" fmla="*/ 3 w 68"/>
                <a:gd name="T19" fmla="*/ 67 h 257"/>
                <a:gd name="T20" fmla="*/ 3 w 68"/>
                <a:gd name="T21" fmla="*/ 54 h 257"/>
                <a:gd name="T22" fmla="*/ 15 w 68"/>
                <a:gd name="T23" fmla="*/ 58 h 257"/>
                <a:gd name="T24" fmla="*/ 27 w 68"/>
                <a:gd name="T25" fmla="*/ 70 h 257"/>
                <a:gd name="T26" fmla="*/ 31 w 68"/>
                <a:gd name="T27" fmla="*/ 31 h 257"/>
                <a:gd name="T28" fmla="*/ 33 w 68"/>
                <a:gd name="T29" fmla="*/ 23 h 257"/>
                <a:gd name="T30" fmla="*/ 41 w 68"/>
                <a:gd name="T31" fmla="*/ 8 h 257"/>
                <a:gd name="T32" fmla="*/ 62 w 68"/>
                <a:gd name="T33" fmla="*/ 0 h 257"/>
                <a:gd name="T34" fmla="*/ 61 w 68"/>
                <a:gd name="T35" fmla="*/ 8 h 257"/>
                <a:gd name="T36" fmla="*/ 53 w 68"/>
                <a:gd name="T37" fmla="*/ 23 h 257"/>
                <a:gd name="T38" fmla="*/ 35 w 68"/>
                <a:gd name="T39" fmla="*/ 31 h 257"/>
                <a:gd name="T40" fmla="*/ 35 w 68"/>
                <a:gd name="T41" fmla="*/ 59 h 257"/>
                <a:gd name="T42" fmla="*/ 39 w 68"/>
                <a:gd name="T43" fmla="*/ 46 h 257"/>
                <a:gd name="T44" fmla="*/ 54 w 68"/>
                <a:gd name="T45" fmla="*/ 42 h 257"/>
                <a:gd name="T46" fmla="*/ 68 w 68"/>
                <a:gd name="T47" fmla="*/ 42 h 257"/>
                <a:gd name="T48" fmla="*/ 66 w 68"/>
                <a:gd name="T49" fmla="*/ 43 h 257"/>
                <a:gd name="T50" fmla="*/ 58 w 68"/>
                <a:gd name="T51" fmla="*/ 56 h 257"/>
                <a:gd name="T52" fmla="*/ 35 w 68"/>
                <a:gd name="T53" fmla="*/ 66 h 257"/>
                <a:gd name="T54" fmla="*/ 35 w 68"/>
                <a:gd name="T55" fmla="*/ 119 h 257"/>
                <a:gd name="T56" fmla="*/ 38 w 68"/>
                <a:gd name="T57" fmla="*/ 114 h 257"/>
                <a:gd name="T58" fmla="*/ 49 w 68"/>
                <a:gd name="T59" fmla="*/ 106 h 257"/>
                <a:gd name="T60" fmla="*/ 60 w 68"/>
                <a:gd name="T61" fmla="*/ 106 h 257"/>
                <a:gd name="T62" fmla="*/ 58 w 68"/>
                <a:gd name="T63" fmla="*/ 114 h 257"/>
                <a:gd name="T64" fmla="*/ 47 w 68"/>
                <a:gd name="T65" fmla="*/ 120 h 257"/>
                <a:gd name="T66" fmla="*/ 35 w 68"/>
                <a:gd name="T67" fmla="*/ 210 h 257"/>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68" h="257">
                  <a:moveTo>
                    <a:pt x="31" y="257"/>
                  </a:moveTo>
                  <a:lnTo>
                    <a:pt x="31" y="164"/>
                  </a:lnTo>
                  <a:lnTo>
                    <a:pt x="29" y="163"/>
                  </a:lnTo>
                  <a:lnTo>
                    <a:pt x="23" y="163"/>
                  </a:lnTo>
                  <a:lnTo>
                    <a:pt x="16" y="160"/>
                  </a:lnTo>
                  <a:lnTo>
                    <a:pt x="8" y="155"/>
                  </a:lnTo>
                  <a:lnTo>
                    <a:pt x="3" y="145"/>
                  </a:lnTo>
                  <a:lnTo>
                    <a:pt x="0" y="132"/>
                  </a:lnTo>
                  <a:lnTo>
                    <a:pt x="3" y="132"/>
                  </a:lnTo>
                  <a:lnTo>
                    <a:pt x="7" y="132"/>
                  </a:lnTo>
                  <a:lnTo>
                    <a:pt x="15" y="135"/>
                  </a:lnTo>
                  <a:lnTo>
                    <a:pt x="22" y="139"/>
                  </a:lnTo>
                  <a:lnTo>
                    <a:pt x="27" y="147"/>
                  </a:lnTo>
                  <a:lnTo>
                    <a:pt x="31" y="160"/>
                  </a:lnTo>
                  <a:lnTo>
                    <a:pt x="31" y="101"/>
                  </a:lnTo>
                  <a:lnTo>
                    <a:pt x="29" y="101"/>
                  </a:lnTo>
                  <a:lnTo>
                    <a:pt x="23" y="99"/>
                  </a:lnTo>
                  <a:lnTo>
                    <a:pt x="16" y="97"/>
                  </a:lnTo>
                  <a:lnTo>
                    <a:pt x="8" y="91"/>
                  </a:lnTo>
                  <a:lnTo>
                    <a:pt x="3" y="83"/>
                  </a:lnTo>
                  <a:lnTo>
                    <a:pt x="0" y="70"/>
                  </a:lnTo>
                  <a:lnTo>
                    <a:pt x="3" y="70"/>
                  </a:lnTo>
                  <a:lnTo>
                    <a:pt x="7" y="71"/>
                  </a:lnTo>
                  <a:lnTo>
                    <a:pt x="15" y="74"/>
                  </a:lnTo>
                  <a:lnTo>
                    <a:pt x="22" y="78"/>
                  </a:lnTo>
                  <a:lnTo>
                    <a:pt x="27" y="86"/>
                  </a:lnTo>
                  <a:lnTo>
                    <a:pt x="31" y="97"/>
                  </a:lnTo>
                  <a:lnTo>
                    <a:pt x="31" y="31"/>
                  </a:lnTo>
                  <a:lnTo>
                    <a:pt x="31" y="28"/>
                  </a:lnTo>
                  <a:lnTo>
                    <a:pt x="33" y="23"/>
                  </a:lnTo>
                  <a:lnTo>
                    <a:pt x="35" y="15"/>
                  </a:lnTo>
                  <a:lnTo>
                    <a:pt x="41" y="8"/>
                  </a:lnTo>
                  <a:lnTo>
                    <a:pt x="50" y="2"/>
                  </a:lnTo>
                  <a:lnTo>
                    <a:pt x="62" y="0"/>
                  </a:lnTo>
                  <a:lnTo>
                    <a:pt x="62" y="2"/>
                  </a:lnTo>
                  <a:lnTo>
                    <a:pt x="61" y="8"/>
                  </a:lnTo>
                  <a:lnTo>
                    <a:pt x="58" y="15"/>
                  </a:lnTo>
                  <a:lnTo>
                    <a:pt x="53" y="23"/>
                  </a:lnTo>
                  <a:lnTo>
                    <a:pt x="46" y="28"/>
                  </a:lnTo>
                  <a:lnTo>
                    <a:pt x="35" y="31"/>
                  </a:lnTo>
                  <a:lnTo>
                    <a:pt x="35" y="78"/>
                  </a:lnTo>
                  <a:lnTo>
                    <a:pt x="35" y="75"/>
                  </a:lnTo>
                  <a:lnTo>
                    <a:pt x="37" y="70"/>
                  </a:lnTo>
                  <a:lnTo>
                    <a:pt x="39" y="62"/>
                  </a:lnTo>
                  <a:lnTo>
                    <a:pt x="45" y="55"/>
                  </a:lnTo>
                  <a:lnTo>
                    <a:pt x="54" y="48"/>
                  </a:lnTo>
                  <a:lnTo>
                    <a:pt x="66" y="47"/>
                  </a:lnTo>
                  <a:lnTo>
                    <a:pt x="68" y="48"/>
                  </a:lnTo>
                  <a:lnTo>
                    <a:pt x="68" y="52"/>
                  </a:lnTo>
                  <a:lnTo>
                    <a:pt x="66" y="59"/>
                  </a:lnTo>
                  <a:lnTo>
                    <a:pt x="64" y="66"/>
                  </a:lnTo>
                  <a:lnTo>
                    <a:pt x="58" y="72"/>
                  </a:lnTo>
                  <a:lnTo>
                    <a:pt x="50" y="78"/>
                  </a:lnTo>
                  <a:lnTo>
                    <a:pt x="35" y="82"/>
                  </a:lnTo>
                  <a:lnTo>
                    <a:pt x="35" y="144"/>
                  </a:lnTo>
                  <a:lnTo>
                    <a:pt x="35" y="143"/>
                  </a:lnTo>
                  <a:lnTo>
                    <a:pt x="37" y="139"/>
                  </a:lnTo>
                  <a:lnTo>
                    <a:pt x="38" y="132"/>
                  </a:lnTo>
                  <a:lnTo>
                    <a:pt x="42" y="126"/>
                  </a:lnTo>
                  <a:lnTo>
                    <a:pt x="49" y="122"/>
                  </a:lnTo>
                  <a:lnTo>
                    <a:pt x="58" y="121"/>
                  </a:lnTo>
                  <a:lnTo>
                    <a:pt x="60" y="122"/>
                  </a:lnTo>
                  <a:lnTo>
                    <a:pt x="60" y="126"/>
                  </a:lnTo>
                  <a:lnTo>
                    <a:pt x="58" y="133"/>
                  </a:lnTo>
                  <a:lnTo>
                    <a:pt x="56" y="139"/>
                  </a:lnTo>
                  <a:lnTo>
                    <a:pt x="47" y="144"/>
                  </a:lnTo>
                  <a:lnTo>
                    <a:pt x="35" y="148"/>
                  </a:lnTo>
                  <a:lnTo>
                    <a:pt x="35" y="257"/>
                  </a:lnTo>
                  <a:lnTo>
                    <a:pt x="31" y="257"/>
                  </a:lnTo>
                  <a:close/>
                </a:path>
              </a:pathLst>
            </a:custGeom>
            <a:solidFill>
              <a:srgbClr val="D7D7D7"/>
            </a:solidFill>
            <a:ln w="0">
              <a:solidFill>
                <a:srgbClr val="D7D7D7"/>
              </a:solidFill>
              <a:prstDash val="solid"/>
              <a:round/>
              <a:headEnd/>
              <a:tailEnd/>
            </a:ln>
          </p:spPr>
          <p:txBody>
            <a:bodyPr/>
            <a:lstStyle/>
            <a:p>
              <a:pPr algn="l" rtl="0" eaLnBrk="0" fontAlgn="base" hangingPunct="0">
                <a:spcBef>
                  <a:spcPct val="0"/>
                </a:spcBef>
                <a:spcAft>
                  <a:spcPct val="0"/>
                </a:spcAft>
              </a:pPr>
              <a:endParaRPr lang="fa-IR">
                <a:solidFill>
                  <a:srgbClr val="DDE89A"/>
                </a:solidFill>
                <a:latin typeface="Calibri" pitchFamily="34" charset="0"/>
                <a:cs typeface="B Mitra" pitchFamily="2" charset="-78"/>
              </a:endParaRPr>
            </a:p>
          </p:txBody>
        </p:sp>
        <p:sp>
          <p:nvSpPr>
            <p:cNvPr id="25" name="Freeform 18"/>
            <p:cNvSpPr>
              <a:spLocks/>
            </p:cNvSpPr>
            <p:nvPr/>
          </p:nvSpPr>
          <p:spPr bwMode="gray">
            <a:xfrm>
              <a:off x="1674" y="167"/>
              <a:ext cx="111" cy="425"/>
            </a:xfrm>
            <a:custGeom>
              <a:avLst/>
              <a:gdLst>
                <a:gd name="T0" fmla="*/ 52 w 111"/>
                <a:gd name="T1" fmla="*/ 272 h 425"/>
                <a:gd name="T2" fmla="*/ 44 w 111"/>
                <a:gd name="T3" fmla="*/ 270 h 425"/>
                <a:gd name="T4" fmla="*/ 26 w 111"/>
                <a:gd name="T5" fmla="*/ 265 h 425"/>
                <a:gd name="T6" fmla="*/ 8 w 111"/>
                <a:gd name="T7" fmla="*/ 249 h 425"/>
                <a:gd name="T8" fmla="*/ 0 w 111"/>
                <a:gd name="T9" fmla="*/ 219 h 425"/>
                <a:gd name="T10" fmla="*/ 8 w 111"/>
                <a:gd name="T11" fmla="*/ 219 h 425"/>
                <a:gd name="T12" fmla="*/ 25 w 111"/>
                <a:gd name="T13" fmla="*/ 223 h 425"/>
                <a:gd name="T14" fmla="*/ 41 w 111"/>
                <a:gd name="T15" fmla="*/ 235 h 425"/>
                <a:gd name="T16" fmla="*/ 52 w 111"/>
                <a:gd name="T17" fmla="*/ 265 h 425"/>
                <a:gd name="T18" fmla="*/ 50 w 111"/>
                <a:gd name="T19" fmla="*/ 168 h 425"/>
                <a:gd name="T20" fmla="*/ 35 w 111"/>
                <a:gd name="T21" fmla="*/ 165 h 425"/>
                <a:gd name="T22" fmla="*/ 17 w 111"/>
                <a:gd name="T23" fmla="*/ 156 h 425"/>
                <a:gd name="T24" fmla="*/ 3 w 111"/>
                <a:gd name="T25" fmla="*/ 134 h 425"/>
                <a:gd name="T26" fmla="*/ 3 w 111"/>
                <a:gd name="T27" fmla="*/ 116 h 425"/>
                <a:gd name="T28" fmla="*/ 19 w 111"/>
                <a:gd name="T29" fmla="*/ 120 h 425"/>
                <a:gd name="T30" fmla="*/ 39 w 111"/>
                <a:gd name="T31" fmla="*/ 133 h 425"/>
                <a:gd name="T32" fmla="*/ 52 w 111"/>
                <a:gd name="T33" fmla="*/ 161 h 425"/>
                <a:gd name="T34" fmla="*/ 53 w 111"/>
                <a:gd name="T35" fmla="*/ 50 h 425"/>
                <a:gd name="T36" fmla="*/ 54 w 111"/>
                <a:gd name="T37" fmla="*/ 36 h 425"/>
                <a:gd name="T38" fmla="*/ 65 w 111"/>
                <a:gd name="T39" fmla="*/ 17 h 425"/>
                <a:gd name="T40" fmla="*/ 87 w 111"/>
                <a:gd name="T41" fmla="*/ 3 h 425"/>
                <a:gd name="T42" fmla="*/ 103 w 111"/>
                <a:gd name="T43" fmla="*/ 3 h 425"/>
                <a:gd name="T44" fmla="*/ 99 w 111"/>
                <a:gd name="T45" fmla="*/ 21 h 425"/>
                <a:gd name="T46" fmla="*/ 84 w 111"/>
                <a:gd name="T47" fmla="*/ 42 h 425"/>
                <a:gd name="T48" fmla="*/ 58 w 111"/>
                <a:gd name="T49" fmla="*/ 52 h 425"/>
                <a:gd name="T50" fmla="*/ 58 w 111"/>
                <a:gd name="T51" fmla="*/ 127 h 425"/>
                <a:gd name="T52" fmla="*/ 61 w 111"/>
                <a:gd name="T53" fmla="*/ 112 h 425"/>
                <a:gd name="T54" fmla="*/ 72 w 111"/>
                <a:gd name="T55" fmla="*/ 94 h 425"/>
                <a:gd name="T56" fmla="*/ 93 w 111"/>
                <a:gd name="T57" fmla="*/ 80 h 425"/>
                <a:gd name="T58" fmla="*/ 111 w 111"/>
                <a:gd name="T59" fmla="*/ 80 h 425"/>
                <a:gd name="T60" fmla="*/ 111 w 111"/>
                <a:gd name="T61" fmla="*/ 91 h 425"/>
                <a:gd name="T62" fmla="*/ 107 w 111"/>
                <a:gd name="T63" fmla="*/ 108 h 425"/>
                <a:gd name="T64" fmla="*/ 91 w 111"/>
                <a:gd name="T65" fmla="*/ 126 h 425"/>
                <a:gd name="T66" fmla="*/ 58 w 111"/>
                <a:gd name="T67" fmla="*/ 135 h 425"/>
                <a:gd name="T68" fmla="*/ 58 w 111"/>
                <a:gd name="T69" fmla="*/ 236 h 425"/>
                <a:gd name="T70" fmla="*/ 61 w 111"/>
                <a:gd name="T71" fmla="*/ 223 h 425"/>
                <a:gd name="T72" fmla="*/ 73 w 111"/>
                <a:gd name="T73" fmla="*/ 208 h 425"/>
                <a:gd name="T74" fmla="*/ 97 w 111"/>
                <a:gd name="T75" fmla="*/ 200 h 425"/>
                <a:gd name="T76" fmla="*/ 99 w 111"/>
                <a:gd name="T77" fmla="*/ 207 h 425"/>
                <a:gd name="T78" fmla="*/ 97 w 111"/>
                <a:gd name="T79" fmla="*/ 220 h 425"/>
                <a:gd name="T80" fmla="*/ 87 w 111"/>
                <a:gd name="T81" fmla="*/ 235 h 425"/>
                <a:gd name="T82" fmla="*/ 58 w 111"/>
                <a:gd name="T83" fmla="*/ 245 h 425"/>
                <a:gd name="T84" fmla="*/ 52 w 111"/>
                <a:gd name="T85" fmla="*/ 425 h 425"/>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111" h="425">
                  <a:moveTo>
                    <a:pt x="52" y="425"/>
                  </a:moveTo>
                  <a:lnTo>
                    <a:pt x="52" y="272"/>
                  </a:lnTo>
                  <a:lnTo>
                    <a:pt x="50" y="270"/>
                  </a:lnTo>
                  <a:lnTo>
                    <a:pt x="44" y="270"/>
                  </a:lnTo>
                  <a:lnTo>
                    <a:pt x="35" y="269"/>
                  </a:lnTo>
                  <a:lnTo>
                    <a:pt x="26" y="265"/>
                  </a:lnTo>
                  <a:lnTo>
                    <a:pt x="17" y="258"/>
                  </a:lnTo>
                  <a:lnTo>
                    <a:pt x="8" y="249"/>
                  </a:lnTo>
                  <a:lnTo>
                    <a:pt x="3" y="236"/>
                  </a:lnTo>
                  <a:lnTo>
                    <a:pt x="0" y="219"/>
                  </a:lnTo>
                  <a:lnTo>
                    <a:pt x="3" y="219"/>
                  </a:lnTo>
                  <a:lnTo>
                    <a:pt x="8" y="219"/>
                  </a:lnTo>
                  <a:lnTo>
                    <a:pt x="15" y="220"/>
                  </a:lnTo>
                  <a:lnTo>
                    <a:pt x="25" y="223"/>
                  </a:lnTo>
                  <a:lnTo>
                    <a:pt x="33" y="227"/>
                  </a:lnTo>
                  <a:lnTo>
                    <a:pt x="41" y="235"/>
                  </a:lnTo>
                  <a:lnTo>
                    <a:pt x="48" y="247"/>
                  </a:lnTo>
                  <a:lnTo>
                    <a:pt x="52" y="265"/>
                  </a:lnTo>
                  <a:lnTo>
                    <a:pt x="52" y="168"/>
                  </a:lnTo>
                  <a:lnTo>
                    <a:pt x="50" y="168"/>
                  </a:lnTo>
                  <a:lnTo>
                    <a:pt x="44" y="168"/>
                  </a:lnTo>
                  <a:lnTo>
                    <a:pt x="35" y="165"/>
                  </a:lnTo>
                  <a:lnTo>
                    <a:pt x="26" y="161"/>
                  </a:lnTo>
                  <a:lnTo>
                    <a:pt x="17" y="156"/>
                  </a:lnTo>
                  <a:lnTo>
                    <a:pt x="8" y="146"/>
                  </a:lnTo>
                  <a:lnTo>
                    <a:pt x="3" y="134"/>
                  </a:lnTo>
                  <a:lnTo>
                    <a:pt x="0" y="116"/>
                  </a:lnTo>
                  <a:lnTo>
                    <a:pt x="3" y="116"/>
                  </a:lnTo>
                  <a:lnTo>
                    <a:pt x="10" y="118"/>
                  </a:lnTo>
                  <a:lnTo>
                    <a:pt x="19" y="120"/>
                  </a:lnTo>
                  <a:lnTo>
                    <a:pt x="29" y="125"/>
                  </a:lnTo>
                  <a:lnTo>
                    <a:pt x="39" y="133"/>
                  </a:lnTo>
                  <a:lnTo>
                    <a:pt x="48" y="145"/>
                  </a:lnTo>
                  <a:lnTo>
                    <a:pt x="52" y="161"/>
                  </a:lnTo>
                  <a:lnTo>
                    <a:pt x="52" y="52"/>
                  </a:lnTo>
                  <a:lnTo>
                    <a:pt x="53" y="50"/>
                  </a:lnTo>
                  <a:lnTo>
                    <a:pt x="53" y="44"/>
                  </a:lnTo>
                  <a:lnTo>
                    <a:pt x="54" y="36"/>
                  </a:lnTo>
                  <a:lnTo>
                    <a:pt x="58" y="26"/>
                  </a:lnTo>
                  <a:lnTo>
                    <a:pt x="65" y="17"/>
                  </a:lnTo>
                  <a:lnTo>
                    <a:pt x="75" y="9"/>
                  </a:lnTo>
                  <a:lnTo>
                    <a:pt x="87" y="3"/>
                  </a:lnTo>
                  <a:lnTo>
                    <a:pt x="104" y="0"/>
                  </a:lnTo>
                  <a:lnTo>
                    <a:pt x="103" y="3"/>
                  </a:lnTo>
                  <a:lnTo>
                    <a:pt x="102" y="11"/>
                  </a:lnTo>
                  <a:lnTo>
                    <a:pt x="99" y="21"/>
                  </a:lnTo>
                  <a:lnTo>
                    <a:pt x="92" y="32"/>
                  </a:lnTo>
                  <a:lnTo>
                    <a:pt x="84" y="42"/>
                  </a:lnTo>
                  <a:lnTo>
                    <a:pt x="73" y="49"/>
                  </a:lnTo>
                  <a:lnTo>
                    <a:pt x="58" y="52"/>
                  </a:lnTo>
                  <a:lnTo>
                    <a:pt x="58" y="130"/>
                  </a:lnTo>
                  <a:lnTo>
                    <a:pt x="58" y="127"/>
                  </a:lnTo>
                  <a:lnTo>
                    <a:pt x="60" y="122"/>
                  </a:lnTo>
                  <a:lnTo>
                    <a:pt x="61" y="112"/>
                  </a:lnTo>
                  <a:lnTo>
                    <a:pt x="65" y="103"/>
                  </a:lnTo>
                  <a:lnTo>
                    <a:pt x="72" y="94"/>
                  </a:lnTo>
                  <a:lnTo>
                    <a:pt x="80" y="85"/>
                  </a:lnTo>
                  <a:lnTo>
                    <a:pt x="93" y="80"/>
                  </a:lnTo>
                  <a:lnTo>
                    <a:pt x="110" y="77"/>
                  </a:lnTo>
                  <a:lnTo>
                    <a:pt x="111" y="80"/>
                  </a:lnTo>
                  <a:lnTo>
                    <a:pt x="111" y="84"/>
                  </a:lnTo>
                  <a:lnTo>
                    <a:pt x="111" y="91"/>
                  </a:lnTo>
                  <a:lnTo>
                    <a:pt x="110" y="100"/>
                  </a:lnTo>
                  <a:lnTo>
                    <a:pt x="107" y="108"/>
                  </a:lnTo>
                  <a:lnTo>
                    <a:pt x="100" y="118"/>
                  </a:lnTo>
                  <a:lnTo>
                    <a:pt x="91" y="126"/>
                  </a:lnTo>
                  <a:lnTo>
                    <a:pt x="77" y="133"/>
                  </a:lnTo>
                  <a:lnTo>
                    <a:pt x="58" y="135"/>
                  </a:lnTo>
                  <a:lnTo>
                    <a:pt x="58" y="239"/>
                  </a:lnTo>
                  <a:lnTo>
                    <a:pt x="58" y="236"/>
                  </a:lnTo>
                  <a:lnTo>
                    <a:pt x="60" y="231"/>
                  </a:lnTo>
                  <a:lnTo>
                    <a:pt x="61" y="223"/>
                  </a:lnTo>
                  <a:lnTo>
                    <a:pt x="66" y="215"/>
                  </a:lnTo>
                  <a:lnTo>
                    <a:pt x="73" y="208"/>
                  </a:lnTo>
                  <a:lnTo>
                    <a:pt x="83" y="203"/>
                  </a:lnTo>
                  <a:lnTo>
                    <a:pt x="97" y="200"/>
                  </a:lnTo>
                  <a:lnTo>
                    <a:pt x="97" y="201"/>
                  </a:lnTo>
                  <a:lnTo>
                    <a:pt x="99" y="207"/>
                  </a:lnTo>
                  <a:lnTo>
                    <a:pt x="99" y="212"/>
                  </a:lnTo>
                  <a:lnTo>
                    <a:pt x="97" y="220"/>
                  </a:lnTo>
                  <a:lnTo>
                    <a:pt x="93" y="228"/>
                  </a:lnTo>
                  <a:lnTo>
                    <a:pt x="87" y="235"/>
                  </a:lnTo>
                  <a:lnTo>
                    <a:pt x="75" y="242"/>
                  </a:lnTo>
                  <a:lnTo>
                    <a:pt x="58" y="245"/>
                  </a:lnTo>
                  <a:lnTo>
                    <a:pt x="58" y="425"/>
                  </a:lnTo>
                  <a:lnTo>
                    <a:pt x="52" y="425"/>
                  </a:lnTo>
                  <a:close/>
                </a:path>
              </a:pathLst>
            </a:custGeom>
            <a:solidFill>
              <a:srgbClr val="D7D7D7"/>
            </a:solidFill>
            <a:ln w="0">
              <a:solidFill>
                <a:srgbClr val="D7D7D7"/>
              </a:solidFill>
              <a:prstDash val="solid"/>
              <a:round/>
              <a:headEnd/>
              <a:tailEnd/>
            </a:ln>
          </p:spPr>
          <p:txBody>
            <a:bodyPr/>
            <a:lstStyle/>
            <a:p>
              <a:pPr algn="l" rtl="0" eaLnBrk="0" fontAlgn="base" hangingPunct="0">
                <a:spcBef>
                  <a:spcPct val="0"/>
                </a:spcBef>
                <a:spcAft>
                  <a:spcPct val="0"/>
                </a:spcAft>
              </a:pPr>
              <a:endParaRPr lang="fa-IR">
                <a:solidFill>
                  <a:srgbClr val="DDE89A"/>
                </a:solidFill>
                <a:latin typeface="Calibri" pitchFamily="34" charset="0"/>
                <a:cs typeface="B Mitra" pitchFamily="2" charset="-78"/>
              </a:endParaRPr>
            </a:p>
          </p:txBody>
        </p:sp>
        <p:sp>
          <p:nvSpPr>
            <p:cNvPr id="26" name="Freeform 19"/>
            <p:cNvSpPr>
              <a:spLocks/>
            </p:cNvSpPr>
            <p:nvPr/>
          </p:nvSpPr>
          <p:spPr bwMode="gray">
            <a:xfrm>
              <a:off x="2065" y="367"/>
              <a:ext cx="100" cy="229"/>
            </a:xfrm>
            <a:custGeom>
              <a:avLst/>
              <a:gdLst>
                <a:gd name="T0" fmla="*/ 52 w 100"/>
                <a:gd name="T1" fmla="*/ 192 h 228"/>
                <a:gd name="T2" fmla="*/ 59 w 100"/>
                <a:gd name="T3" fmla="*/ 192 h 228"/>
                <a:gd name="T4" fmla="*/ 74 w 100"/>
                <a:gd name="T5" fmla="*/ 185 h 228"/>
                <a:gd name="T6" fmla="*/ 86 w 100"/>
                <a:gd name="T7" fmla="*/ 170 h 228"/>
                <a:gd name="T8" fmla="*/ 86 w 100"/>
                <a:gd name="T9" fmla="*/ 157 h 228"/>
                <a:gd name="T10" fmla="*/ 74 w 100"/>
                <a:gd name="T11" fmla="*/ 159 h 228"/>
                <a:gd name="T12" fmla="*/ 58 w 100"/>
                <a:gd name="T13" fmla="*/ 174 h 228"/>
                <a:gd name="T14" fmla="*/ 52 w 100"/>
                <a:gd name="T15" fmla="*/ 134 h 228"/>
                <a:gd name="T16" fmla="*/ 61 w 100"/>
                <a:gd name="T17" fmla="*/ 132 h 228"/>
                <a:gd name="T18" fmla="*/ 78 w 100"/>
                <a:gd name="T19" fmla="*/ 110 h 228"/>
                <a:gd name="T20" fmla="*/ 92 w 100"/>
                <a:gd name="T21" fmla="*/ 92 h 228"/>
                <a:gd name="T22" fmla="*/ 92 w 100"/>
                <a:gd name="T23" fmla="*/ 77 h 228"/>
                <a:gd name="T24" fmla="*/ 81 w 100"/>
                <a:gd name="T25" fmla="*/ 79 h 228"/>
                <a:gd name="T26" fmla="*/ 65 w 100"/>
                <a:gd name="T27" fmla="*/ 88 h 228"/>
                <a:gd name="T28" fmla="*/ 52 w 100"/>
                <a:gd name="T29" fmla="*/ 131 h 228"/>
                <a:gd name="T30" fmla="*/ 55 w 100"/>
                <a:gd name="T31" fmla="*/ 48 h 228"/>
                <a:gd name="T32" fmla="*/ 67 w 100"/>
                <a:gd name="T33" fmla="*/ 45 h 228"/>
                <a:gd name="T34" fmla="*/ 85 w 100"/>
                <a:gd name="T35" fmla="*/ 37 h 228"/>
                <a:gd name="T36" fmla="*/ 97 w 100"/>
                <a:gd name="T37" fmla="*/ 17 h 228"/>
                <a:gd name="T38" fmla="*/ 97 w 100"/>
                <a:gd name="T39" fmla="*/ 0 h 228"/>
                <a:gd name="T40" fmla="*/ 83 w 100"/>
                <a:gd name="T41" fmla="*/ 3 h 228"/>
                <a:gd name="T42" fmla="*/ 65 w 100"/>
                <a:gd name="T43" fmla="*/ 14 h 228"/>
                <a:gd name="T44" fmla="*/ 50 w 100"/>
                <a:gd name="T45" fmla="*/ 45 h 228"/>
                <a:gd name="T46" fmla="*/ 47 w 100"/>
                <a:gd name="T47" fmla="*/ 35 h 228"/>
                <a:gd name="T48" fmla="*/ 38 w 100"/>
                <a:gd name="T49" fmla="*/ 18 h 228"/>
                <a:gd name="T50" fmla="*/ 16 w 100"/>
                <a:gd name="T51" fmla="*/ 3 h 228"/>
                <a:gd name="T52" fmla="*/ 1 w 100"/>
                <a:gd name="T53" fmla="*/ 3 h 228"/>
                <a:gd name="T54" fmla="*/ 5 w 100"/>
                <a:gd name="T55" fmla="*/ 19 h 228"/>
                <a:gd name="T56" fmla="*/ 19 w 100"/>
                <a:gd name="T57" fmla="*/ 38 h 228"/>
                <a:gd name="T58" fmla="*/ 47 w 100"/>
                <a:gd name="T59" fmla="*/ 48 h 228"/>
                <a:gd name="T60" fmla="*/ 47 w 100"/>
                <a:gd name="T61" fmla="*/ 148 h 228"/>
                <a:gd name="T62" fmla="*/ 42 w 100"/>
                <a:gd name="T63" fmla="*/ 134 h 228"/>
                <a:gd name="T64" fmla="*/ 25 w 100"/>
                <a:gd name="T65" fmla="*/ 103 h 228"/>
                <a:gd name="T66" fmla="*/ 12 w 100"/>
                <a:gd name="T67" fmla="*/ 103 h 228"/>
                <a:gd name="T68" fmla="*/ 16 w 100"/>
                <a:gd name="T69" fmla="*/ 132 h 228"/>
                <a:gd name="T70" fmla="*/ 25 w 100"/>
                <a:gd name="T71" fmla="*/ 148 h 228"/>
                <a:gd name="T72" fmla="*/ 47 w 100"/>
                <a:gd name="T73" fmla="*/ 157 h 228"/>
                <a:gd name="T74" fmla="*/ 52 w 100"/>
                <a:gd name="T75" fmla="*/ 244 h 228"/>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100" h="228">
                  <a:moveTo>
                    <a:pt x="52" y="228"/>
                  </a:moveTo>
                  <a:lnTo>
                    <a:pt x="52" y="176"/>
                  </a:lnTo>
                  <a:lnTo>
                    <a:pt x="55" y="176"/>
                  </a:lnTo>
                  <a:lnTo>
                    <a:pt x="59" y="176"/>
                  </a:lnTo>
                  <a:lnTo>
                    <a:pt x="67" y="173"/>
                  </a:lnTo>
                  <a:lnTo>
                    <a:pt x="74" y="169"/>
                  </a:lnTo>
                  <a:lnTo>
                    <a:pt x="81" y="163"/>
                  </a:lnTo>
                  <a:lnTo>
                    <a:pt x="86" y="154"/>
                  </a:lnTo>
                  <a:lnTo>
                    <a:pt x="88" y="141"/>
                  </a:lnTo>
                  <a:lnTo>
                    <a:pt x="86" y="141"/>
                  </a:lnTo>
                  <a:lnTo>
                    <a:pt x="81" y="142"/>
                  </a:lnTo>
                  <a:lnTo>
                    <a:pt x="74" y="143"/>
                  </a:lnTo>
                  <a:lnTo>
                    <a:pt x="66" y="149"/>
                  </a:lnTo>
                  <a:lnTo>
                    <a:pt x="58" y="158"/>
                  </a:lnTo>
                  <a:lnTo>
                    <a:pt x="52" y="173"/>
                  </a:lnTo>
                  <a:lnTo>
                    <a:pt x="52" y="118"/>
                  </a:lnTo>
                  <a:lnTo>
                    <a:pt x="55" y="118"/>
                  </a:lnTo>
                  <a:lnTo>
                    <a:pt x="61" y="116"/>
                  </a:lnTo>
                  <a:lnTo>
                    <a:pt x="69" y="115"/>
                  </a:lnTo>
                  <a:lnTo>
                    <a:pt x="78" y="110"/>
                  </a:lnTo>
                  <a:lnTo>
                    <a:pt x="86" y="103"/>
                  </a:lnTo>
                  <a:lnTo>
                    <a:pt x="92" y="92"/>
                  </a:lnTo>
                  <a:lnTo>
                    <a:pt x="94" y="77"/>
                  </a:lnTo>
                  <a:lnTo>
                    <a:pt x="92" y="77"/>
                  </a:lnTo>
                  <a:lnTo>
                    <a:pt x="88" y="77"/>
                  </a:lnTo>
                  <a:lnTo>
                    <a:pt x="81" y="79"/>
                  </a:lnTo>
                  <a:lnTo>
                    <a:pt x="73" y="81"/>
                  </a:lnTo>
                  <a:lnTo>
                    <a:pt x="65" y="88"/>
                  </a:lnTo>
                  <a:lnTo>
                    <a:pt x="58" y="99"/>
                  </a:lnTo>
                  <a:lnTo>
                    <a:pt x="52" y="115"/>
                  </a:lnTo>
                  <a:lnTo>
                    <a:pt x="52" y="48"/>
                  </a:lnTo>
                  <a:lnTo>
                    <a:pt x="55" y="48"/>
                  </a:lnTo>
                  <a:lnTo>
                    <a:pt x="61" y="48"/>
                  </a:lnTo>
                  <a:lnTo>
                    <a:pt x="67" y="45"/>
                  </a:lnTo>
                  <a:lnTo>
                    <a:pt x="77" y="42"/>
                  </a:lnTo>
                  <a:lnTo>
                    <a:pt x="85" y="37"/>
                  </a:lnTo>
                  <a:lnTo>
                    <a:pt x="92" y="27"/>
                  </a:lnTo>
                  <a:lnTo>
                    <a:pt x="97" y="17"/>
                  </a:lnTo>
                  <a:lnTo>
                    <a:pt x="100" y="0"/>
                  </a:lnTo>
                  <a:lnTo>
                    <a:pt x="97" y="0"/>
                  </a:lnTo>
                  <a:lnTo>
                    <a:pt x="92" y="0"/>
                  </a:lnTo>
                  <a:lnTo>
                    <a:pt x="83" y="3"/>
                  </a:lnTo>
                  <a:lnTo>
                    <a:pt x="74" y="7"/>
                  </a:lnTo>
                  <a:lnTo>
                    <a:pt x="65" y="14"/>
                  </a:lnTo>
                  <a:lnTo>
                    <a:pt x="56" y="27"/>
                  </a:lnTo>
                  <a:lnTo>
                    <a:pt x="50" y="45"/>
                  </a:lnTo>
                  <a:lnTo>
                    <a:pt x="50" y="42"/>
                  </a:lnTo>
                  <a:lnTo>
                    <a:pt x="47" y="35"/>
                  </a:lnTo>
                  <a:lnTo>
                    <a:pt x="43" y="27"/>
                  </a:lnTo>
                  <a:lnTo>
                    <a:pt x="38" y="18"/>
                  </a:lnTo>
                  <a:lnTo>
                    <a:pt x="28" y="10"/>
                  </a:lnTo>
                  <a:lnTo>
                    <a:pt x="16" y="3"/>
                  </a:lnTo>
                  <a:lnTo>
                    <a:pt x="0" y="0"/>
                  </a:lnTo>
                  <a:lnTo>
                    <a:pt x="1" y="3"/>
                  </a:lnTo>
                  <a:lnTo>
                    <a:pt x="3" y="10"/>
                  </a:lnTo>
                  <a:lnTo>
                    <a:pt x="5" y="19"/>
                  </a:lnTo>
                  <a:lnTo>
                    <a:pt x="11" y="29"/>
                  </a:lnTo>
                  <a:lnTo>
                    <a:pt x="19" y="38"/>
                  </a:lnTo>
                  <a:lnTo>
                    <a:pt x="31" y="45"/>
                  </a:lnTo>
                  <a:lnTo>
                    <a:pt x="47" y="48"/>
                  </a:lnTo>
                  <a:lnTo>
                    <a:pt x="47" y="135"/>
                  </a:lnTo>
                  <a:lnTo>
                    <a:pt x="47" y="132"/>
                  </a:lnTo>
                  <a:lnTo>
                    <a:pt x="46" y="126"/>
                  </a:lnTo>
                  <a:lnTo>
                    <a:pt x="42" y="118"/>
                  </a:lnTo>
                  <a:lnTo>
                    <a:pt x="35" y="110"/>
                  </a:lnTo>
                  <a:lnTo>
                    <a:pt x="25" y="103"/>
                  </a:lnTo>
                  <a:lnTo>
                    <a:pt x="12" y="100"/>
                  </a:lnTo>
                  <a:lnTo>
                    <a:pt x="12" y="103"/>
                  </a:lnTo>
                  <a:lnTo>
                    <a:pt x="13" y="108"/>
                  </a:lnTo>
                  <a:lnTo>
                    <a:pt x="16" y="116"/>
                  </a:lnTo>
                  <a:lnTo>
                    <a:pt x="20" y="124"/>
                  </a:lnTo>
                  <a:lnTo>
                    <a:pt x="25" y="132"/>
                  </a:lnTo>
                  <a:lnTo>
                    <a:pt x="35" y="139"/>
                  </a:lnTo>
                  <a:lnTo>
                    <a:pt x="47" y="141"/>
                  </a:lnTo>
                  <a:lnTo>
                    <a:pt x="47" y="228"/>
                  </a:lnTo>
                  <a:lnTo>
                    <a:pt x="52" y="228"/>
                  </a:lnTo>
                  <a:close/>
                </a:path>
              </a:pathLst>
            </a:custGeom>
            <a:solidFill>
              <a:srgbClr val="D7D7D7"/>
            </a:solidFill>
            <a:ln w="0">
              <a:solidFill>
                <a:srgbClr val="D7D7D7"/>
              </a:solidFill>
              <a:prstDash val="solid"/>
              <a:round/>
              <a:headEnd/>
              <a:tailEnd/>
            </a:ln>
          </p:spPr>
          <p:txBody>
            <a:bodyPr/>
            <a:lstStyle/>
            <a:p>
              <a:pPr algn="l" rtl="0" eaLnBrk="0" fontAlgn="base" hangingPunct="0">
                <a:spcBef>
                  <a:spcPct val="0"/>
                </a:spcBef>
                <a:spcAft>
                  <a:spcPct val="0"/>
                </a:spcAft>
              </a:pPr>
              <a:endParaRPr lang="fa-IR">
                <a:solidFill>
                  <a:srgbClr val="DDE89A"/>
                </a:solidFill>
                <a:latin typeface="Calibri" pitchFamily="34" charset="0"/>
                <a:cs typeface="B Mitra" pitchFamily="2" charset="-78"/>
              </a:endParaRPr>
            </a:p>
          </p:txBody>
        </p:sp>
        <p:sp>
          <p:nvSpPr>
            <p:cNvPr id="27" name="Freeform 20"/>
            <p:cNvSpPr>
              <a:spLocks/>
            </p:cNvSpPr>
            <p:nvPr/>
          </p:nvSpPr>
          <p:spPr bwMode="gray">
            <a:xfrm>
              <a:off x="2921" y="367"/>
              <a:ext cx="100" cy="229"/>
            </a:xfrm>
            <a:custGeom>
              <a:avLst/>
              <a:gdLst>
                <a:gd name="T0" fmla="*/ 53 w 100"/>
                <a:gd name="T1" fmla="*/ 192 h 228"/>
                <a:gd name="T2" fmla="*/ 60 w 100"/>
                <a:gd name="T3" fmla="*/ 192 h 228"/>
                <a:gd name="T4" fmla="*/ 74 w 100"/>
                <a:gd name="T5" fmla="*/ 185 h 228"/>
                <a:gd name="T6" fmla="*/ 87 w 100"/>
                <a:gd name="T7" fmla="*/ 170 h 228"/>
                <a:gd name="T8" fmla="*/ 87 w 100"/>
                <a:gd name="T9" fmla="*/ 157 h 228"/>
                <a:gd name="T10" fmla="*/ 74 w 100"/>
                <a:gd name="T11" fmla="*/ 159 h 228"/>
                <a:gd name="T12" fmla="*/ 60 w 100"/>
                <a:gd name="T13" fmla="*/ 174 h 228"/>
                <a:gd name="T14" fmla="*/ 53 w 100"/>
                <a:gd name="T15" fmla="*/ 134 h 228"/>
                <a:gd name="T16" fmla="*/ 61 w 100"/>
                <a:gd name="T17" fmla="*/ 132 h 228"/>
                <a:gd name="T18" fmla="*/ 78 w 100"/>
                <a:gd name="T19" fmla="*/ 110 h 228"/>
                <a:gd name="T20" fmla="*/ 92 w 100"/>
                <a:gd name="T21" fmla="*/ 92 h 228"/>
                <a:gd name="T22" fmla="*/ 92 w 100"/>
                <a:gd name="T23" fmla="*/ 77 h 228"/>
                <a:gd name="T24" fmla="*/ 81 w 100"/>
                <a:gd name="T25" fmla="*/ 79 h 228"/>
                <a:gd name="T26" fmla="*/ 65 w 100"/>
                <a:gd name="T27" fmla="*/ 88 h 228"/>
                <a:gd name="T28" fmla="*/ 53 w 100"/>
                <a:gd name="T29" fmla="*/ 131 h 228"/>
                <a:gd name="T30" fmla="*/ 56 w 100"/>
                <a:gd name="T31" fmla="*/ 48 h 228"/>
                <a:gd name="T32" fmla="*/ 68 w 100"/>
                <a:gd name="T33" fmla="*/ 45 h 228"/>
                <a:gd name="T34" fmla="*/ 85 w 100"/>
                <a:gd name="T35" fmla="*/ 37 h 228"/>
                <a:gd name="T36" fmla="*/ 97 w 100"/>
                <a:gd name="T37" fmla="*/ 17 h 228"/>
                <a:gd name="T38" fmla="*/ 97 w 100"/>
                <a:gd name="T39" fmla="*/ 0 h 228"/>
                <a:gd name="T40" fmla="*/ 84 w 100"/>
                <a:gd name="T41" fmla="*/ 3 h 228"/>
                <a:gd name="T42" fmla="*/ 65 w 100"/>
                <a:gd name="T43" fmla="*/ 14 h 228"/>
                <a:gd name="T44" fmla="*/ 50 w 100"/>
                <a:gd name="T45" fmla="*/ 45 h 228"/>
                <a:gd name="T46" fmla="*/ 47 w 100"/>
                <a:gd name="T47" fmla="*/ 35 h 228"/>
                <a:gd name="T48" fmla="*/ 38 w 100"/>
                <a:gd name="T49" fmla="*/ 18 h 228"/>
                <a:gd name="T50" fmla="*/ 16 w 100"/>
                <a:gd name="T51" fmla="*/ 3 h 228"/>
                <a:gd name="T52" fmla="*/ 2 w 100"/>
                <a:gd name="T53" fmla="*/ 3 h 228"/>
                <a:gd name="T54" fmla="*/ 6 w 100"/>
                <a:gd name="T55" fmla="*/ 19 h 228"/>
                <a:gd name="T56" fmla="*/ 19 w 100"/>
                <a:gd name="T57" fmla="*/ 38 h 228"/>
                <a:gd name="T58" fmla="*/ 47 w 100"/>
                <a:gd name="T59" fmla="*/ 48 h 228"/>
                <a:gd name="T60" fmla="*/ 47 w 100"/>
                <a:gd name="T61" fmla="*/ 148 h 228"/>
                <a:gd name="T62" fmla="*/ 42 w 100"/>
                <a:gd name="T63" fmla="*/ 134 h 228"/>
                <a:gd name="T64" fmla="*/ 26 w 100"/>
                <a:gd name="T65" fmla="*/ 103 h 228"/>
                <a:gd name="T66" fmla="*/ 12 w 100"/>
                <a:gd name="T67" fmla="*/ 103 h 228"/>
                <a:gd name="T68" fmla="*/ 16 w 100"/>
                <a:gd name="T69" fmla="*/ 132 h 228"/>
                <a:gd name="T70" fmla="*/ 26 w 100"/>
                <a:gd name="T71" fmla="*/ 148 h 228"/>
                <a:gd name="T72" fmla="*/ 47 w 100"/>
                <a:gd name="T73" fmla="*/ 157 h 228"/>
                <a:gd name="T74" fmla="*/ 53 w 100"/>
                <a:gd name="T75" fmla="*/ 244 h 228"/>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100" h="228">
                  <a:moveTo>
                    <a:pt x="53" y="228"/>
                  </a:moveTo>
                  <a:lnTo>
                    <a:pt x="53" y="176"/>
                  </a:lnTo>
                  <a:lnTo>
                    <a:pt x="56" y="176"/>
                  </a:lnTo>
                  <a:lnTo>
                    <a:pt x="60" y="176"/>
                  </a:lnTo>
                  <a:lnTo>
                    <a:pt x="68" y="173"/>
                  </a:lnTo>
                  <a:lnTo>
                    <a:pt x="74" y="169"/>
                  </a:lnTo>
                  <a:lnTo>
                    <a:pt x="81" y="163"/>
                  </a:lnTo>
                  <a:lnTo>
                    <a:pt x="87" y="154"/>
                  </a:lnTo>
                  <a:lnTo>
                    <a:pt x="88" y="141"/>
                  </a:lnTo>
                  <a:lnTo>
                    <a:pt x="87" y="141"/>
                  </a:lnTo>
                  <a:lnTo>
                    <a:pt x="81" y="142"/>
                  </a:lnTo>
                  <a:lnTo>
                    <a:pt x="74" y="143"/>
                  </a:lnTo>
                  <a:lnTo>
                    <a:pt x="66" y="149"/>
                  </a:lnTo>
                  <a:lnTo>
                    <a:pt x="60" y="158"/>
                  </a:lnTo>
                  <a:lnTo>
                    <a:pt x="53" y="173"/>
                  </a:lnTo>
                  <a:lnTo>
                    <a:pt x="53" y="118"/>
                  </a:lnTo>
                  <a:lnTo>
                    <a:pt x="56" y="118"/>
                  </a:lnTo>
                  <a:lnTo>
                    <a:pt x="61" y="116"/>
                  </a:lnTo>
                  <a:lnTo>
                    <a:pt x="69" y="115"/>
                  </a:lnTo>
                  <a:lnTo>
                    <a:pt x="78" y="110"/>
                  </a:lnTo>
                  <a:lnTo>
                    <a:pt x="87" y="103"/>
                  </a:lnTo>
                  <a:lnTo>
                    <a:pt x="92" y="92"/>
                  </a:lnTo>
                  <a:lnTo>
                    <a:pt x="95" y="77"/>
                  </a:lnTo>
                  <a:lnTo>
                    <a:pt x="92" y="77"/>
                  </a:lnTo>
                  <a:lnTo>
                    <a:pt x="88" y="77"/>
                  </a:lnTo>
                  <a:lnTo>
                    <a:pt x="81" y="79"/>
                  </a:lnTo>
                  <a:lnTo>
                    <a:pt x="73" y="81"/>
                  </a:lnTo>
                  <a:lnTo>
                    <a:pt x="65" y="88"/>
                  </a:lnTo>
                  <a:lnTo>
                    <a:pt x="58" y="99"/>
                  </a:lnTo>
                  <a:lnTo>
                    <a:pt x="53" y="115"/>
                  </a:lnTo>
                  <a:lnTo>
                    <a:pt x="53" y="48"/>
                  </a:lnTo>
                  <a:lnTo>
                    <a:pt x="56" y="48"/>
                  </a:lnTo>
                  <a:lnTo>
                    <a:pt x="61" y="48"/>
                  </a:lnTo>
                  <a:lnTo>
                    <a:pt x="68" y="45"/>
                  </a:lnTo>
                  <a:lnTo>
                    <a:pt x="77" y="42"/>
                  </a:lnTo>
                  <a:lnTo>
                    <a:pt x="85" y="37"/>
                  </a:lnTo>
                  <a:lnTo>
                    <a:pt x="93" y="27"/>
                  </a:lnTo>
                  <a:lnTo>
                    <a:pt x="97" y="17"/>
                  </a:lnTo>
                  <a:lnTo>
                    <a:pt x="100" y="0"/>
                  </a:lnTo>
                  <a:lnTo>
                    <a:pt x="97" y="0"/>
                  </a:lnTo>
                  <a:lnTo>
                    <a:pt x="92" y="0"/>
                  </a:lnTo>
                  <a:lnTo>
                    <a:pt x="84" y="3"/>
                  </a:lnTo>
                  <a:lnTo>
                    <a:pt x="74" y="7"/>
                  </a:lnTo>
                  <a:lnTo>
                    <a:pt x="65" y="14"/>
                  </a:lnTo>
                  <a:lnTo>
                    <a:pt x="57" y="27"/>
                  </a:lnTo>
                  <a:lnTo>
                    <a:pt x="50" y="45"/>
                  </a:lnTo>
                  <a:lnTo>
                    <a:pt x="50" y="42"/>
                  </a:lnTo>
                  <a:lnTo>
                    <a:pt x="47" y="35"/>
                  </a:lnTo>
                  <a:lnTo>
                    <a:pt x="43" y="27"/>
                  </a:lnTo>
                  <a:lnTo>
                    <a:pt x="38" y="18"/>
                  </a:lnTo>
                  <a:lnTo>
                    <a:pt x="29" y="10"/>
                  </a:lnTo>
                  <a:lnTo>
                    <a:pt x="16" y="3"/>
                  </a:lnTo>
                  <a:lnTo>
                    <a:pt x="0" y="0"/>
                  </a:lnTo>
                  <a:lnTo>
                    <a:pt x="2" y="3"/>
                  </a:lnTo>
                  <a:lnTo>
                    <a:pt x="3" y="10"/>
                  </a:lnTo>
                  <a:lnTo>
                    <a:pt x="6" y="19"/>
                  </a:lnTo>
                  <a:lnTo>
                    <a:pt x="11" y="29"/>
                  </a:lnTo>
                  <a:lnTo>
                    <a:pt x="19" y="38"/>
                  </a:lnTo>
                  <a:lnTo>
                    <a:pt x="31" y="45"/>
                  </a:lnTo>
                  <a:lnTo>
                    <a:pt x="47" y="48"/>
                  </a:lnTo>
                  <a:lnTo>
                    <a:pt x="47" y="135"/>
                  </a:lnTo>
                  <a:lnTo>
                    <a:pt x="47" y="132"/>
                  </a:lnTo>
                  <a:lnTo>
                    <a:pt x="46" y="126"/>
                  </a:lnTo>
                  <a:lnTo>
                    <a:pt x="42" y="118"/>
                  </a:lnTo>
                  <a:lnTo>
                    <a:pt x="35" y="110"/>
                  </a:lnTo>
                  <a:lnTo>
                    <a:pt x="26" y="103"/>
                  </a:lnTo>
                  <a:lnTo>
                    <a:pt x="12" y="100"/>
                  </a:lnTo>
                  <a:lnTo>
                    <a:pt x="12" y="103"/>
                  </a:lnTo>
                  <a:lnTo>
                    <a:pt x="14" y="108"/>
                  </a:lnTo>
                  <a:lnTo>
                    <a:pt x="16" y="116"/>
                  </a:lnTo>
                  <a:lnTo>
                    <a:pt x="20" y="124"/>
                  </a:lnTo>
                  <a:lnTo>
                    <a:pt x="26" y="132"/>
                  </a:lnTo>
                  <a:lnTo>
                    <a:pt x="35" y="139"/>
                  </a:lnTo>
                  <a:lnTo>
                    <a:pt x="47" y="141"/>
                  </a:lnTo>
                  <a:lnTo>
                    <a:pt x="47" y="228"/>
                  </a:lnTo>
                  <a:lnTo>
                    <a:pt x="53" y="228"/>
                  </a:lnTo>
                  <a:close/>
                </a:path>
              </a:pathLst>
            </a:custGeom>
            <a:solidFill>
              <a:srgbClr val="D7D7D7"/>
            </a:solidFill>
            <a:ln w="0">
              <a:solidFill>
                <a:srgbClr val="D7D7D7"/>
              </a:solidFill>
              <a:prstDash val="solid"/>
              <a:round/>
              <a:headEnd/>
              <a:tailEnd/>
            </a:ln>
          </p:spPr>
          <p:txBody>
            <a:bodyPr/>
            <a:lstStyle/>
            <a:p>
              <a:pPr algn="l" rtl="0" eaLnBrk="0" fontAlgn="base" hangingPunct="0">
                <a:spcBef>
                  <a:spcPct val="0"/>
                </a:spcBef>
                <a:spcAft>
                  <a:spcPct val="0"/>
                </a:spcAft>
              </a:pPr>
              <a:endParaRPr lang="fa-IR">
                <a:solidFill>
                  <a:srgbClr val="DDE89A"/>
                </a:solidFill>
                <a:latin typeface="Calibri" pitchFamily="34" charset="0"/>
                <a:cs typeface="B Mitra" pitchFamily="2" charset="-78"/>
              </a:endParaRPr>
            </a:p>
          </p:txBody>
        </p:sp>
        <p:sp>
          <p:nvSpPr>
            <p:cNvPr id="28" name="Freeform 21"/>
            <p:cNvSpPr>
              <a:spLocks/>
            </p:cNvSpPr>
            <p:nvPr/>
          </p:nvSpPr>
          <p:spPr bwMode="gray">
            <a:xfrm>
              <a:off x="2273" y="187"/>
              <a:ext cx="175" cy="402"/>
            </a:xfrm>
            <a:custGeom>
              <a:avLst/>
              <a:gdLst>
                <a:gd name="T0" fmla="*/ 93 w 175"/>
                <a:gd name="T1" fmla="*/ 309 h 402"/>
                <a:gd name="T2" fmla="*/ 101 w 175"/>
                <a:gd name="T3" fmla="*/ 309 h 402"/>
                <a:gd name="T4" fmla="*/ 118 w 175"/>
                <a:gd name="T5" fmla="*/ 304 h 402"/>
                <a:gd name="T6" fmla="*/ 138 w 175"/>
                <a:gd name="T7" fmla="*/ 292 h 402"/>
                <a:gd name="T8" fmla="*/ 152 w 175"/>
                <a:gd name="T9" fmla="*/ 266 h 402"/>
                <a:gd name="T10" fmla="*/ 152 w 175"/>
                <a:gd name="T11" fmla="*/ 247 h 402"/>
                <a:gd name="T12" fmla="*/ 138 w 175"/>
                <a:gd name="T13" fmla="*/ 250 h 402"/>
                <a:gd name="T14" fmla="*/ 120 w 175"/>
                <a:gd name="T15" fmla="*/ 259 h 402"/>
                <a:gd name="T16" fmla="*/ 99 w 175"/>
                <a:gd name="T17" fmla="*/ 285 h 402"/>
                <a:gd name="T18" fmla="*/ 93 w 175"/>
                <a:gd name="T19" fmla="*/ 207 h 402"/>
                <a:gd name="T20" fmla="*/ 102 w 175"/>
                <a:gd name="T21" fmla="*/ 205 h 402"/>
                <a:gd name="T22" fmla="*/ 122 w 175"/>
                <a:gd name="T23" fmla="*/ 200 h 402"/>
                <a:gd name="T24" fmla="*/ 147 w 175"/>
                <a:gd name="T25" fmla="*/ 185 h 402"/>
                <a:gd name="T26" fmla="*/ 163 w 175"/>
                <a:gd name="T27" fmla="*/ 155 h 402"/>
                <a:gd name="T28" fmla="*/ 163 w 175"/>
                <a:gd name="T29" fmla="*/ 134 h 402"/>
                <a:gd name="T30" fmla="*/ 149 w 175"/>
                <a:gd name="T31" fmla="*/ 135 h 402"/>
                <a:gd name="T32" fmla="*/ 129 w 175"/>
                <a:gd name="T33" fmla="*/ 142 h 402"/>
                <a:gd name="T34" fmla="*/ 107 w 175"/>
                <a:gd name="T35" fmla="*/ 162 h 402"/>
                <a:gd name="T36" fmla="*/ 93 w 175"/>
                <a:gd name="T37" fmla="*/ 201 h 402"/>
                <a:gd name="T38" fmla="*/ 95 w 175"/>
                <a:gd name="T39" fmla="*/ 83 h 402"/>
                <a:gd name="T40" fmla="*/ 110 w 175"/>
                <a:gd name="T41" fmla="*/ 81 h 402"/>
                <a:gd name="T42" fmla="*/ 134 w 175"/>
                <a:gd name="T43" fmla="*/ 73 h 402"/>
                <a:gd name="T44" fmla="*/ 157 w 175"/>
                <a:gd name="T45" fmla="*/ 54 h 402"/>
                <a:gd name="T46" fmla="*/ 174 w 175"/>
                <a:gd name="T47" fmla="*/ 23 h 402"/>
                <a:gd name="T48" fmla="*/ 174 w 175"/>
                <a:gd name="T49" fmla="*/ 0 h 402"/>
                <a:gd name="T50" fmla="*/ 157 w 175"/>
                <a:gd name="T51" fmla="*/ 2 h 402"/>
                <a:gd name="T52" fmla="*/ 133 w 175"/>
                <a:gd name="T53" fmla="*/ 10 h 402"/>
                <a:gd name="T54" fmla="*/ 107 w 175"/>
                <a:gd name="T55" fmla="*/ 33 h 402"/>
                <a:gd name="T56" fmla="*/ 87 w 175"/>
                <a:gd name="T57" fmla="*/ 77 h 402"/>
                <a:gd name="T58" fmla="*/ 85 w 175"/>
                <a:gd name="T59" fmla="*/ 68 h 402"/>
                <a:gd name="T60" fmla="*/ 75 w 175"/>
                <a:gd name="T61" fmla="*/ 46 h 402"/>
                <a:gd name="T62" fmla="*/ 55 w 175"/>
                <a:gd name="T63" fmla="*/ 21 h 402"/>
                <a:gd name="T64" fmla="*/ 22 w 175"/>
                <a:gd name="T65" fmla="*/ 3 h 402"/>
                <a:gd name="T66" fmla="*/ 1 w 175"/>
                <a:gd name="T67" fmla="*/ 3 h 402"/>
                <a:gd name="T68" fmla="*/ 4 w 175"/>
                <a:gd name="T69" fmla="*/ 18 h 402"/>
                <a:gd name="T70" fmla="*/ 12 w 175"/>
                <a:gd name="T71" fmla="*/ 42 h 402"/>
                <a:gd name="T72" fmla="*/ 31 w 175"/>
                <a:gd name="T73" fmla="*/ 65 h 402"/>
                <a:gd name="T74" fmla="*/ 62 w 175"/>
                <a:gd name="T75" fmla="*/ 81 h 402"/>
                <a:gd name="T76" fmla="*/ 82 w 175"/>
                <a:gd name="T77" fmla="*/ 238 h 402"/>
                <a:gd name="T78" fmla="*/ 80 w 175"/>
                <a:gd name="T79" fmla="*/ 228 h 402"/>
                <a:gd name="T80" fmla="*/ 72 w 175"/>
                <a:gd name="T81" fmla="*/ 207 h 402"/>
                <a:gd name="T82" fmla="*/ 55 w 175"/>
                <a:gd name="T83" fmla="*/ 185 h 402"/>
                <a:gd name="T84" fmla="*/ 21 w 175"/>
                <a:gd name="T85" fmla="*/ 176 h 402"/>
                <a:gd name="T86" fmla="*/ 22 w 175"/>
                <a:gd name="T87" fmla="*/ 185 h 402"/>
                <a:gd name="T88" fmla="*/ 28 w 175"/>
                <a:gd name="T89" fmla="*/ 205 h 402"/>
                <a:gd name="T90" fmla="*/ 41 w 175"/>
                <a:gd name="T91" fmla="*/ 230 h 402"/>
                <a:gd name="T92" fmla="*/ 66 w 175"/>
                <a:gd name="T93" fmla="*/ 246 h 402"/>
                <a:gd name="T94" fmla="*/ 82 w 175"/>
                <a:gd name="T95" fmla="*/ 402 h 402"/>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175" h="402">
                  <a:moveTo>
                    <a:pt x="93" y="402"/>
                  </a:moveTo>
                  <a:lnTo>
                    <a:pt x="93" y="309"/>
                  </a:lnTo>
                  <a:lnTo>
                    <a:pt x="95" y="309"/>
                  </a:lnTo>
                  <a:lnTo>
                    <a:pt x="101" y="309"/>
                  </a:lnTo>
                  <a:lnTo>
                    <a:pt x="109" y="308"/>
                  </a:lnTo>
                  <a:lnTo>
                    <a:pt x="118" y="304"/>
                  </a:lnTo>
                  <a:lnTo>
                    <a:pt x="129" y="298"/>
                  </a:lnTo>
                  <a:lnTo>
                    <a:pt x="138" y="292"/>
                  </a:lnTo>
                  <a:lnTo>
                    <a:pt x="147" y="281"/>
                  </a:lnTo>
                  <a:lnTo>
                    <a:pt x="152" y="266"/>
                  </a:lnTo>
                  <a:lnTo>
                    <a:pt x="155" y="247"/>
                  </a:lnTo>
                  <a:lnTo>
                    <a:pt x="152" y="247"/>
                  </a:lnTo>
                  <a:lnTo>
                    <a:pt x="147" y="249"/>
                  </a:lnTo>
                  <a:lnTo>
                    <a:pt x="138" y="250"/>
                  </a:lnTo>
                  <a:lnTo>
                    <a:pt x="129" y="253"/>
                  </a:lnTo>
                  <a:lnTo>
                    <a:pt x="120" y="259"/>
                  </a:lnTo>
                  <a:lnTo>
                    <a:pt x="109" y="270"/>
                  </a:lnTo>
                  <a:lnTo>
                    <a:pt x="99" y="285"/>
                  </a:lnTo>
                  <a:lnTo>
                    <a:pt x="93" y="304"/>
                  </a:lnTo>
                  <a:lnTo>
                    <a:pt x="93" y="207"/>
                  </a:lnTo>
                  <a:lnTo>
                    <a:pt x="95" y="207"/>
                  </a:lnTo>
                  <a:lnTo>
                    <a:pt x="102" y="205"/>
                  </a:lnTo>
                  <a:lnTo>
                    <a:pt x="111" y="204"/>
                  </a:lnTo>
                  <a:lnTo>
                    <a:pt x="122" y="200"/>
                  </a:lnTo>
                  <a:lnTo>
                    <a:pt x="134" y="195"/>
                  </a:lnTo>
                  <a:lnTo>
                    <a:pt x="147" y="185"/>
                  </a:lnTo>
                  <a:lnTo>
                    <a:pt x="156" y="173"/>
                  </a:lnTo>
                  <a:lnTo>
                    <a:pt x="163" y="155"/>
                  </a:lnTo>
                  <a:lnTo>
                    <a:pt x="165" y="134"/>
                  </a:lnTo>
                  <a:lnTo>
                    <a:pt x="163" y="134"/>
                  </a:lnTo>
                  <a:lnTo>
                    <a:pt x="157" y="134"/>
                  </a:lnTo>
                  <a:lnTo>
                    <a:pt x="149" y="135"/>
                  </a:lnTo>
                  <a:lnTo>
                    <a:pt x="140" y="137"/>
                  </a:lnTo>
                  <a:lnTo>
                    <a:pt x="129" y="142"/>
                  </a:lnTo>
                  <a:lnTo>
                    <a:pt x="118" y="150"/>
                  </a:lnTo>
                  <a:lnTo>
                    <a:pt x="107" y="162"/>
                  </a:lnTo>
                  <a:lnTo>
                    <a:pt x="99" y="178"/>
                  </a:lnTo>
                  <a:lnTo>
                    <a:pt x="93" y="201"/>
                  </a:lnTo>
                  <a:lnTo>
                    <a:pt x="93" y="83"/>
                  </a:lnTo>
                  <a:lnTo>
                    <a:pt x="95" y="83"/>
                  </a:lnTo>
                  <a:lnTo>
                    <a:pt x="101" y="83"/>
                  </a:lnTo>
                  <a:lnTo>
                    <a:pt x="110" y="81"/>
                  </a:lnTo>
                  <a:lnTo>
                    <a:pt x="122" y="77"/>
                  </a:lnTo>
                  <a:lnTo>
                    <a:pt x="134" y="73"/>
                  </a:lnTo>
                  <a:lnTo>
                    <a:pt x="147" y="65"/>
                  </a:lnTo>
                  <a:lnTo>
                    <a:pt x="157" y="54"/>
                  </a:lnTo>
                  <a:lnTo>
                    <a:pt x="167" y="41"/>
                  </a:lnTo>
                  <a:lnTo>
                    <a:pt x="174" y="23"/>
                  </a:lnTo>
                  <a:lnTo>
                    <a:pt x="175" y="0"/>
                  </a:lnTo>
                  <a:lnTo>
                    <a:pt x="174" y="0"/>
                  </a:lnTo>
                  <a:lnTo>
                    <a:pt x="167" y="0"/>
                  </a:lnTo>
                  <a:lnTo>
                    <a:pt x="157" y="2"/>
                  </a:lnTo>
                  <a:lnTo>
                    <a:pt x="145" y="4"/>
                  </a:lnTo>
                  <a:lnTo>
                    <a:pt x="133" y="10"/>
                  </a:lnTo>
                  <a:lnTo>
                    <a:pt x="120" y="19"/>
                  </a:lnTo>
                  <a:lnTo>
                    <a:pt x="107" y="33"/>
                  </a:lnTo>
                  <a:lnTo>
                    <a:pt x="97" y="52"/>
                  </a:lnTo>
                  <a:lnTo>
                    <a:pt x="87" y="77"/>
                  </a:lnTo>
                  <a:lnTo>
                    <a:pt x="87" y="75"/>
                  </a:lnTo>
                  <a:lnTo>
                    <a:pt x="85" y="68"/>
                  </a:lnTo>
                  <a:lnTo>
                    <a:pt x="80" y="58"/>
                  </a:lnTo>
                  <a:lnTo>
                    <a:pt x="75" y="46"/>
                  </a:lnTo>
                  <a:lnTo>
                    <a:pt x="66" y="33"/>
                  </a:lnTo>
                  <a:lnTo>
                    <a:pt x="55" y="21"/>
                  </a:lnTo>
                  <a:lnTo>
                    <a:pt x="40" y="10"/>
                  </a:lnTo>
                  <a:lnTo>
                    <a:pt x="22" y="3"/>
                  </a:lnTo>
                  <a:lnTo>
                    <a:pt x="0" y="0"/>
                  </a:lnTo>
                  <a:lnTo>
                    <a:pt x="1" y="3"/>
                  </a:lnTo>
                  <a:lnTo>
                    <a:pt x="1" y="10"/>
                  </a:lnTo>
                  <a:lnTo>
                    <a:pt x="4" y="18"/>
                  </a:lnTo>
                  <a:lnTo>
                    <a:pt x="6" y="30"/>
                  </a:lnTo>
                  <a:lnTo>
                    <a:pt x="12" y="42"/>
                  </a:lnTo>
                  <a:lnTo>
                    <a:pt x="20" y="54"/>
                  </a:lnTo>
                  <a:lnTo>
                    <a:pt x="31" y="65"/>
                  </a:lnTo>
                  <a:lnTo>
                    <a:pt x="44" y="75"/>
                  </a:lnTo>
                  <a:lnTo>
                    <a:pt x="62" y="81"/>
                  </a:lnTo>
                  <a:lnTo>
                    <a:pt x="82" y="83"/>
                  </a:lnTo>
                  <a:lnTo>
                    <a:pt x="82" y="238"/>
                  </a:lnTo>
                  <a:lnTo>
                    <a:pt x="82" y="235"/>
                  </a:lnTo>
                  <a:lnTo>
                    <a:pt x="80" y="228"/>
                  </a:lnTo>
                  <a:lnTo>
                    <a:pt x="78" y="217"/>
                  </a:lnTo>
                  <a:lnTo>
                    <a:pt x="72" y="207"/>
                  </a:lnTo>
                  <a:lnTo>
                    <a:pt x="66" y="196"/>
                  </a:lnTo>
                  <a:lnTo>
                    <a:pt x="55" y="185"/>
                  </a:lnTo>
                  <a:lnTo>
                    <a:pt x="40" y="178"/>
                  </a:lnTo>
                  <a:lnTo>
                    <a:pt x="21" y="176"/>
                  </a:lnTo>
                  <a:lnTo>
                    <a:pt x="21" y="178"/>
                  </a:lnTo>
                  <a:lnTo>
                    <a:pt x="22" y="185"/>
                  </a:lnTo>
                  <a:lnTo>
                    <a:pt x="24" y="195"/>
                  </a:lnTo>
                  <a:lnTo>
                    <a:pt x="28" y="205"/>
                  </a:lnTo>
                  <a:lnTo>
                    <a:pt x="33" y="217"/>
                  </a:lnTo>
                  <a:lnTo>
                    <a:pt x="41" y="230"/>
                  </a:lnTo>
                  <a:lnTo>
                    <a:pt x="52" y="239"/>
                  </a:lnTo>
                  <a:lnTo>
                    <a:pt x="66" y="246"/>
                  </a:lnTo>
                  <a:lnTo>
                    <a:pt x="82" y="247"/>
                  </a:lnTo>
                  <a:lnTo>
                    <a:pt x="82" y="402"/>
                  </a:lnTo>
                  <a:lnTo>
                    <a:pt x="93" y="402"/>
                  </a:lnTo>
                  <a:close/>
                </a:path>
              </a:pathLst>
            </a:custGeom>
            <a:solidFill>
              <a:srgbClr val="D7D7D7"/>
            </a:solidFill>
            <a:ln w="0">
              <a:solidFill>
                <a:srgbClr val="D7D7D7"/>
              </a:solidFill>
              <a:prstDash val="solid"/>
              <a:round/>
              <a:headEnd/>
              <a:tailEnd/>
            </a:ln>
          </p:spPr>
          <p:txBody>
            <a:bodyPr/>
            <a:lstStyle/>
            <a:p>
              <a:pPr algn="l" rtl="0" eaLnBrk="0" fontAlgn="base" hangingPunct="0">
                <a:spcBef>
                  <a:spcPct val="0"/>
                </a:spcBef>
                <a:spcAft>
                  <a:spcPct val="0"/>
                </a:spcAft>
              </a:pPr>
              <a:endParaRPr lang="fa-IR">
                <a:solidFill>
                  <a:srgbClr val="DDE89A"/>
                </a:solidFill>
                <a:latin typeface="Calibri" pitchFamily="34" charset="0"/>
                <a:cs typeface="B Mitra" pitchFamily="2" charset="-78"/>
              </a:endParaRPr>
            </a:p>
          </p:txBody>
        </p:sp>
        <p:sp>
          <p:nvSpPr>
            <p:cNvPr id="29" name="Freeform 22"/>
            <p:cNvSpPr>
              <a:spLocks/>
            </p:cNvSpPr>
            <p:nvPr/>
          </p:nvSpPr>
          <p:spPr bwMode="gray">
            <a:xfrm>
              <a:off x="2161" y="223"/>
              <a:ext cx="97" cy="370"/>
            </a:xfrm>
            <a:custGeom>
              <a:avLst/>
              <a:gdLst>
                <a:gd name="T0" fmla="*/ 52 w 97"/>
                <a:gd name="T1" fmla="*/ 205 h 373"/>
                <a:gd name="T2" fmla="*/ 59 w 97"/>
                <a:gd name="T3" fmla="*/ 205 h 373"/>
                <a:gd name="T4" fmla="*/ 74 w 97"/>
                <a:gd name="T5" fmla="*/ 200 h 373"/>
                <a:gd name="T6" fmla="*/ 90 w 97"/>
                <a:gd name="T7" fmla="*/ 186 h 373"/>
                <a:gd name="T8" fmla="*/ 97 w 97"/>
                <a:gd name="T9" fmla="*/ 173 h 373"/>
                <a:gd name="T10" fmla="*/ 89 w 97"/>
                <a:gd name="T11" fmla="*/ 173 h 373"/>
                <a:gd name="T12" fmla="*/ 71 w 97"/>
                <a:gd name="T13" fmla="*/ 175 h 373"/>
                <a:gd name="T14" fmla="*/ 56 w 97"/>
                <a:gd name="T15" fmla="*/ 184 h 373"/>
                <a:gd name="T16" fmla="*/ 52 w 97"/>
                <a:gd name="T17" fmla="*/ 131 h 373"/>
                <a:gd name="T18" fmla="*/ 59 w 97"/>
                <a:gd name="T19" fmla="*/ 131 h 373"/>
                <a:gd name="T20" fmla="*/ 74 w 97"/>
                <a:gd name="T21" fmla="*/ 125 h 373"/>
                <a:gd name="T22" fmla="*/ 90 w 97"/>
                <a:gd name="T23" fmla="*/ 112 h 373"/>
                <a:gd name="T24" fmla="*/ 97 w 97"/>
                <a:gd name="T25" fmla="*/ 86 h 373"/>
                <a:gd name="T26" fmla="*/ 89 w 97"/>
                <a:gd name="T27" fmla="*/ 86 h 373"/>
                <a:gd name="T28" fmla="*/ 71 w 97"/>
                <a:gd name="T29" fmla="*/ 93 h 373"/>
                <a:gd name="T30" fmla="*/ 56 w 97"/>
                <a:gd name="T31" fmla="*/ 110 h 373"/>
                <a:gd name="T32" fmla="*/ 52 w 97"/>
                <a:gd name="T33" fmla="*/ 46 h 373"/>
                <a:gd name="T34" fmla="*/ 51 w 97"/>
                <a:gd name="T35" fmla="*/ 37 h 373"/>
                <a:gd name="T36" fmla="*/ 45 w 97"/>
                <a:gd name="T37" fmla="*/ 23 h 373"/>
                <a:gd name="T38" fmla="*/ 32 w 97"/>
                <a:gd name="T39" fmla="*/ 6 h 373"/>
                <a:gd name="T40" fmla="*/ 6 w 97"/>
                <a:gd name="T41" fmla="*/ 0 h 373"/>
                <a:gd name="T42" fmla="*/ 8 w 97"/>
                <a:gd name="T43" fmla="*/ 9 h 373"/>
                <a:gd name="T44" fmla="*/ 16 w 97"/>
                <a:gd name="T45" fmla="*/ 27 h 373"/>
                <a:gd name="T46" fmla="*/ 33 w 97"/>
                <a:gd name="T47" fmla="*/ 43 h 373"/>
                <a:gd name="T48" fmla="*/ 45 w 97"/>
                <a:gd name="T49" fmla="*/ 97 h 373"/>
                <a:gd name="T50" fmla="*/ 45 w 97"/>
                <a:gd name="T51" fmla="*/ 90 h 373"/>
                <a:gd name="T52" fmla="*/ 40 w 97"/>
                <a:gd name="T53" fmla="*/ 74 h 373"/>
                <a:gd name="T54" fmla="*/ 27 w 97"/>
                <a:gd name="T55" fmla="*/ 62 h 373"/>
                <a:gd name="T56" fmla="*/ 1 w 97"/>
                <a:gd name="T57" fmla="*/ 62 h 373"/>
                <a:gd name="T58" fmla="*/ 0 w 97"/>
                <a:gd name="T59" fmla="*/ 62 h 373"/>
                <a:gd name="T60" fmla="*/ 2 w 97"/>
                <a:gd name="T61" fmla="*/ 75 h 373"/>
                <a:gd name="T62" fmla="*/ 14 w 97"/>
                <a:gd name="T63" fmla="*/ 93 h 373"/>
                <a:gd name="T64" fmla="*/ 45 w 97"/>
                <a:gd name="T65" fmla="*/ 102 h 373"/>
                <a:gd name="T66" fmla="*/ 45 w 97"/>
                <a:gd name="T67" fmla="*/ 180 h 373"/>
                <a:gd name="T68" fmla="*/ 43 w 97"/>
                <a:gd name="T69" fmla="*/ 174 h 373"/>
                <a:gd name="T70" fmla="*/ 33 w 97"/>
                <a:gd name="T71" fmla="*/ 166 h 373"/>
                <a:gd name="T72" fmla="*/ 12 w 97"/>
                <a:gd name="T73" fmla="*/ 159 h 373"/>
                <a:gd name="T74" fmla="*/ 10 w 97"/>
                <a:gd name="T75" fmla="*/ 166 h 373"/>
                <a:gd name="T76" fmla="*/ 13 w 97"/>
                <a:gd name="T77" fmla="*/ 175 h 373"/>
                <a:gd name="T78" fmla="*/ 29 w 97"/>
                <a:gd name="T79" fmla="*/ 182 h 373"/>
                <a:gd name="T80" fmla="*/ 45 w 97"/>
                <a:gd name="T81" fmla="*/ 325 h 373"/>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0" t="0" r="r" b="b"/>
              <a:pathLst>
                <a:path w="97" h="373">
                  <a:moveTo>
                    <a:pt x="52" y="373"/>
                  </a:moveTo>
                  <a:lnTo>
                    <a:pt x="52" y="237"/>
                  </a:lnTo>
                  <a:lnTo>
                    <a:pt x="54" y="237"/>
                  </a:lnTo>
                  <a:lnTo>
                    <a:pt x="59" y="237"/>
                  </a:lnTo>
                  <a:lnTo>
                    <a:pt x="66" y="236"/>
                  </a:lnTo>
                  <a:lnTo>
                    <a:pt x="74" y="232"/>
                  </a:lnTo>
                  <a:lnTo>
                    <a:pt x="82" y="226"/>
                  </a:lnTo>
                  <a:lnTo>
                    <a:pt x="90" y="218"/>
                  </a:lnTo>
                  <a:lnTo>
                    <a:pt x="95" y="207"/>
                  </a:lnTo>
                  <a:lnTo>
                    <a:pt x="97" y="193"/>
                  </a:lnTo>
                  <a:lnTo>
                    <a:pt x="94" y="193"/>
                  </a:lnTo>
                  <a:lnTo>
                    <a:pt x="89" y="193"/>
                  </a:lnTo>
                  <a:lnTo>
                    <a:pt x="81" y="194"/>
                  </a:lnTo>
                  <a:lnTo>
                    <a:pt x="71" y="197"/>
                  </a:lnTo>
                  <a:lnTo>
                    <a:pt x="63" y="205"/>
                  </a:lnTo>
                  <a:lnTo>
                    <a:pt x="56" y="215"/>
                  </a:lnTo>
                  <a:lnTo>
                    <a:pt x="52" y="232"/>
                  </a:lnTo>
                  <a:lnTo>
                    <a:pt x="52" y="147"/>
                  </a:lnTo>
                  <a:lnTo>
                    <a:pt x="54" y="147"/>
                  </a:lnTo>
                  <a:lnTo>
                    <a:pt x="59" y="147"/>
                  </a:lnTo>
                  <a:lnTo>
                    <a:pt x="66" y="144"/>
                  </a:lnTo>
                  <a:lnTo>
                    <a:pt x="74" y="141"/>
                  </a:lnTo>
                  <a:lnTo>
                    <a:pt x="82" y="136"/>
                  </a:lnTo>
                  <a:lnTo>
                    <a:pt x="90" y="128"/>
                  </a:lnTo>
                  <a:lnTo>
                    <a:pt x="95" y="117"/>
                  </a:lnTo>
                  <a:lnTo>
                    <a:pt x="97" y="102"/>
                  </a:lnTo>
                  <a:lnTo>
                    <a:pt x="94" y="102"/>
                  </a:lnTo>
                  <a:lnTo>
                    <a:pt x="89" y="102"/>
                  </a:lnTo>
                  <a:lnTo>
                    <a:pt x="81" y="105"/>
                  </a:lnTo>
                  <a:lnTo>
                    <a:pt x="71" y="109"/>
                  </a:lnTo>
                  <a:lnTo>
                    <a:pt x="63" y="116"/>
                  </a:lnTo>
                  <a:lnTo>
                    <a:pt x="56" y="126"/>
                  </a:lnTo>
                  <a:lnTo>
                    <a:pt x="52" y="141"/>
                  </a:lnTo>
                  <a:lnTo>
                    <a:pt x="52" y="46"/>
                  </a:lnTo>
                  <a:lnTo>
                    <a:pt x="51" y="43"/>
                  </a:lnTo>
                  <a:lnTo>
                    <a:pt x="51" y="37"/>
                  </a:lnTo>
                  <a:lnTo>
                    <a:pt x="49" y="31"/>
                  </a:lnTo>
                  <a:lnTo>
                    <a:pt x="45" y="23"/>
                  </a:lnTo>
                  <a:lnTo>
                    <a:pt x="40" y="15"/>
                  </a:lnTo>
                  <a:lnTo>
                    <a:pt x="32" y="6"/>
                  </a:lnTo>
                  <a:lnTo>
                    <a:pt x="21" y="2"/>
                  </a:lnTo>
                  <a:lnTo>
                    <a:pt x="6" y="0"/>
                  </a:lnTo>
                  <a:lnTo>
                    <a:pt x="6" y="2"/>
                  </a:lnTo>
                  <a:lnTo>
                    <a:pt x="8" y="9"/>
                  </a:lnTo>
                  <a:lnTo>
                    <a:pt x="12" y="17"/>
                  </a:lnTo>
                  <a:lnTo>
                    <a:pt x="16" y="27"/>
                  </a:lnTo>
                  <a:lnTo>
                    <a:pt x="23" y="36"/>
                  </a:lnTo>
                  <a:lnTo>
                    <a:pt x="33" y="43"/>
                  </a:lnTo>
                  <a:lnTo>
                    <a:pt x="45" y="46"/>
                  </a:lnTo>
                  <a:lnTo>
                    <a:pt x="45" y="113"/>
                  </a:lnTo>
                  <a:lnTo>
                    <a:pt x="45" y="112"/>
                  </a:lnTo>
                  <a:lnTo>
                    <a:pt x="45" y="106"/>
                  </a:lnTo>
                  <a:lnTo>
                    <a:pt x="44" y="98"/>
                  </a:lnTo>
                  <a:lnTo>
                    <a:pt x="40" y="90"/>
                  </a:lnTo>
                  <a:lnTo>
                    <a:pt x="35" y="82"/>
                  </a:lnTo>
                  <a:lnTo>
                    <a:pt x="27" y="75"/>
                  </a:lnTo>
                  <a:lnTo>
                    <a:pt x="16" y="70"/>
                  </a:lnTo>
                  <a:lnTo>
                    <a:pt x="1" y="67"/>
                  </a:lnTo>
                  <a:lnTo>
                    <a:pt x="0" y="70"/>
                  </a:lnTo>
                  <a:lnTo>
                    <a:pt x="0" y="75"/>
                  </a:lnTo>
                  <a:lnTo>
                    <a:pt x="0" y="82"/>
                  </a:lnTo>
                  <a:lnTo>
                    <a:pt x="2" y="91"/>
                  </a:lnTo>
                  <a:lnTo>
                    <a:pt x="6" y="100"/>
                  </a:lnTo>
                  <a:lnTo>
                    <a:pt x="14" y="109"/>
                  </a:lnTo>
                  <a:lnTo>
                    <a:pt x="28" y="114"/>
                  </a:lnTo>
                  <a:lnTo>
                    <a:pt x="45" y="118"/>
                  </a:lnTo>
                  <a:lnTo>
                    <a:pt x="45" y="209"/>
                  </a:lnTo>
                  <a:lnTo>
                    <a:pt x="45" y="207"/>
                  </a:lnTo>
                  <a:lnTo>
                    <a:pt x="45" y="202"/>
                  </a:lnTo>
                  <a:lnTo>
                    <a:pt x="43" y="195"/>
                  </a:lnTo>
                  <a:lnTo>
                    <a:pt x="40" y="188"/>
                  </a:lnTo>
                  <a:lnTo>
                    <a:pt x="33" y="182"/>
                  </a:lnTo>
                  <a:lnTo>
                    <a:pt x="24" y="178"/>
                  </a:lnTo>
                  <a:lnTo>
                    <a:pt x="12" y="175"/>
                  </a:lnTo>
                  <a:lnTo>
                    <a:pt x="12" y="178"/>
                  </a:lnTo>
                  <a:lnTo>
                    <a:pt x="10" y="182"/>
                  </a:lnTo>
                  <a:lnTo>
                    <a:pt x="10" y="188"/>
                  </a:lnTo>
                  <a:lnTo>
                    <a:pt x="13" y="197"/>
                  </a:lnTo>
                  <a:lnTo>
                    <a:pt x="20" y="205"/>
                  </a:lnTo>
                  <a:lnTo>
                    <a:pt x="29" y="211"/>
                  </a:lnTo>
                  <a:lnTo>
                    <a:pt x="45" y="215"/>
                  </a:lnTo>
                  <a:lnTo>
                    <a:pt x="45" y="373"/>
                  </a:lnTo>
                  <a:lnTo>
                    <a:pt x="52" y="373"/>
                  </a:lnTo>
                  <a:close/>
                </a:path>
              </a:pathLst>
            </a:custGeom>
            <a:solidFill>
              <a:srgbClr val="D7D7D7"/>
            </a:solidFill>
            <a:ln w="0">
              <a:solidFill>
                <a:srgbClr val="D7D7D7"/>
              </a:solidFill>
              <a:prstDash val="solid"/>
              <a:round/>
              <a:headEnd/>
              <a:tailEnd/>
            </a:ln>
          </p:spPr>
          <p:txBody>
            <a:bodyPr/>
            <a:lstStyle/>
            <a:p>
              <a:pPr algn="l" rtl="0" eaLnBrk="0" fontAlgn="base" hangingPunct="0">
                <a:spcBef>
                  <a:spcPct val="0"/>
                </a:spcBef>
                <a:spcAft>
                  <a:spcPct val="0"/>
                </a:spcAft>
              </a:pPr>
              <a:endParaRPr lang="fa-IR">
                <a:solidFill>
                  <a:srgbClr val="DDE89A"/>
                </a:solidFill>
                <a:latin typeface="Calibri" pitchFamily="34" charset="0"/>
                <a:cs typeface="B Mitra" pitchFamily="2" charset="-78"/>
              </a:endParaRPr>
            </a:p>
          </p:txBody>
        </p:sp>
        <p:sp>
          <p:nvSpPr>
            <p:cNvPr id="30" name="Freeform 23"/>
            <p:cNvSpPr>
              <a:spLocks/>
            </p:cNvSpPr>
            <p:nvPr/>
          </p:nvSpPr>
          <p:spPr bwMode="gray">
            <a:xfrm>
              <a:off x="2708" y="223"/>
              <a:ext cx="97" cy="370"/>
            </a:xfrm>
            <a:custGeom>
              <a:avLst/>
              <a:gdLst>
                <a:gd name="T0" fmla="*/ 51 w 97"/>
                <a:gd name="T1" fmla="*/ 205 h 373"/>
                <a:gd name="T2" fmla="*/ 60 w 97"/>
                <a:gd name="T3" fmla="*/ 205 h 373"/>
                <a:gd name="T4" fmla="*/ 74 w 97"/>
                <a:gd name="T5" fmla="*/ 200 h 373"/>
                <a:gd name="T6" fmla="*/ 91 w 97"/>
                <a:gd name="T7" fmla="*/ 186 h 373"/>
                <a:gd name="T8" fmla="*/ 97 w 97"/>
                <a:gd name="T9" fmla="*/ 173 h 373"/>
                <a:gd name="T10" fmla="*/ 89 w 97"/>
                <a:gd name="T11" fmla="*/ 173 h 373"/>
                <a:gd name="T12" fmla="*/ 72 w 97"/>
                <a:gd name="T13" fmla="*/ 175 h 373"/>
                <a:gd name="T14" fmla="*/ 55 w 97"/>
                <a:gd name="T15" fmla="*/ 184 h 373"/>
                <a:gd name="T16" fmla="*/ 51 w 97"/>
                <a:gd name="T17" fmla="*/ 131 h 373"/>
                <a:gd name="T18" fmla="*/ 60 w 97"/>
                <a:gd name="T19" fmla="*/ 131 h 373"/>
                <a:gd name="T20" fmla="*/ 74 w 97"/>
                <a:gd name="T21" fmla="*/ 125 h 373"/>
                <a:gd name="T22" fmla="*/ 91 w 97"/>
                <a:gd name="T23" fmla="*/ 112 h 373"/>
                <a:gd name="T24" fmla="*/ 97 w 97"/>
                <a:gd name="T25" fmla="*/ 86 h 373"/>
                <a:gd name="T26" fmla="*/ 89 w 97"/>
                <a:gd name="T27" fmla="*/ 86 h 373"/>
                <a:gd name="T28" fmla="*/ 72 w 97"/>
                <a:gd name="T29" fmla="*/ 93 h 373"/>
                <a:gd name="T30" fmla="*/ 55 w 97"/>
                <a:gd name="T31" fmla="*/ 110 h 373"/>
                <a:gd name="T32" fmla="*/ 51 w 97"/>
                <a:gd name="T33" fmla="*/ 46 h 373"/>
                <a:gd name="T34" fmla="*/ 51 w 97"/>
                <a:gd name="T35" fmla="*/ 37 h 373"/>
                <a:gd name="T36" fmla="*/ 46 w 97"/>
                <a:gd name="T37" fmla="*/ 23 h 373"/>
                <a:gd name="T38" fmla="*/ 33 w 97"/>
                <a:gd name="T39" fmla="*/ 6 h 373"/>
                <a:gd name="T40" fmla="*/ 7 w 97"/>
                <a:gd name="T41" fmla="*/ 0 h 373"/>
                <a:gd name="T42" fmla="*/ 8 w 97"/>
                <a:gd name="T43" fmla="*/ 9 h 373"/>
                <a:gd name="T44" fmla="*/ 16 w 97"/>
                <a:gd name="T45" fmla="*/ 27 h 373"/>
                <a:gd name="T46" fmla="*/ 34 w 97"/>
                <a:gd name="T47" fmla="*/ 43 h 373"/>
                <a:gd name="T48" fmla="*/ 46 w 97"/>
                <a:gd name="T49" fmla="*/ 97 h 373"/>
                <a:gd name="T50" fmla="*/ 46 w 97"/>
                <a:gd name="T51" fmla="*/ 90 h 373"/>
                <a:gd name="T52" fmla="*/ 41 w 97"/>
                <a:gd name="T53" fmla="*/ 74 h 373"/>
                <a:gd name="T54" fmla="*/ 27 w 97"/>
                <a:gd name="T55" fmla="*/ 62 h 373"/>
                <a:gd name="T56" fmla="*/ 0 w 97"/>
                <a:gd name="T57" fmla="*/ 62 h 373"/>
                <a:gd name="T58" fmla="*/ 0 w 97"/>
                <a:gd name="T59" fmla="*/ 62 h 373"/>
                <a:gd name="T60" fmla="*/ 3 w 97"/>
                <a:gd name="T61" fmla="*/ 75 h 373"/>
                <a:gd name="T62" fmla="*/ 15 w 97"/>
                <a:gd name="T63" fmla="*/ 93 h 373"/>
                <a:gd name="T64" fmla="*/ 46 w 97"/>
                <a:gd name="T65" fmla="*/ 102 h 373"/>
                <a:gd name="T66" fmla="*/ 46 w 97"/>
                <a:gd name="T67" fmla="*/ 180 h 373"/>
                <a:gd name="T68" fmla="*/ 43 w 97"/>
                <a:gd name="T69" fmla="*/ 174 h 373"/>
                <a:gd name="T70" fmla="*/ 34 w 97"/>
                <a:gd name="T71" fmla="*/ 166 h 373"/>
                <a:gd name="T72" fmla="*/ 12 w 97"/>
                <a:gd name="T73" fmla="*/ 159 h 373"/>
                <a:gd name="T74" fmla="*/ 11 w 97"/>
                <a:gd name="T75" fmla="*/ 166 h 373"/>
                <a:gd name="T76" fmla="*/ 14 w 97"/>
                <a:gd name="T77" fmla="*/ 175 h 373"/>
                <a:gd name="T78" fmla="*/ 30 w 97"/>
                <a:gd name="T79" fmla="*/ 182 h 373"/>
                <a:gd name="T80" fmla="*/ 46 w 97"/>
                <a:gd name="T81" fmla="*/ 325 h 373"/>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0" t="0" r="r" b="b"/>
              <a:pathLst>
                <a:path w="97" h="373">
                  <a:moveTo>
                    <a:pt x="51" y="373"/>
                  </a:moveTo>
                  <a:lnTo>
                    <a:pt x="51" y="237"/>
                  </a:lnTo>
                  <a:lnTo>
                    <a:pt x="54" y="237"/>
                  </a:lnTo>
                  <a:lnTo>
                    <a:pt x="60" y="237"/>
                  </a:lnTo>
                  <a:lnTo>
                    <a:pt x="66" y="236"/>
                  </a:lnTo>
                  <a:lnTo>
                    <a:pt x="74" y="232"/>
                  </a:lnTo>
                  <a:lnTo>
                    <a:pt x="82" y="226"/>
                  </a:lnTo>
                  <a:lnTo>
                    <a:pt x="91" y="218"/>
                  </a:lnTo>
                  <a:lnTo>
                    <a:pt x="95" y="207"/>
                  </a:lnTo>
                  <a:lnTo>
                    <a:pt x="97" y="193"/>
                  </a:lnTo>
                  <a:lnTo>
                    <a:pt x="95" y="193"/>
                  </a:lnTo>
                  <a:lnTo>
                    <a:pt x="89" y="193"/>
                  </a:lnTo>
                  <a:lnTo>
                    <a:pt x="81" y="194"/>
                  </a:lnTo>
                  <a:lnTo>
                    <a:pt x="72" y="197"/>
                  </a:lnTo>
                  <a:lnTo>
                    <a:pt x="64" y="205"/>
                  </a:lnTo>
                  <a:lnTo>
                    <a:pt x="55" y="215"/>
                  </a:lnTo>
                  <a:lnTo>
                    <a:pt x="51" y="232"/>
                  </a:lnTo>
                  <a:lnTo>
                    <a:pt x="51" y="147"/>
                  </a:lnTo>
                  <a:lnTo>
                    <a:pt x="54" y="147"/>
                  </a:lnTo>
                  <a:lnTo>
                    <a:pt x="60" y="147"/>
                  </a:lnTo>
                  <a:lnTo>
                    <a:pt x="66" y="144"/>
                  </a:lnTo>
                  <a:lnTo>
                    <a:pt x="74" y="141"/>
                  </a:lnTo>
                  <a:lnTo>
                    <a:pt x="82" y="136"/>
                  </a:lnTo>
                  <a:lnTo>
                    <a:pt x="91" y="128"/>
                  </a:lnTo>
                  <a:lnTo>
                    <a:pt x="95" y="117"/>
                  </a:lnTo>
                  <a:lnTo>
                    <a:pt x="97" y="102"/>
                  </a:lnTo>
                  <a:lnTo>
                    <a:pt x="95" y="102"/>
                  </a:lnTo>
                  <a:lnTo>
                    <a:pt x="89" y="102"/>
                  </a:lnTo>
                  <a:lnTo>
                    <a:pt x="81" y="105"/>
                  </a:lnTo>
                  <a:lnTo>
                    <a:pt x="72" y="109"/>
                  </a:lnTo>
                  <a:lnTo>
                    <a:pt x="64" y="116"/>
                  </a:lnTo>
                  <a:lnTo>
                    <a:pt x="55" y="126"/>
                  </a:lnTo>
                  <a:lnTo>
                    <a:pt x="51" y="141"/>
                  </a:lnTo>
                  <a:lnTo>
                    <a:pt x="51" y="46"/>
                  </a:lnTo>
                  <a:lnTo>
                    <a:pt x="51" y="43"/>
                  </a:lnTo>
                  <a:lnTo>
                    <a:pt x="51" y="37"/>
                  </a:lnTo>
                  <a:lnTo>
                    <a:pt x="49" y="31"/>
                  </a:lnTo>
                  <a:lnTo>
                    <a:pt x="46" y="23"/>
                  </a:lnTo>
                  <a:lnTo>
                    <a:pt x="41" y="15"/>
                  </a:lnTo>
                  <a:lnTo>
                    <a:pt x="33" y="6"/>
                  </a:lnTo>
                  <a:lnTo>
                    <a:pt x="22" y="2"/>
                  </a:lnTo>
                  <a:lnTo>
                    <a:pt x="7" y="0"/>
                  </a:lnTo>
                  <a:lnTo>
                    <a:pt x="7" y="2"/>
                  </a:lnTo>
                  <a:lnTo>
                    <a:pt x="8" y="9"/>
                  </a:lnTo>
                  <a:lnTo>
                    <a:pt x="11" y="17"/>
                  </a:lnTo>
                  <a:lnTo>
                    <a:pt x="16" y="27"/>
                  </a:lnTo>
                  <a:lnTo>
                    <a:pt x="23" y="36"/>
                  </a:lnTo>
                  <a:lnTo>
                    <a:pt x="34" y="43"/>
                  </a:lnTo>
                  <a:lnTo>
                    <a:pt x="46" y="46"/>
                  </a:lnTo>
                  <a:lnTo>
                    <a:pt x="46" y="113"/>
                  </a:lnTo>
                  <a:lnTo>
                    <a:pt x="46" y="112"/>
                  </a:lnTo>
                  <a:lnTo>
                    <a:pt x="46" y="106"/>
                  </a:lnTo>
                  <a:lnTo>
                    <a:pt x="43" y="98"/>
                  </a:lnTo>
                  <a:lnTo>
                    <a:pt x="41" y="90"/>
                  </a:lnTo>
                  <a:lnTo>
                    <a:pt x="35" y="82"/>
                  </a:lnTo>
                  <a:lnTo>
                    <a:pt x="27" y="75"/>
                  </a:lnTo>
                  <a:lnTo>
                    <a:pt x="16" y="70"/>
                  </a:lnTo>
                  <a:lnTo>
                    <a:pt x="0" y="67"/>
                  </a:lnTo>
                  <a:lnTo>
                    <a:pt x="0" y="70"/>
                  </a:lnTo>
                  <a:lnTo>
                    <a:pt x="0" y="75"/>
                  </a:lnTo>
                  <a:lnTo>
                    <a:pt x="0" y="82"/>
                  </a:lnTo>
                  <a:lnTo>
                    <a:pt x="3" y="91"/>
                  </a:lnTo>
                  <a:lnTo>
                    <a:pt x="7" y="100"/>
                  </a:lnTo>
                  <a:lnTo>
                    <a:pt x="15" y="109"/>
                  </a:lnTo>
                  <a:lnTo>
                    <a:pt x="28" y="114"/>
                  </a:lnTo>
                  <a:lnTo>
                    <a:pt x="46" y="118"/>
                  </a:lnTo>
                  <a:lnTo>
                    <a:pt x="46" y="209"/>
                  </a:lnTo>
                  <a:lnTo>
                    <a:pt x="46" y="207"/>
                  </a:lnTo>
                  <a:lnTo>
                    <a:pt x="45" y="202"/>
                  </a:lnTo>
                  <a:lnTo>
                    <a:pt x="43" y="195"/>
                  </a:lnTo>
                  <a:lnTo>
                    <a:pt x="39" y="188"/>
                  </a:lnTo>
                  <a:lnTo>
                    <a:pt x="34" y="182"/>
                  </a:lnTo>
                  <a:lnTo>
                    <a:pt x="24" y="178"/>
                  </a:lnTo>
                  <a:lnTo>
                    <a:pt x="12" y="175"/>
                  </a:lnTo>
                  <a:lnTo>
                    <a:pt x="12" y="178"/>
                  </a:lnTo>
                  <a:lnTo>
                    <a:pt x="11" y="182"/>
                  </a:lnTo>
                  <a:lnTo>
                    <a:pt x="11" y="188"/>
                  </a:lnTo>
                  <a:lnTo>
                    <a:pt x="14" y="197"/>
                  </a:lnTo>
                  <a:lnTo>
                    <a:pt x="19" y="205"/>
                  </a:lnTo>
                  <a:lnTo>
                    <a:pt x="30" y="211"/>
                  </a:lnTo>
                  <a:lnTo>
                    <a:pt x="46" y="215"/>
                  </a:lnTo>
                  <a:lnTo>
                    <a:pt x="46" y="373"/>
                  </a:lnTo>
                  <a:lnTo>
                    <a:pt x="51" y="373"/>
                  </a:lnTo>
                  <a:close/>
                </a:path>
              </a:pathLst>
            </a:custGeom>
            <a:solidFill>
              <a:srgbClr val="D7D7D7"/>
            </a:solidFill>
            <a:ln w="0">
              <a:solidFill>
                <a:srgbClr val="D7D7D7"/>
              </a:solidFill>
              <a:prstDash val="solid"/>
              <a:round/>
              <a:headEnd/>
              <a:tailEnd/>
            </a:ln>
          </p:spPr>
          <p:txBody>
            <a:bodyPr/>
            <a:lstStyle/>
            <a:p>
              <a:pPr algn="l" rtl="0" eaLnBrk="0" fontAlgn="base" hangingPunct="0">
                <a:spcBef>
                  <a:spcPct val="0"/>
                </a:spcBef>
                <a:spcAft>
                  <a:spcPct val="0"/>
                </a:spcAft>
              </a:pPr>
              <a:endParaRPr lang="fa-IR">
                <a:solidFill>
                  <a:srgbClr val="DDE89A"/>
                </a:solidFill>
                <a:latin typeface="Calibri" pitchFamily="34" charset="0"/>
                <a:cs typeface="B Mitra" pitchFamily="2" charset="-78"/>
              </a:endParaRPr>
            </a:p>
          </p:txBody>
        </p:sp>
      </p:grpSp>
      <p:sp>
        <p:nvSpPr>
          <p:cNvPr id="31" name="Freeform 27" descr="Dark upward diagonal"/>
          <p:cNvSpPr>
            <a:spLocks/>
          </p:cNvSpPr>
          <p:nvPr/>
        </p:nvSpPr>
        <p:spPr bwMode="gray">
          <a:xfrm>
            <a:off x="85725" y="76200"/>
            <a:ext cx="8977313" cy="500063"/>
          </a:xfrm>
          <a:custGeom>
            <a:avLst/>
            <a:gdLst>
              <a:gd name="T0" fmla="*/ 0 w 5655"/>
              <a:gd name="T1" fmla="*/ 2147483646 h 315"/>
              <a:gd name="T2" fmla="*/ 2147483646 w 5655"/>
              <a:gd name="T3" fmla="*/ 0 h 315"/>
              <a:gd name="T4" fmla="*/ 2147483646 w 5655"/>
              <a:gd name="T5" fmla="*/ 2147483646 h 315"/>
              <a:gd name="T6" fmla="*/ 2147483646 w 5655"/>
              <a:gd name="T7" fmla="*/ 2147483646 h 315"/>
              <a:gd name="T8" fmla="*/ 2147483646 w 5655"/>
              <a:gd name="T9" fmla="*/ 2147483646 h 315"/>
              <a:gd name="T10" fmla="*/ 0 w 5655"/>
              <a:gd name="T11" fmla="*/ 2147483646 h 31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655" h="315">
                <a:moveTo>
                  <a:pt x="0" y="1"/>
                </a:moveTo>
                <a:lnTo>
                  <a:pt x="5546" y="0"/>
                </a:lnTo>
                <a:cubicBezTo>
                  <a:pt x="5652" y="0"/>
                  <a:pt x="5655" y="84"/>
                  <a:pt x="5655" y="84"/>
                </a:cubicBezTo>
                <a:lnTo>
                  <a:pt x="5649" y="315"/>
                </a:lnTo>
                <a:lnTo>
                  <a:pt x="1" y="314"/>
                </a:lnTo>
                <a:lnTo>
                  <a:pt x="0" y="1"/>
                </a:lnTo>
                <a:close/>
              </a:path>
            </a:pathLst>
          </a:custGeom>
          <a:pattFill prst="dkUpDiag">
            <a:fgClr>
              <a:schemeClr val="bg1">
                <a:alpha val="76862"/>
              </a:schemeClr>
            </a:fgClr>
            <a:bgClr>
              <a:schemeClr val="tx1">
                <a:alpha val="76862"/>
              </a:schemeClr>
            </a:bgClr>
          </a:patt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l" rtl="0" eaLnBrk="0" fontAlgn="base" hangingPunct="0">
              <a:spcBef>
                <a:spcPct val="0"/>
              </a:spcBef>
              <a:spcAft>
                <a:spcPct val="0"/>
              </a:spcAft>
            </a:pPr>
            <a:endParaRPr lang="fa-IR">
              <a:solidFill>
                <a:srgbClr val="DDE89A"/>
              </a:solidFill>
              <a:latin typeface="Calibri" pitchFamily="34" charset="0"/>
              <a:cs typeface="B Mitra" pitchFamily="2" charset="-78"/>
            </a:endParaRPr>
          </a:p>
        </p:txBody>
      </p:sp>
      <p:sp>
        <p:nvSpPr>
          <p:cNvPr id="32" name="Rectangle 28"/>
          <p:cNvSpPr>
            <a:spLocks noChangeArrowheads="1"/>
          </p:cNvSpPr>
          <p:nvPr/>
        </p:nvSpPr>
        <p:spPr bwMode="gray">
          <a:xfrm>
            <a:off x="114300" y="6610350"/>
            <a:ext cx="8931275" cy="163513"/>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gn="r" rtl="1" eaLnBrk="0" hangingPunct="0">
              <a:defRPr>
                <a:solidFill>
                  <a:schemeClr val="tx1"/>
                </a:solidFill>
                <a:latin typeface="Calibri" panose="020F0502020204030204" pitchFamily="34" charset="0"/>
                <a:cs typeface="B Mitra" panose="00000400000000000000" pitchFamily="2" charset="-78"/>
              </a:defRPr>
            </a:lvl1pPr>
            <a:lvl2pPr marL="742950" indent="-285750" algn="r" rtl="1" eaLnBrk="0" hangingPunct="0">
              <a:defRPr>
                <a:solidFill>
                  <a:schemeClr val="tx1"/>
                </a:solidFill>
                <a:latin typeface="Calibri" panose="020F0502020204030204" pitchFamily="34" charset="0"/>
                <a:cs typeface="B Mitra" panose="00000400000000000000" pitchFamily="2" charset="-78"/>
              </a:defRPr>
            </a:lvl2pPr>
            <a:lvl3pPr marL="1143000" indent="-228600" algn="r" rtl="1" eaLnBrk="0" hangingPunct="0">
              <a:defRPr>
                <a:solidFill>
                  <a:schemeClr val="tx1"/>
                </a:solidFill>
                <a:latin typeface="Calibri" panose="020F0502020204030204" pitchFamily="34" charset="0"/>
                <a:cs typeface="B Mitra" panose="00000400000000000000" pitchFamily="2" charset="-78"/>
              </a:defRPr>
            </a:lvl3pPr>
            <a:lvl4pPr marL="1600200" indent="-228600" algn="r" rtl="1" eaLnBrk="0" hangingPunct="0">
              <a:defRPr>
                <a:solidFill>
                  <a:schemeClr val="tx1"/>
                </a:solidFill>
                <a:latin typeface="Calibri" panose="020F0502020204030204" pitchFamily="34" charset="0"/>
                <a:cs typeface="B Mitra" panose="00000400000000000000" pitchFamily="2" charset="-78"/>
              </a:defRPr>
            </a:lvl4pPr>
            <a:lvl5pPr marL="2057400" indent="-228600" algn="r" rtl="1" eaLnBrk="0" hangingPunct="0">
              <a:defRPr>
                <a:solidFill>
                  <a:schemeClr val="tx1"/>
                </a:solidFill>
                <a:latin typeface="Calibri" panose="020F0502020204030204" pitchFamily="34" charset="0"/>
                <a:cs typeface="B Mitra" panose="00000400000000000000" pitchFamily="2" charset="-78"/>
              </a:defRPr>
            </a:lvl5pPr>
            <a:lvl6pPr marL="25146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6pPr>
            <a:lvl7pPr marL="29718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7pPr>
            <a:lvl8pPr marL="34290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8pPr>
            <a:lvl9pPr marL="38862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9pPr>
          </a:lstStyle>
          <a:p>
            <a:pPr algn="l" rtl="0" eaLnBrk="1" fontAlgn="base" hangingPunct="1">
              <a:spcBef>
                <a:spcPct val="0"/>
              </a:spcBef>
              <a:spcAft>
                <a:spcPct val="0"/>
              </a:spcAft>
              <a:defRPr/>
            </a:pPr>
            <a:endParaRPr lang="zh-TW" altLang="en-US">
              <a:solidFill>
                <a:srgbClr val="DDE89A"/>
              </a:solidFill>
              <a:latin typeface="Arial" panose="020B0604020202020204" pitchFamily="34" charset="0"/>
            </a:endParaRPr>
          </a:p>
        </p:txBody>
      </p:sp>
      <p:grpSp>
        <p:nvGrpSpPr>
          <p:cNvPr id="33" name="Group 74"/>
          <p:cNvGrpSpPr>
            <a:grpSpLocks/>
          </p:cNvGrpSpPr>
          <p:nvPr/>
        </p:nvGrpSpPr>
        <p:grpSpPr bwMode="auto">
          <a:xfrm>
            <a:off x="85725" y="854075"/>
            <a:ext cx="8982075" cy="1131888"/>
            <a:chOff x="54" y="538"/>
            <a:chExt cx="5658" cy="713"/>
          </a:xfrm>
        </p:grpSpPr>
        <p:sp>
          <p:nvSpPr>
            <p:cNvPr id="34" name="Freeform 30"/>
            <p:cNvSpPr>
              <a:spLocks/>
            </p:cNvSpPr>
            <p:nvPr userDrawn="1"/>
          </p:nvSpPr>
          <p:spPr bwMode="gray">
            <a:xfrm>
              <a:off x="54" y="736"/>
              <a:ext cx="5658" cy="515"/>
            </a:xfrm>
            <a:custGeom>
              <a:avLst/>
              <a:gdLst>
                <a:gd name="T0" fmla="*/ 0 w 5446"/>
                <a:gd name="T1" fmla="*/ 0 h 590"/>
                <a:gd name="T2" fmla="*/ 10035 w 5446"/>
                <a:gd name="T3" fmla="*/ 0 h 590"/>
                <a:gd name="T4" fmla="*/ 10035 w 5446"/>
                <a:gd name="T5" fmla="*/ 35 h 590"/>
                <a:gd name="T6" fmla="*/ 10035 w 5446"/>
                <a:gd name="T7" fmla="*/ 52 h 590"/>
                <a:gd name="T8" fmla="*/ 2787 w 5446"/>
                <a:gd name="T9" fmla="*/ 50 h 590"/>
                <a:gd name="T10" fmla="*/ 2370 w 5446"/>
                <a:gd name="T11" fmla="*/ 65 h 590"/>
                <a:gd name="T12" fmla="*/ 0 w 5446"/>
                <a:gd name="T13" fmla="*/ 67 h 590"/>
                <a:gd name="T14" fmla="*/ 0 w 5446"/>
                <a:gd name="T15" fmla="*/ 0 h 59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446" h="590">
                  <a:moveTo>
                    <a:pt x="0" y="0"/>
                  </a:moveTo>
                  <a:lnTo>
                    <a:pt x="5446" y="0"/>
                  </a:lnTo>
                  <a:lnTo>
                    <a:pt x="5446" y="312"/>
                  </a:lnTo>
                  <a:lnTo>
                    <a:pt x="5446" y="451"/>
                  </a:lnTo>
                  <a:cubicBezTo>
                    <a:pt x="4790" y="473"/>
                    <a:pt x="2205" y="421"/>
                    <a:pt x="1512" y="443"/>
                  </a:cubicBezTo>
                  <a:lnTo>
                    <a:pt x="1288" y="584"/>
                  </a:lnTo>
                  <a:lnTo>
                    <a:pt x="0" y="590"/>
                  </a:lnTo>
                  <a:lnTo>
                    <a:pt x="0" y="0"/>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l" rtl="0" eaLnBrk="0" fontAlgn="base" hangingPunct="0">
                <a:spcBef>
                  <a:spcPct val="0"/>
                </a:spcBef>
                <a:spcAft>
                  <a:spcPct val="0"/>
                </a:spcAft>
              </a:pPr>
              <a:endParaRPr lang="fa-IR">
                <a:solidFill>
                  <a:srgbClr val="DDE89A"/>
                </a:solidFill>
                <a:latin typeface="Calibri" pitchFamily="34" charset="0"/>
                <a:cs typeface="B Mitra" pitchFamily="2" charset="-78"/>
              </a:endParaRPr>
            </a:p>
          </p:txBody>
        </p:sp>
        <p:sp>
          <p:nvSpPr>
            <p:cNvPr id="35" name="Freeform 31"/>
            <p:cNvSpPr>
              <a:spLocks/>
            </p:cNvSpPr>
            <p:nvPr userDrawn="1"/>
          </p:nvSpPr>
          <p:spPr bwMode="gray">
            <a:xfrm>
              <a:off x="54" y="538"/>
              <a:ext cx="5658" cy="655"/>
            </a:xfrm>
            <a:custGeom>
              <a:avLst/>
              <a:gdLst>
                <a:gd name="T0" fmla="*/ 1 w 5658"/>
                <a:gd name="T1" fmla="*/ 0 h 655"/>
                <a:gd name="T2" fmla="*/ 5657 w 5658"/>
                <a:gd name="T3" fmla="*/ 0 h 655"/>
                <a:gd name="T4" fmla="*/ 5658 w 5658"/>
                <a:gd name="T5" fmla="*/ 534 h 655"/>
                <a:gd name="T6" fmla="*/ 1553 w 5658"/>
                <a:gd name="T7" fmla="*/ 528 h 655"/>
                <a:gd name="T8" fmla="*/ 1317 w 5658"/>
                <a:gd name="T9" fmla="*/ 651 h 655"/>
                <a:gd name="T10" fmla="*/ 0 w 5658"/>
                <a:gd name="T11" fmla="*/ 655 h 655"/>
                <a:gd name="T12" fmla="*/ 1 w 5658"/>
                <a:gd name="T13" fmla="*/ 0 h 65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658" h="655">
                  <a:moveTo>
                    <a:pt x="1" y="0"/>
                  </a:moveTo>
                  <a:lnTo>
                    <a:pt x="5657" y="0"/>
                  </a:lnTo>
                  <a:lnTo>
                    <a:pt x="5658" y="534"/>
                  </a:lnTo>
                  <a:lnTo>
                    <a:pt x="1553" y="528"/>
                  </a:lnTo>
                  <a:lnTo>
                    <a:pt x="1317" y="651"/>
                  </a:lnTo>
                  <a:lnTo>
                    <a:pt x="0" y="655"/>
                  </a:lnTo>
                  <a:lnTo>
                    <a:pt x="1"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l" rtl="0" eaLnBrk="0" fontAlgn="base" hangingPunct="0">
                <a:spcBef>
                  <a:spcPct val="0"/>
                </a:spcBef>
                <a:spcAft>
                  <a:spcPct val="0"/>
                </a:spcAft>
              </a:pPr>
              <a:endParaRPr lang="fa-IR">
                <a:solidFill>
                  <a:srgbClr val="DDE89A"/>
                </a:solidFill>
                <a:latin typeface="Calibri" pitchFamily="34" charset="0"/>
                <a:cs typeface="B Mitra" pitchFamily="2" charset="-78"/>
              </a:endParaRPr>
            </a:p>
          </p:txBody>
        </p:sp>
        <p:sp>
          <p:nvSpPr>
            <p:cNvPr id="36" name="Freeform 32"/>
            <p:cNvSpPr>
              <a:spLocks/>
            </p:cNvSpPr>
            <p:nvPr userDrawn="1"/>
          </p:nvSpPr>
          <p:spPr bwMode="gray">
            <a:xfrm>
              <a:off x="54" y="1062"/>
              <a:ext cx="1496" cy="98"/>
            </a:xfrm>
            <a:custGeom>
              <a:avLst/>
              <a:gdLst>
                <a:gd name="T0" fmla="*/ 2649 w 1440"/>
                <a:gd name="T1" fmla="*/ 1 h 112"/>
                <a:gd name="T2" fmla="*/ 2324 w 1440"/>
                <a:gd name="T3" fmla="*/ 14 h 112"/>
                <a:gd name="T4" fmla="*/ 0 w 1440"/>
                <a:gd name="T5" fmla="*/ 14 h 112"/>
                <a:gd name="T6" fmla="*/ 0 w 1440"/>
                <a:gd name="T7" fmla="*/ 6 h 112"/>
                <a:gd name="T8" fmla="*/ 1968 w 1440"/>
                <a:gd name="T9" fmla="*/ 7 h 112"/>
                <a:gd name="T10" fmla="*/ 2104 w 1440"/>
                <a:gd name="T11" fmla="*/ 0 h 112"/>
                <a:gd name="T12" fmla="*/ 2649 w 1440"/>
                <a:gd name="T13" fmla="*/ 1 h 1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40" h="112">
                  <a:moveTo>
                    <a:pt x="1440" y="1"/>
                  </a:moveTo>
                  <a:lnTo>
                    <a:pt x="1261" y="112"/>
                  </a:lnTo>
                  <a:lnTo>
                    <a:pt x="0" y="110"/>
                  </a:lnTo>
                  <a:lnTo>
                    <a:pt x="0" y="49"/>
                  </a:lnTo>
                  <a:lnTo>
                    <a:pt x="1069" y="50"/>
                  </a:lnTo>
                  <a:lnTo>
                    <a:pt x="1142" y="0"/>
                  </a:lnTo>
                  <a:lnTo>
                    <a:pt x="1440" y="1"/>
                  </a:lnTo>
                  <a:close/>
                </a:path>
              </a:pathLst>
            </a:custGeom>
            <a:solidFill>
              <a:srgbClr val="FFFFFF">
                <a:alpha val="30196"/>
              </a:srgbClr>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l" rtl="0" eaLnBrk="0" fontAlgn="base" hangingPunct="0">
                <a:spcBef>
                  <a:spcPct val="0"/>
                </a:spcBef>
                <a:spcAft>
                  <a:spcPct val="0"/>
                </a:spcAft>
              </a:pPr>
              <a:endParaRPr lang="fa-IR">
                <a:solidFill>
                  <a:srgbClr val="DDE89A"/>
                </a:solidFill>
                <a:latin typeface="Calibri" pitchFamily="34" charset="0"/>
                <a:cs typeface="B Mitra" pitchFamily="2" charset="-78"/>
              </a:endParaRPr>
            </a:p>
          </p:txBody>
        </p:sp>
      </p:grpSp>
      <p:sp>
        <p:nvSpPr>
          <p:cNvPr id="37" name="Rectangle 33"/>
          <p:cNvSpPr>
            <a:spLocks noChangeArrowheads="1"/>
          </p:cNvSpPr>
          <p:nvPr/>
        </p:nvSpPr>
        <p:spPr bwMode="gray">
          <a:xfrm>
            <a:off x="85725" y="609600"/>
            <a:ext cx="8982075" cy="185738"/>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gn="r" rtl="1" eaLnBrk="0" hangingPunct="0">
              <a:defRPr>
                <a:solidFill>
                  <a:schemeClr val="tx1"/>
                </a:solidFill>
                <a:latin typeface="Calibri" panose="020F0502020204030204" pitchFamily="34" charset="0"/>
                <a:cs typeface="B Mitra" panose="00000400000000000000" pitchFamily="2" charset="-78"/>
              </a:defRPr>
            </a:lvl1pPr>
            <a:lvl2pPr marL="742950" indent="-285750" algn="r" rtl="1" eaLnBrk="0" hangingPunct="0">
              <a:defRPr>
                <a:solidFill>
                  <a:schemeClr val="tx1"/>
                </a:solidFill>
                <a:latin typeface="Calibri" panose="020F0502020204030204" pitchFamily="34" charset="0"/>
                <a:cs typeface="B Mitra" panose="00000400000000000000" pitchFamily="2" charset="-78"/>
              </a:defRPr>
            </a:lvl2pPr>
            <a:lvl3pPr marL="1143000" indent="-228600" algn="r" rtl="1" eaLnBrk="0" hangingPunct="0">
              <a:defRPr>
                <a:solidFill>
                  <a:schemeClr val="tx1"/>
                </a:solidFill>
                <a:latin typeface="Calibri" panose="020F0502020204030204" pitchFamily="34" charset="0"/>
                <a:cs typeface="B Mitra" panose="00000400000000000000" pitchFamily="2" charset="-78"/>
              </a:defRPr>
            </a:lvl3pPr>
            <a:lvl4pPr marL="1600200" indent="-228600" algn="r" rtl="1" eaLnBrk="0" hangingPunct="0">
              <a:defRPr>
                <a:solidFill>
                  <a:schemeClr val="tx1"/>
                </a:solidFill>
                <a:latin typeface="Calibri" panose="020F0502020204030204" pitchFamily="34" charset="0"/>
                <a:cs typeface="B Mitra" panose="00000400000000000000" pitchFamily="2" charset="-78"/>
              </a:defRPr>
            </a:lvl4pPr>
            <a:lvl5pPr marL="2057400" indent="-228600" algn="r" rtl="1" eaLnBrk="0" hangingPunct="0">
              <a:defRPr>
                <a:solidFill>
                  <a:schemeClr val="tx1"/>
                </a:solidFill>
                <a:latin typeface="Calibri" panose="020F0502020204030204" pitchFamily="34" charset="0"/>
                <a:cs typeface="B Mitra" panose="00000400000000000000" pitchFamily="2" charset="-78"/>
              </a:defRPr>
            </a:lvl5pPr>
            <a:lvl6pPr marL="25146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6pPr>
            <a:lvl7pPr marL="29718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7pPr>
            <a:lvl8pPr marL="34290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8pPr>
            <a:lvl9pPr marL="38862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9pPr>
          </a:lstStyle>
          <a:p>
            <a:pPr algn="l" rtl="0" eaLnBrk="1" fontAlgn="base" hangingPunct="1">
              <a:spcBef>
                <a:spcPct val="0"/>
              </a:spcBef>
              <a:spcAft>
                <a:spcPct val="0"/>
              </a:spcAft>
              <a:defRPr/>
            </a:pPr>
            <a:endParaRPr lang="zh-TW" altLang="en-US">
              <a:solidFill>
                <a:srgbClr val="DDE89A"/>
              </a:solidFill>
              <a:latin typeface="Arial" panose="020B0604020202020204" pitchFamily="34" charset="0"/>
            </a:endParaRPr>
          </a:p>
        </p:txBody>
      </p:sp>
      <p:sp>
        <p:nvSpPr>
          <p:cNvPr id="38" name="Rectangle 38" descr="1"/>
          <p:cNvSpPr>
            <a:spLocks noChangeArrowheads="1"/>
          </p:cNvSpPr>
          <p:nvPr/>
        </p:nvSpPr>
        <p:spPr bwMode="gray">
          <a:xfrm>
            <a:off x="4067175" y="4497388"/>
            <a:ext cx="741363" cy="742950"/>
          </a:xfrm>
          <a:prstGeom prst="rect">
            <a:avLst/>
          </a:prstGeom>
          <a:blipFill dpi="0" rotWithShape="1">
            <a:blip r:embed="rId4"/>
            <a:srcRect/>
            <a:stretch>
              <a:fillRect/>
            </a:stretch>
          </a:blip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gn="r" rtl="1" eaLnBrk="0" hangingPunct="0">
              <a:defRPr>
                <a:solidFill>
                  <a:schemeClr val="tx1"/>
                </a:solidFill>
                <a:latin typeface="Calibri" panose="020F0502020204030204" pitchFamily="34" charset="0"/>
                <a:cs typeface="B Mitra" panose="00000400000000000000" pitchFamily="2" charset="-78"/>
              </a:defRPr>
            </a:lvl1pPr>
            <a:lvl2pPr marL="742950" indent="-285750" algn="r" rtl="1" eaLnBrk="0" hangingPunct="0">
              <a:defRPr>
                <a:solidFill>
                  <a:schemeClr val="tx1"/>
                </a:solidFill>
                <a:latin typeface="Calibri" panose="020F0502020204030204" pitchFamily="34" charset="0"/>
                <a:cs typeface="B Mitra" panose="00000400000000000000" pitchFamily="2" charset="-78"/>
              </a:defRPr>
            </a:lvl2pPr>
            <a:lvl3pPr marL="1143000" indent="-228600" algn="r" rtl="1" eaLnBrk="0" hangingPunct="0">
              <a:defRPr>
                <a:solidFill>
                  <a:schemeClr val="tx1"/>
                </a:solidFill>
                <a:latin typeface="Calibri" panose="020F0502020204030204" pitchFamily="34" charset="0"/>
                <a:cs typeface="B Mitra" panose="00000400000000000000" pitchFamily="2" charset="-78"/>
              </a:defRPr>
            </a:lvl3pPr>
            <a:lvl4pPr marL="1600200" indent="-228600" algn="r" rtl="1" eaLnBrk="0" hangingPunct="0">
              <a:defRPr>
                <a:solidFill>
                  <a:schemeClr val="tx1"/>
                </a:solidFill>
                <a:latin typeface="Calibri" panose="020F0502020204030204" pitchFamily="34" charset="0"/>
                <a:cs typeface="B Mitra" panose="00000400000000000000" pitchFamily="2" charset="-78"/>
              </a:defRPr>
            </a:lvl4pPr>
            <a:lvl5pPr marL="2057400" indent="-228600" algn="r" rtl="1" eaLnBrk="0" hangingPunct="0">
              <a:defRPr>
                <a:solidFill>
                  <a:schemeClr val="tx1"/>
                </a:solidFill>
                <a:latin typeface="Calibri" panose="020F0502020204030204" pitchFamily="34" charset="0"/>
                <a:cs typeface="B Mitra" panose="00000400000000000000" pitchFamily="2" charset="-78"/>
              </a:defRPr>
            </a:lvl5pPr>
            <a:lvl6pPr marL="25146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6pPr>
            <a:lvl7pPr marL="29718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7pPr>
            <a:lvl8pPr marL="34290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8pPr>
            <a:lvl9pPr marL="38862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9pPr>
          </a:lstStyle>
          <a:p>
            <a:pPr algn="l" rtl="0" eaLnBrk="1" fontAlgn="base" hangingPunct="1">
              <a:spcBef>
                <a:spcPct val="0"/>
              </a:spcBef>
              <a:spcAft>
                <a:spcPct val="0"/>
              </a:spcAft>
              <a:defRPr/>
            </a:pPr>
            <a:endParaRPr lang="zh-TW" altLang="en-US">
              <a:solidFill>
                <a:srgbClr val="DDE89A"/>
              </a:solidFill>
              <a:latin typeface="Arial" panose="020B0604020202020204" pitchFamily="34" charset="0"/>
            </a:endParaRPr>
          </a:p>
        </p:txBody>
      </p:sp>
      <p:sp>
        <p:nvSpPr>
          <p:cNvPr id="39" name="Rectangle 40" descr="7"/>
          <p:cNvSpPr>
            <a:spLocks noChangeArrowheads="1"/>
          </p:cNvSpPr>
          <p:nvPr/>
        </p:nvSpPr>
        <p:spPr bwMode="gray">
          <a:xfrm>
            <a:off x="3275013" y="5314950"/>
            <a:ext cx="742950" cy="742950"/>
          </a:xfrm>
          <a:prstGeom prst="rect">
            <a:avLst/>
          </a:prstGeom>
          <a:blipFill dpi="0" rotWithShape="1">
            <a:blip r:embed="rId5"/>
            <a:srcRect/>
            <a:stretch>
              <a:fillRect/>
            </a:stretch>
          </a:blip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gn="r" rtl="1" eaLnBrk="0" hangingPunct="0">
              <a:defRPr>
                <a:solidFill>
                  <a:schemeClr val="tx1"/>
                </a:solidFill>
                <a:latin typeface="Calibri" panose="020F0502020204030204" pitchFamily="34" charset="0"/>
                <a:cs typeface="B Mitra" panose="00000400000000000000" pitchFamily="2" charset="-78"/>
              </a:defRPr>
            </a:lvl1pPr>
            <a:lvl2pPr marL="742950" indent="-285750" algn="r" rtl="1" eaLnBrk="0" hangingPunct="0">
              <a:defRPr>
                <a:solidFill>
                  <a:schemeClr val="tx1"/>
                </a:solidFill>
                <a:latin typeface="Calibri" panose="020F0502020204030204" pitchFamily="34" charset="0"/>
                <a:cs typeface="B Mitra" panose="00000400000000000000" pitchFamily="2" charset="-78"/>
              </a:defRPr>
            </a:lvl2pPr>
            <a:lvl3pPr marL="1143000" indent="-228600" algn="r" rtl="1" eaLnBrk="0" hangingPunct="0">
              <a:defRPr>
                <a:solidFill>
                  <a:schemeClr val="tx1"/>
                </a:solidFill>
                <a:latin typeface="Calibri" panose="020F0502020204030204" pitchFamily="34" charset="0"/>
                <a:cs typeface="B Mitra" panose="00000400000000000000" pitchFamily="2" charset="-78"/>
              </a:defRPr>
            </a:lvl3pPr>
            <a:lvl4pPr marL="1600200" indent="-228600" algn="r" rtl="1" eaLnBrk="0" hangingPunct="0">
              <a:defRPr>
                <a:solidFill>
                  <a:schemeClr val="tx1"/>
                </a:solidFill>
                <a:latin typeface="Calibri" panose="020F0502020204030204" pitchFamily="34" charset="0"/>
                <a:cs typeface="B Mitra" panose="00000400000000000000" pitchFamily="2" charset="-78"/>
              </a:defRPr>
            </a:lvl4pPr>
            <a:lvl5pPr marL="2057400" indent="-228600" algn="r" rtl="1" eaLnBrk="0" hangingPunct="0">
              <a:defRPr>
                <a:solidFill>
                  <a:schemeClr val="tx1"/>
                </a:solidFill>
                <a:latin typeface="Calibri" panose="020F0502020204030204" pitchFamily="34" charset="0"/>
                <a:cs typeface="B Mitra" panose="00000400000000000000" pitchFamily="2" charset="-78"/>
              </a:defRPr>
            </a:lvl5pPr>
            <a:lvl6pPr marL="25146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6pPr>
            <a:lvl7pPr marL="29718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7pPr>
            <a:lvl8pPr marL="34290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8pPr>
            <a:lvl9pPr marL="38862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9pPr>
          </a:lstStyle>
          <a:p>
            <a:pPr algn="l" rtl="0" eaLnBrk="1" fontAlgn="base" hangingPunct="1">
              <a:spcBef>
                <a:spcPct val="0"/>
              </a:spcBef>
              <a:spcAft>
                <a:spcPct val="0"/>
              </a:spcAft>
              <a:defRPr/>
            </a:pPr>
            <a:endParaRPr lang="zh-TW" altLang="en-US">
              <a:solidFill>
                <a:srgbClr val="DDE89A"/>
              </a:solidFill>
              <a:latin typeface="Arial" panose="020B0604020202020204" pitchFamily="34" charset="0"/>
            </a:endParaRPr>
          </a:p>
        </p:txBody>
      </p:sp>
      <p:sp>
        <p:nvSpPr>
          <p:cNvPr id="40" name="Rectangle 42"/>
          <p:cNvSpPr>
            <a:spLocks noChangeArrowheads="1"/>
          </p:cNvSpPr>
          <p:nvPr/>
        </p:nvSpPr>
        <p:spPr bwMode="gray">
          <a:xfrm>
            <a:off x="3282950" y="4510088"/>
            <a:ext cx="741363" cy="744537"/>
          </a:xfrm>
          <a:prstGeom prst="rect">
            <a:avLst/>
          </a:prstGeom>
          <a:solidFill>
            <a:srgbClr val="D7D7D7"/>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gn="r" rtl="1" eaLnBrk="0" hangingPunct="0">
              <a:defRPr>
                <a:solidFill>
                  <a:schemeClr val="tx1"/>
                </a:solidFill>
                <a:latin typeface="Calibri" panose="020F0502020204030204" pitchFamily="34" charset="0"/>
                <a:cs typeface="B Mitra" panose="00000400000000000000" pitchFamily="2" charset="-78"/>
              </a:defRPr>
            </a:lvl1pPr>
            <a:lvl2pPr marL="742950" indent="-285750" algn="r" rtl="1" eaLnBrk="0" hangingPunct="0">
              <a:defRPr>
                <a:solidFill>
                  <a:schemeClr val="tx1"/>
                </a:solidFill>
                <a:latin typeface="Calibri" panose="020F0502020204030204" pitchFamily="34" charset="0"/>
                <a:cs typeface="B Mitra" panose="00000400000000000000" pitchFamily="2" charset="-78"/>
              </a:defRPr>
            </a:lvl2pPr>
            <a:lvl3pPr marL="1143000" indent="-228600" algn="r" rtl="1" eaLnBrk="0" hangingPunct="0">
              <a:defRPr>
                <a:solidFill>
                  <a:schemeClr val="tx1"/>
                </a:solidFill>
                <a:latin typeface="Calibri" panose="020F0502020204030204" pitchFamily="34" charset="0"/>
                <a:cs typeface="B Mitra" panose="00000400000000000000" pitchFamily="2" charset="-78"/>
              </a:defRPr>
            </a:lvl3pPr>
            <a:lvl4pPr marL="1600200" indent="-228600" algn="r" rtl="1" eaLnBrk="0" hangingPunct="0">
              <a:defRPr>
                <a:solidFill>
                  <a:schemeClr val="tx1"/>
                </a:solidFill>
                <a:latin typeface="Calibri" panose="020F0502020204030204" pitchFamily="34" charset="0"/>
                <a:cs typeface="B Mitra" panose="00000400000000000000" pitchFamily="2" charset="-78"/>
              </a:defRPr>
            </a:lvl4pPr>
            <a:lvl5pPr marL="2057400" indent="-228600" algn="r" rtl="1" eaLnBrk="0" hangingPunct="0">
              <a:defRPr>
                <a:solidFill>
                  <a:schemeClr val="tx1"/>
                </a:solidFill>
                <a:latin typeface="Calibri" panose="020F0502020204030204" pitchFamily="34" charset="0"/>
                <a:cs typeface="B Mitra" panose="00000400000000000000" pitchFamily="2" charset="-78"/>
              </a:defRPr>
            </a:lvl5pPr>
            <a:lvl6pPr marL="25146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6pPr>
            <a:lvl7pPr marL="29718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7pPr>
            <a:lvl8pPr marL="34290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8pPr>
            <a:lvl9pPr marL="38862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9pPr>
          </a:lstStyle>
          <a:p>
            <a:pPr algn="l" rtl="0" eaLnBrk="1" fontAlgn="base" hangingPunct="1">
              <a:spcBef>
                <a:spcPct val="0"/>
              </a:spcBef>
              <a:spcAft>
                <a:spcPct val="0"/>
              </a:spcAft>
              <a:defRPr/>
            </a:pPr>
            <a:endParaRPr lang="zh-TW" altLang="en-US">
              <a:solidFill>
                <a:srgbClr val="DDE89A"/>
              </a:solidFill>
              <a:latin typeface="Arial" panose="020B0604020202020204" pitchFamily="34" charset="0"/>
            </a:endParaRPr>
          </a:p>
        </p:txBody>
      </p:sp>
      <p:sp>
        <p:nvSpPr>
          <p:cNvPr id="41" name="Rectangle 37" descr="6"/>
          <p:cNvSpPr>
            <a:spLocks noChangeArrowheads="1"/>
          </p:cNvSpPr>
          <p:nvPr/>
        </p:nvSpPr>
        <p:spPr bwMode="gray">
          <a:xfrm>
            <a:off x="1703388" y="5314950"/>
            <a:ext cx="742950" cy="742950"/>
          </a:xfrm>
          <a:prstGeom prst="rect">
            <a:avLst/>
          </a:prstGeom>
          <a:blipFill dpi="0" rotWithShape="1">
            <a:blip r:embed="rId6"/>
            <a:srcRect/>
            <a:stretch>
              <a:fillRect/>
            </a:stretch>
          </a:blip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gn="r" rtl="1" eaLnBrk="0" hangingPunct="0">
              <a:defRPr>
                <a:solidFill>
                  <a:schemeClr val="tx1"/>
                </a:solidFill>
                <a:latin typeface="Calibri" panose="020F0502020204030204" pitchFamily="34" charset="0"/>
                <a:cs typeface="B Mitra" panose="00000400000000000000" pitchFamily="2" charset="-78"/>
              </a:defRPr>
            </a:lvl1pPr>
            <a:lvl2pPr marL="742950" indent="-285750" algn="r" rtl="1" eaLnBrk="0" hangingPunct="0">
              <a:defRPr>
                <a:solidFill>
                  <a:schemeClr val="tx1"/>
                </a:solidFill>
                <a:latin typeface="Calibri" panose="020F0502020204030204" pitchFamily="34" charset="0"/>
                <a:cs typeface="B Mitra" panose="00000400000000000000" pitchFamily="2" charset="-78"/>
              </a:defRPr>
            </a:lvl2pPr>
            <a:lvl3pPr marL="1143000" indent="-228600" algn="r" rtl="1" eaLnBrk="0" hangingPunct="0">
              <a:defRPr>
                <a:solidFill>
                  <a:schemeClr val="tx1"/>
                </a:solidFill>
                <a:latin typeface="Calibri" panose="020F0502020204030204" pitchFamily="34" charset="0"/>
                <a:cs typeface="B Mitra" panose="00000400000000000000" pitchFamily="2" charset="-78"/>
              </a:defRPr>
            </a:lvl3pPr>
            <a:lvl4pPr marL="1600200" indent="-228600" algn="r" rtl="1" eaLnBrk="0" hangingPunct="0">
              <a:defRPr>
                <a:solidFill>
                  <a:schemeClr val="tx1"/>
                </a:solidFill>
                <a:latin typeface="Calibri" panose="020F0502020204030204" pitchFamily="34" charset="0"/>
                <a:cs typeface="B Mitra" panose="00000400000000000000" pitchFamily="2" charset="-78"/>
              </a:defRPr>
            </a:lvl4pPr>
            <a:lvl5pPr marL="2057400" indent="-228600" algn="r" rtl="1" eaLnBrk="0" hangingPunct="0">
              <a:defRPr>
                <a:solidFill>
                  <a:schemeClr val="tx1"/>
                </a:solidFill>
                <a:latin typeface="Calibri" panose="020F0502020204030204" pitchFamily="34" charset="0"/>
                <a:cs typeface="B Mitra" panose="00000400000000000000" pitchFamily="2" charset="-78"/>
              </a:defRPr>
            </a:lvl5pPr>
            <a:lvl6pPr marL="25146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6pPr>
            <a:lvl7pPr marL="29718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7pPr>
            <a:lvl8pPr marL="34290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8pPr>
            <a:lvl9pPr marL="38862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9pPr>
          </a:lstStyle>
          <a:p>
            <a:pPr algn="l" rtl="0" eaLnBrk="1" fontAlgn="base" hangingPunct="1">
              <a:spcBef>
                <a:spcPct val="0"/>
              </a:spcBef>
              <a:spcAft>
                <a:spcPct val="0"/>
              </a:spcAft>
              <a:defRPr/>
            </a:pPr>
            <a:endParaRPr lang="zh-TW" altLang="en-US">
              <a:solidFill>
                <a:srgbClr val="DDE89A"/>
              </a:solidFill>
              <a:latin typeface="Arial" panose="020B0604020202020204" pitchFamily="34" charset="0"/>
            </a:endParaRPr>
          </a:p>
        </p:txBody>
      </p:sp>
      <p:sp>
        <p:nvSpPr>
          <p:cNvPr id="42" name="Rectangle 49"/>
          <p:cNvSpPr>
            <a:spLocks noChangeArrowheads="1"/>
          </p:cNvSpPr>
          <p:nvPr/>
        </p:nvSpPr>
        <p:spPr bwMode="gray">
          <a:xfrm>
            <a:off x="1703388" y="4511675"/>
            <a:ext cx="742950" cy="742950"/>
          </a:xfrm>
          <a:prstGeom prst="rect">
            <a:avLst/>
          </a:prstGeom>
          <a:solidFill>
            <a:schemeClr val="accent1">
              <a:alpha val="50195"/>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gn="r" rtl="1" eaLnBrk="0" hangingPunct="0">
              <a:defRPr>
                <a:solidFill>
                  <a:schemeClr val="tx1"/>
                </a:solidFill>
                <a:latin typeface="Calibri" panose="020F0502020204030204" pitchFamily="34" charset="0"/>
                <a:cs typeface="B Mitra" panose="00000400000000000000" pitchFamily="2" charset="-78"/>
              </a:defRPr>
            </a:lvl1pPr>
            <a:lvl2pPr marL="742950" indent="-285750" algn="r" rtl="1" eaLnBrk="0" hangingPunct="0">
              <a:defRPr>
                <a:solidFill>
                  <a:schemeClr val="tx1"/>
                </a:solidFill>
                <a:latin typeface="Calibri" panose="020F0502020204030204" pitchFamily="34" charset="0"/>
                <a:cs typeface="B Mitra" panose="00000400000000000000" pitchFamily="2" charset="-78"/>
              </a:defRPr>
            </a:lvl2pPr>
            <a:lvl3pPr marL="1143000" indent="-228600" algn="r" rtl="1" eaLnBrk="0" hangingPunct="0">
              <a:defRPr>
                <a:solidFill>
                  <a:schemeClr val="tx1"/>
                </a:solidFill>
                <a:latin typeface="Calibri" panose="020F0502020204030204" pitchFamily="34" charset="0"/>
                <a:cs typeface="B Mitra" panose="00000400000000000000" pitchFamily="2" charset="-78"/>
              </a:defRPr>
            </a:lvl3pPr>
            <a:lvl4pPr marL="1600200" indent="-228600" algn="r" rtl="1" eaLnBrk="0" hangingPunct="0">
              <a:defRPr>
                <a:solidFill>
                  <a:schemeClr val="tx1"/>
                </a:solidFill>
                <a:latin typeface="Calibri" panose="020F0502020204030204" pitchFamily="34" charset="0"/>
                <a:cs typeface="B Mitra" panose="00000400000000000000" pitchFamily="2" charset="-78"/>
              </a:defRPr>
            </a:lvl4pPr>
            <a:lvl5pPr marL="2057400" indent="-228600" algn="r" rtl="1" eaLnBrk="0" hangingPunct="0">
              <a:defRPr>
                <a:solidFill>
                  <a:schemeClr val="tx1"/>
                </a:solidFill>
                <a:latin typeface="Calibri" panose="020F0502020204030204" pitchFamily="34" charset="0"/>
                <a:cs typeface="B Mitra" panose="00000400000000000000" pitchFamily="2" charset="-78"/>
              </a:defRPr>
            </a:lvl5pPr>
            <a:lvl6pPr marL="25146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6pPr>
            <a:lvl7pPr marL="29718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7pPr>
            <a:lvl8pPr marL="34290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8pPr>
            <a:lvl9pPr marL="38862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9pPr>
          </a:lstStyle>
          <a:p>
            <a:pPr algn="l" rtl="0" eaLnBrk="1" fontAlgn="base" hangingPunct="1">
              <a:spcBef>
                <a:spcPct val="0"/>
              </a:spcBef>
              <a:spcAft>
                <a:spcPct val="0"/>
              </a:spcAft>
              <a:defRPr/>
            </a:pPr>
            <a:endParaRPr lang="zh-TW" altLang="en-US">
              <a:solidFill>
                <a:srgbClr val="DDE89A"/>
              </a:solidFill>
              <a:latin typeface="Arial" panose="020B0604020202020204" pitchFamily="34" charset="0"/>
            </a:endParaRPr>
          </a:p>
        </p:txBody>
      </p:sp>
      <p:sp>
        <p:nvSpPr>
          <p:cNvPr id="43" name="Rectangle 50"/>
          <p:cNvSpPr>
            <a:spLocks noChangeArrowheads="1"/>
          </p:cNvSpPr>
          <p:nvPr/>
        </p:nvSpPr>
        <p:spPr bwMode="gray">
          <a:xfrm>
            <a:off x="128588" y="4511675"/>
            <a:ext cx="741362" cy="742950"/>
          </a:xfrm>
          <a:prstGeom prst="rect">
            <a:avLst/>
          </a:prstGeom>
          <a:solidFill>
            <a:schemeClr val="bg1">
              <a:alpha val="50195"/>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gn="r" rtl="1" eaLnBrk="0" hangingPunct="0">
              <a:defRPr>
                <a:solidFill>
                  <a:schemeClr val="tx1"/>
                </a:solidFill>
                <a:latin typeface="Calibri" panose="020F0502020204030204" pitchFamily="34" charset="0"/>
                <a:cs typeface="B Mitra" panose="00000400000000000000" pitchFamily="2" charset="-78"/>
              </a:defRPr>
            </a:lvl1pPr>
            <a:lvl2pPr marL="742950" indent="-285750" algn="r" rtl="1" eaLnBrk="0" hangingPunct="0">
              <a:defRPr>
                <a:solidFill>
                  <a:schemeClr val="tx1"/>
                </a:solidFill>
                <a:latin typeface="Calibri" panose="020F0502020204030204" pitchFamily="34" charset="0"/>
                <a:cs typeface="B Mitra" panose="00000400000000000000" pitchFamily="2" charset="-78"/>
              </a:defRPr>
            </a:lvl2pPr>
            <a:lvl3pPr marL="1143000" indent="-228600" algn="r" rtl="1" eaLnBrk="0" hangingPunct="0">
              <a:defRPr>
                <a:solidFill>
                  <a:schemeClr val="tx1"/>
                </a:solidFill>
                <a:latin typeface="Calibri" panose="020F0502020204030204" pitchFamily="34" charset="0"/>
                <a:cs typeface="B Mitra" panose="00000400000000000000" pitchFamily="2" charset="-78"/>
              </a:defRPr>
            </a:lvl3pPr>
            <a:lvl4pPr marL="1600200" indent="-228600" algn="r" rtl="1" eaLnBrk="0" hangingPunct="0">
              <a:defRPr>
                <a:solidFill>
                  <a:schemeClr val="tx1"/>
                </a:solidFill>
                <a:latin typeface="Calibri" panose="020F0502020204030204" pitchFamily="34" charset="0"/>
                <a:cs typeface="B Mitra" panose="00000400000000000000" pitchFamily="2" charset="-78"/>
              </a:defRPr>
            </a:lvl4pPr>
            <a:lvl5pPr marL="2057400" indent="-228600" algn="r" rtl="1" eaLnBrk="0" hangingPunct="0">
              <a:defRPr>
                <a:solidFill>
                  <a:schemeClr val="tx1"/>
                </a:solidFill>
                <a:latin typeface="Calibri" panose="020F0502020204030204" pitchFamily="34" charset="0"/>
                <a:cs typeface="B Mitra" panose="00000400000000000000" pitchFamily="2" charset="-78"/>
              </a:defRPr>
            </a:lvl5pPr>
            <a:lvl6pPr marL="25146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6pPr>
            <a:lvl7pPr marL="29718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7pPr>
            <a:lvl8pPr marL="34290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8pPr>
            <a:lvl9pPr marL="38862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9pPr>
          </a:lstStyle>
          <a:p>
            <a:pPr algn="l" rtl="0" eaLnBrk="1" fontAlgn="base" hangingPunct="1">
              <a:spcBef>
                <a:spcPct val="0"/>
              </a:spcBef>
              <a:spcAft>
                <a:spcPct val="0"/>
              </a:spcAft>
              <a:defRPr/>
            </a:pPr>
            <a:endParaRPr lang="zh-TW" altLang="en-US">
              <a:solidFill>
                <a:srgbClr val="DDE89A"/>
              </a:solidFill>
              <a:latin typeface="Arial" panose="020B0604020202020204" pitchFamily="34" charset="0"/>
            </a:endParaRPr>
          </a:p>
        </p:txBody>
      </p:sp>
      <p:sp>
        <p:nvSpPr>
          <p:cNvPr id="44" name="Rectangle 52"/>
          <p:cNvSpPr>
            <a:spLocks noChangeArrowheads="1"/>
          </p:cNvSpPr>
          <p:nvPr/>
        </p:nvSpPr>
        <p:spPr bwMode="gray">
          <a:xfrm>
            <a:off x="2492375" y="5314950"/>
            <a:ext cx="742950" cy="742950"/>
          </a:xfrm>
          <a:prstGeom prst="rect">
            <a:avLst/>
          </a:prstGeom>
          <a:solidFill>
            <a:schemeClr val="tx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gn="r" rtl="1" eaLnBrk="0" hangingPunct="0">
              <a:defRPr>
                <a:solidFill>
                  <a:schemeClr val="tx1"/>
                </a:solidFill>
                <a:latin typeface="Calibri" panose="020F0502020204030204" pitchFamily="34" charset="0"/>
                <a:cs typeface="B Mitra" panose="00000400000000000000" pitchFamily="2" charset="-78"/>
              </a:defRPr>
            </a:lvl1pPr>
            <a:lvl2pPr marL="742950" indent="-285750" algn="r" rtl="1" eaLnBrk="0" hangingPunct="0">
              <a:defRPr>
                <a:solidFill>
                  <a:schemeClr val="tx1"/>
                </a:solidFill>
                <a:latin typeface="Calibri" panose="020F0502020204030204" pitchFamily="34" charset="0"/>
                <a:cs typeface="B Mitra" panose="00000400000000000000" pitchFamily="2" charset="-78"/>
              </a:defRPr>
            </a:lvl2pPr>
            <a:lvl3pPr marL="1143000" indent="-228600" algn="r" rtl="1" eaLnBrk="0" hangingPunct="0">
              <a:defRPr>
                <a:solidFill>
                  <a:schemeClr val="tx1"/>
                </a:solidFill>
                <a:latin typeface="Calibri" panose="020F0502020204030204" pitchFamily="34" charset="0"/>
                <a:cs typeface="B Mitra" panose="00000400000000000000" pitchFamily="2" charset="-78"/>
              </a:defRPr>
            </a:lvl3pPr>
            <a:lvl4pPr marL="1600200" indent="-228600" algn="r" rtl="1" eaLnBrk="0" hangingPunct="0">
              <a:defRPr>
                <a:solidFill>
                  <a:schemeClr val="tx1"/>
                </a:solidFill>
                <a:latin typeface="Calibri" panose="020F0502020204030204" pitchFamily="34" charset="0"/>
                <a:cs typeface="B Mitra" panose="00000400000000000000" pitchFamily="2" charset="-78"/>
              </a:defRPr>
            </a:lvl4pPr>
            <a:lvl5pPr marL="2057400" indent="-228600" algn="r" rtl="1" eaLnBrk="0" hangingPunct="0">
              <a:defRPr>
                <a:solidFill>
                  <a:schemeClr val="tx1"/>
                </a:solidFill>
                <a:latin typeface="Calibri" panose="020F0502020204030204" pitchFamily="34" charset="0"/>
                <a:cs typeface="B Mitra" panose="00000400000000000000" pitchFamily="2" charset="-78"/>
              </a:defRPr>
            </a:lvl5pPr>
            <a:lvl6pPr marL="25146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6pPr>
            <a:lvl7pPr marL="29718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7pPr>
            <a:lvl8pPr marL="34290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8pPr>
            <a:lvl9pPr marL="38862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9pPr>
          </a:lstStyle>
          <a:p>
            <a:pPr algn="l" rtl="0" eaLnBrk="1" fontAlgn="base" hangingPunct="1">
              <a:spcBef>
                <a:spcPct val="0"/>
              </a:spcBef>
              <a:spcAft>
                <a:spcPct val="0"/>
              </a:spcAft>
              <a:defRPr/>
            </a:pPr>
            <a:endParaRPr lang="zh-TW" altLang="en-US">
              <a:solidFill>
                <a:srgbClr val="DDE89A"/>
              </a:solidFill>
              <a:latin typeface="Arial" panose="020B0604020202020204" pitchFamily="34" charset="0"/>
            </a:endParaRPr>
          </a:p>
        </p:txBody>
      </p:sp>
      <p:pic>
        <p:nvPicPr>
          <p:cNvPr id="45" name="Picture 43" descr="1"/>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gray">
          <a:xfrm>
            <a:off x="130175" y="2911475"/>
            <a:ext cx="1347788" cy="153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6" name="Rectangle 70" descr="2"/>
          <p:cNvSpPr>
            <a:spLocks noChangeArrowheads="1"/>
          </p:cNvSpPr>
          <p:nvPr/>
        </p:nvSpPr>
        <p:spPr bwMode="gray">
          <a:xfrm>
            <a:off x="1701800" y="3705225"/>
            <a:ext cx="744538" cy="742950"/>
          </a:xfrm>
          <a:prstGeom prst="rect">
            <a:avLst/>
          </a:prstGeom>
          <a:blipFill dpi="0" rotWithShape="1">
            <a:blip r:embed="rId8"/>
            <a:srcRect/>
            <a:stretch>
              <a:fillRect/>
            </a:stretch>
          </a:blip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gn="r" rtl="1" eaLnBrk="0" hangingPunct="0">
              <a:defRPr>
                <a:solidFill>
                  <a:schemeClr val="tx1"/>
                </a:solidFill>
                <a:latin typeface="Calibri" panose="020F0502020204030204" pitchFamily="34" charset="0"/>
                <a:cs typeface="B Mitra" panose="00000400000000000000" pitchFamily="2" charset="-78"/>
              </a:defRPr>
            </a:lvl1pPr>
            <a:lvl2pPr marL="742950" indent="-285750" algn="r" rtl="1" eaLnBrk="0" hangingPunct="0">
              <a:defRPr>
                <a:solidFill>
                  <a:schemeClr val="tx1"/>
                </a:solidFill>
                <a:latin typeface="Calibri" panose="020F0502020204030204" pitchFamily="34" charset="0"/>
                <a:cs typeface="B Mitra" panose="00000400000000000000" pitchFamily="2" charset="-78"/>
              </a:defRPr>
            </a:lvl2pPr>
            <a:lvl3pPr marL="1143000" indent="-228600" algn="r" rtl="1" eaLnBrk="0" hangingPunct="0">
              <a:defRPr>
                <a:solidFill>
                  <a:schemeClr val="tx1"/>
                </a:solidFill>
                <a:latin typeface="Calibri" panose="020F0502020204030204" pitchFamily="34" charset="0"/>
                <a:cs typeface="B Mitra" panose="00000400000000000000" pitchFamily="2" charset="-78"/>
              </a:defRPr>
            </a:lvl3pPr>
            <a:lvl4pPr marL="1600200" indent="-228600" algn="r" rtl="1" eaLnBrk="0" hangingPunct="0">
              <a:defRPr>
                <a:solidFill>
                  <a:schemeClr val="tx1"/>
                </a:solidFill>
                <a:latin typeface="Calibri" panose="020F0502020204030204" pitchFamily="34" charset="0"/>
                <a:cs typeface="B Mitra" panose="00000400000000000000" pitchFamily="2" charset="-78"/>
              </a:defRPr>
            </a:lvl4pPr>
            <a:lvl5pPr marL="2057400" indent="-228600" algn="r" rtl="1" eaLnBrk="0" hangingPunct="0">
              <a:defRPr>
                <a:solidFill>
                  <a:schemeClr val="tx1"/>
                </a:solidFill>
                <a:latin typeface="Calibri" panose="020F0502020204030204" pitchFamily="34" charset="0"/>
                <a:cs typeface="B Mitra" panose="00000400000000000000" pitchFamily="2" charset="-78"/>
              </a:defRPr>
            </a:lvl5pPr>
            <a:lvl6pPr marL="25146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6pPr>
            <a:lvl7pPr marL="29718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7pPr>
            <a:lvl8pPr marL="34290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8pPr>
            <a:lvl9pPr marL="38862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9pPr>
          </a:lstStyle>
          <a:p>
            <a:pPr algn="l" rtl="0" eaLnBrk="1" fontAlgn="base" hangingPunct="1">
              <a:spcBef>
                <a:spcPct val="0"/>
              </a:spcBef>
              <a:spcAft>
                <a:spcPct val="0"/>
              </a:spcAft>
              <a:defRPr/>
            </a:pPr>
            <a:endParaRPr lang="zh-TW" altLang="en-US">
              <a:solidFill>
                <a:srgbClr val="DDE89A"/>
              </a:solidFill>
              <a:latin typeface="Arial" panose="020B0604020202020204" pitchFamily="34" charset="0"/>
            </a:endParaRPr>
          </a:p>
        </p:txBody>
      </p:sp>
      <p:sp>
        <p:nvSpPr>
          <p:cNvPr id="3075" name="Rectangle 3"/>
          <p:cNvSpPr>
            <a:spLocks noGrp="1" noChangeArrowheads="1"/>
          </p:cNvSpPr>
          <p:nvPr>
            <p:ph type="subTitle" idx="1"/>
          </p:nvPr>
        </p:nvSpPr>
        <p:spPr>
          <a:xfrm>
            <a:off x="4114800" y="6196013"/>
            <a:ext cx="4811713" cy="403225"/>
          </a:xfrm>
        </p:spPr>
        <p:txBody>
          <a:bodyPr/>
          <a:lstStyle>
            <a:lvl1pPr marL="0" indent="0" algn="r">
              <a:buFontTx/>
              <a:buNone/>
              <a:defRPr sz="1600" i="1">
                <a:solidFill>
                  <a:srgbClr val="FFFFFF"/>
                </a:solidFill>
                <a:latin typeface="Times New Roman" pitchFamily="18" charset="0"/>
              </a:defRPr>
            </a:lvl1pPr>
          </a:lstStyle>
          <a:p>
            <a:r>
              <a:rPr lang="en-US" altLang="zh-CN"/>
              <a:t>Click to edit Master subtitle style</a:t>
            </a:r>
            <a:endParaRPr lang="zh-CN" altLang="en-US"/>
          </a:p>
        </p:txBody>
      </p:sp>
      <p:sp>
        <p:nvSpPr>
          <p:cNvPr id="3074" name="Rectangle 2"/>
          <p:cNvSpPr>
            <a:spLocks noGrp="1" noChangeArrowheads="1"/>
          </p:cNvSpPr>
          <p:nvPr>
            <p:ph type="ctrTitle"/>
          </p:nvPr>
        </p:nvSpPr>
        <p:spPr>
          <a:xfrm>
            <a:off x="2819400" y="2819400"/>
            <a:ext cx="6019800" cy="1470025"/>
          </a:xfrm>
        </p:spPr>
        <p:txBody>
          <a:bodyPr/>
          <a:lstStyle>
            <a:lvl1pPr algn="r">
              <a:defRPr sz="4800">
                <a:solidFill>
                  <a:srgbClr val="000000"/>
                </a:solidFill>
              </a:defRPr>
            </a:lvl1pPr>
          </a:lstStyle>
          <a:p>
            <a:r>
              <a:rPr lang="en-US" altLang="zh-CN"/>
              <a:t>Click to edit Master title style</a:t>
            </a:r>
            <a:endParaRPr lang="zh-CN" altLang="en-US"/>
          </a:p>
        </p:txBody>
      </p:sp>
      <p:sp>
        <p:nvSpPr>
          <p:cNvPr id="47" name="Rectangle 4"/>
          <p:cNvSpPr>
            <a:spLocks noGrp="1" noChangeArrowheads="1"/>
          </p:cNvSpPr>
          <p:nvPr>
            <p:ph type="dt" sz="half" idx="10"/>
          </p:nvPr>
        </p:nvSpPr>
        <p:spPr>
          <a:xfrm>
            <a:off x="231775" y="6445250"/>
            <a:ext cx="2205038" cy="317500"/>
          </a:xfrm>
        </p:spPr>
        <p:txBody>
          <a:bodyPr/>
          <a:lstStyle>
            <a:lvl1pPr fontAlgn="auto">
              <a:spcBef>
                <a:spcPts val="0"/>
              </a:spcBef>
              <a:spcAft>
                <a:spcPts val="0"/>
              </a:spcAft>
              <a:defRPr/>
            </a:lvl1pPr>
          </a:lstStyle>
          <a:p>
            <a:pPr>
              <a:defRPr/>
            </a:pPr>
            <a:fld id="{0008631F-7F2D-4BC3-876B-66A99698722E}" type="datetime1">
              <a:rPr lang="zh-TW" altLang="en-US"/>
              <a:pPr>
                <a:defRPr/>
              </a:pPr>
              <a:t>2025/12/20</a:t>
            </a:fld>
            <a:endParaRPr lang="en-US" altLang="zh-CN"/>
          </a:p>
        </p:txBody>
      </p:sp>
      <p:sp>
        <p:nvSpPr>
          <p:cNvPr id="48" name="Rectangle 5"/>
          <p:cNvSpPr>
            <a:spLocks noGrp="1" noChangeArrowheads="1"/>
          </p:cNvSpPr>
          <p:nvPr>
            <p:ph type="ftr" sz="quarter" idx="11"/>
          </p:nvPr>
        </p:nvSpPr>
        <p:spPr>
          <a:xfrm>
            <a:off x="2574925" y="6445250"/>
            <a:ext cx="2990850" cy="317500"/>
          </a:xfrm>
        </p:spPr>
        <p:txBody>
          <a:bodyPr/>
          <a:lstStyle>
            <a:lvl1pPr fontAlgn="auto">
              <a:spcBef>
                <a:spcPts val="0"/>
              </a:spcBef>
              <a:spcAft>
                <a:spcPts val="0"/>
              </a:spcAft>
              <a:defRPr/>
            </a:lvl1pPr>
          </a:lstStyle>
          <a:p>
            <a:pPr>
              <a:defRPr/>
            </a:pPr>
            <a:endParaRPr lang="en-US" altLang="zh-CN"/>
          </a:p>
        </p:txBody>
      </p:sp>
      <p:sp>
        <p:nvSpPr>
          <p:cNvPr id="49" name="Rectangle 6"/>
          <p:cNvSpPr>
            <a:spLocks noGrp="1" noChangeArrowheads="1"/>
          </p:cNvSpPr>
          <p:nvPr>
            <p:ph type="sldNum" sz="quarter" idx="12"/>
          </p:nvPr>
        </p:nvSpPr>
        <p:spPr>
          <a:xfrm>
            <a:off x="5700713" y="6445250"/>
            <a:ext cx="2205037" cy="317500"/>
          </a:xfrm>
        </p:spPr>
        <p:txBody>
          <a:bodyPr/>
          <a:lstStyle>
            <a:lvl1pPr>
              <a:defRPr/>
            </a:lvl1pPr>
          </a:lstStyle>
          <a:p>
            <a:fld id="{940352E0-3AE4-4311-8340-2E2BF166B30D}" type="slidenum">
              <a:rPr lang="zh-CN" altLang="en-US"/>
              <a:pPr/>
              <a:t>‹#›</a:t>
            </a:fld>
            <a:endParaRPr lang="en-US" altLang="zh-CN"/>
          </a:p>
        </p:txBody>
      </p:sp>
    </p:spTree>
    <p:extLst>
      <p:ext uri="{BB962C8B-B14F-4D97-AF65-F5344CB8AC3E}">
        <p14:creationId xmlns:p14="http://schemas.microsoft.com/office/powerpoint/2010/main" val="1132209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9" presetClass="entr" presetSubtype="0" fill="hold" grpId="0" nodeType="withEffect">
                                  <p:stCondLst>
                                    <p:cond delay="0"/>
                                  </p:stCondLst>
                                  <p:childTnLst>
                                    <p:set>
                                      <p:cBhvr>
                                        <p:cTn id="6" dur="1" fill="hold">
                                          <p:stCondLst>
                                            <p:cond delay="0"/>
                                          </p:stCondLst>
                                        </p:cTn>
                                        <p:tgtEl>
                                          <p:spTgt spid="31"/>
                                        </p:tgtEl>
                                        <p:attrNameLst>
                                          <p:attrName>style.visibility</p:attrName>
                                        </p:attrNameLst>
                                      </p:cBhvr>
                                      <p:to>
                                        <p:strVal val="visible"/>
                                      </p:to>
                                    </p:set>
                                    <p:anim calcmode="lin" valueType="num">
                                      <p:cBhvr>
                                        <p:cTn id="7" dur="1000" fill="hold"/>
                                        <p:tgtEl>
                                          <p:spTgt spid="31"/>
                                        </p:tgtEl>
                                        <p:attrNameLst>
                                          <p:attrName>ppt_x</p:attrName>
                                        </p:attrNameLst>
                                      </p:cBhvr>
                                      <p:tavLst>
                                        <p:tav tm="0">
                                          <p:val>
                                            <p:strVal val="#ppt_x-.2"/>
                                          </p:val>
                                        </p:tav>
                                        <p:tav tm="100000">
                                          <p:val>
                                            <p:strVal val="#ppt_x"/>
                                          </p:val>
                                        </p:tav>
                                      </p:tavLst>
                                    </p:anim>
                                    <p:anim calcmode="lin" valueType="num">
                                      <p:cBhvr>
                                        <p:cTn id="8" dur="1000" fill="hold"/>
                                        <p:tgtEl>
                                          <p:spTgt spid="31"/>
                                        </p:tgtEl>
                                        <p:attrNameLst>
                                          <p:attrName>ppt_y</p:attrName>
                                        </p:attrNameLst>
                                      </p:cBhvr>
                                      <p:tavLst>
                                        <p:tav tm="0">
                                          <p:val>
                                            <p:strVal val="#ppt_y"/>
                                          </p:val>
                                        </p:tav>
                                        <p:tav tm="100000">
                                          <p:val>
                                            <p:strVal val="#ppt_y"/>
                                          </p:val>
                                        </p:tav>
                                      </p:tavLst>
                                    </p:anim>
                                    <p:animEffect transition="in" filter="wipe(right)" prLst="gradientSize: 0.1">
                                      <p:cBhvr>
                                        <p:cTn id="9" dur="1000"/>
                                        <p:tgtEl>
                                          <p:spTgt spid="31"/>
                                        </p:tgtEl>
                                      </p:cBhvr>
                                    </p:animEffect>
                                  </p:childTnLst>
                                </p:cTn>
                              </p:par>
                            </p:childTnLst>
                          </p:cTn>
                        </p:par>
                        <p:par>
                          <p:cTn id="10" fill="hold">
                            <p:stCondLst>
                              <p:cond delay="1000"/>
                            </p:stCondLst>
                            <p:childTnLst>
                              <p:par>
                                <p:cTn id="11" presetID="22" presetClass="entr" presetSubtype="2" fill="hold" grpId="0" nodeType="afterEffect">
                                  <p:stCondLst>
                                    <p:cond delay="0"/>
                                  </p:stCondLst>
                                  <p:childTnLst>
                                    <p:set>
                                      <p:cBhvr>
                                        <p:cTn id="12" dur="1" fill="hold">
                                          <p:stCondLst>
                                            <p:cond delay="0"/>
                                          </p:stCondLst>
                                        </p:cTn>
                                        <p:tgtEl>
                                          <p:spTgt spid="37"/>
                                        </p:tgtEl>
                                        <p:attrNameLst>
                                          <p:attrName>style.visibility</p:attrName>
                                        </p:attrNameLst>
                                      </p:cBhvr>
                                      <p:to>
                                        <p:strVal val="visible"/>
                                      </p:to>
                                    </p:set>
                                    <p:animEffect transition="in" filter="wipe(right)">
                                      <p:cBhvr>
                                        <p:cTn id="13" dur="500"/>
                                        <p:tgtEl>
                                          <p:spTgt spid="37"/>
                                        </p:tgtEl>
                                      </p:cBhvr>
                                    </p:animEffect>
                                  </p:childTnLst>
                                </p:cTn>
                              </p:par>
                              <p:par>
                                <p:cTn id="14" presetID="22" presetClass="entr" presetSubtype="8" fill="hold" nodeType="withEffect">
                                  <p:stCondLst>
                                    <p:cond delay="0"/>
                                  </p:stCondLst>
                                  <p:childTnLst>
                                    <p:set>
                                      <p:cBhvr>
                                        <p:cTn id="15" dur="1" fill="hold">
                                          <p:stCondLst>
                                            <p:cond delay="0"/>
                                          </p:stCondLst>
                                        </p:cTn>
                                        <p:tgtEl>
                                          <p:spTgt spid="33"/>
                                        </p:tgtEl>
                                        <p:attrNameLst>
                                          <p:attrName>style.visibility</p:attrName>
                                        </p:attrNameLst>
                                      </p:cBhvr>
                                      <p:to>
                                        <p:strVal val="visible"/>
                                      </p:to>
                                    </p:set>
                                    <p:animEffect transition="in" filter="wipe(left)">
                                      <p:cBhvr>
                                        <p:cTn id="16" dur="500"/>
                                        <p:tgtEl>
                                          <p:spTgt spid="33"/>
                                        </p:tgtEl>
                                      </p:cBhvr>
                                    </p:animEffect>
                                  </p:childTnLst>
                                </p:cTn>
                              </p:par>
                              <p:par>
                                <p:cTn id="17" presetID="22" presetClass="entr" presetSubtype="8" fill="hold" grpId="0" nodeType="withEffect">
                                  <p:stCondLst>
                                    <p:cond delay="0"/>
                                  </p:stCondLst>
                                  <p:childTnLst>
                                    <p:set>
                                      <p:cBhvr>
                                        <p:cTn id="18" dur="1" fill="hold">
                                          <p:stCondLst>
                                            <p:cond delay="0"/>
                                          </p:stCondLst>
                                        </p:cTn>
                                        <p:tgtEl>
                                          <p:spTgt spid="32"/>
                                        </p:tgtEl>
                                        <p:attrNameLst>
                                          <p:attrName>style.visibility</p:attrName>
                                        </p:attrNameLst>
                                      </p:cBhvr>
                                      <p:to>
                                        <p:strVal val="visible"/>
                                      </p:to>
                                    </p:set>
                                    <p:animEffect transition="in" filter="wipe(left)">
                                      <p:cBhvr>
                                        <p:cTn id="19" dur="1000"/>
                                        <p:tgtEl>
                                          <p:spTgt spid="32"/>
                                        </p:tgtEl>
                                      </p:cBhvr>
                                    </p:animEffect>
                                  </p:childTnLst>
                                </p:cTn>
                              </p:par>
                              <p:par>
                                <p:cTn id="20" presetID="22" presetClass="entr" presetSubtype="2" fill="hold" nodeType="with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right)">
                                      <p:cBhvr>
                                        <p:cTn id="22" dur="500"/>
                                        <p:tgtEl>
                                          <p:spTgt spid="10"/>
                                        </p:tgtEl>
                                      </p:cBhvr>
                                    </p:animEffect>
                                  </p:childTnLst>
                                </p:cTn>
                              </p:par>
                            </p:childTnLst>
                          </p:cTn>
                        </p:par>
                        <p:par>
                          <p:cTn id="23" fill="hold">
                            <p:stCondLst>
                              <p:cond delay="2000"/>
                            </p:stCondLst>
                            <p:childTnLst>
                              <p:par>
                                <p:cTn id="24" presetID="22" presetClass="entr" presetSubtype="1" fill="hold" nodeType="afterEffect">
                                  <p:stCondLst>
                                    <p:cond delay="0"/>
                                  </p:stCondLst>
                                  <p:childTnLst>
                                    <p:set>
                                      <p:cBhvr>
                                        <p:cTn id="25" dur="1" fill="hold">
                                          <p:stCondLst>
                                            <p:cond delay="0"/>
                                          </p:stCondLst>
                                        </p:cTn>
                                        <p:tgtEl>
                                          <p:spTgt spid="14"/>
                                        </p:tgtEl>
                                        <p:attrNameLst>
                                          <p:attrName>style.visibility</p:attrName>
                                        </p:attrNameLst>
                                      </p:cBhvr>
                                      <p:to>
                                        <p:strVal val="visible"/>
                                      </p:to>
                                    </p:set>
                                    <p:animEffect transition="in" filter="wipe(up)">
                                      <p:cBhvr>
                                        <p:cTn id="26" dur="500"/>
                                        <p:tgtEl>
                                          <p:spTgt spid="14"/>
                                        </p:tgtEl>
                                      </p:cBhvr>
                                    </p:animEffect>
                                  </p:childTnLst>
                                </p:cTn>
                              </p:par>
                            </p:childTnLst>
                          </p:cTn>
                        </p:par>
                        <p:par>
                          <p:cTn id="27" fill="hold">
                            <p:stCondLst>
                              <p:cond delay="2500"/>
                            </p:stCondLst>
                            <p:childTnLst>
                              <p:par>
                                <p:cTn id="28" presetID="10" presetClass="entr" presetSubtype="0" fill="hold" grpId="0" nodeType="afterEffect">
                                  <p:stCondLst>
                                    <p:cond delay="0"/>
                                  </p:stCondLst>
                                  <p:childTnLst>
                                    <p:set>
                                      <p:cBhvr>
                                        <p:cTn id="29" dur="1" fill="hold">
                                          <p:stCondLst>
                                            <p:cond delay="0"/>
                                          </p:stCondLst>
                                        </p:cTn>
                                        <p:tgtEl>
                                          <p:spTgt spid="46"/>
                                        </p:tgtEl>
                                        <p:attrNameLst>
                                          <p:attrName>style.visibility</p:attrName>
                                        </p:attrNameLst>
                                      </p:cBhvr>
                                      <p:to>
                                        <p:strVal val="visible"/>
                                      </p:to>
                                    </p:set>
                                    <p:animEffect transition="in" filter="fade">
                                      <p:cBhvr>
                                        <p:cTn id="30" dur="1000"/>
                                        <p:tgtEl>
                                          <p:spTgt spid="46"/>
                                        </p:tgtEl>
                                      </p:cBhvr>
                                    </p:animEffect>
                                  </p:childTnLst>
                                </p:cTn>
                              </p:par>
                            </p:childTnLst>
                          </p:cTn>
                        </p:par>
                        <p:par>
                          <p:cTn id="31" fill="hold">
                            <p:stCondLst>
                              <p:cond delay="3500"/>
                            </p:stCondLst>
                            <p:childTnLst>
                              <p:par>
                                <p:cTn id="32" presetID="10" presetClass="entr" presetSubtype="0" fill="hold" grpId="0" nodeType="afterEffect">
                                  <p:stCondLst>
                                    <p:cond delay="0"/>
                                  </p:stCondLst>
                                  <p:childTnLst>
                                    <p:set>
                                      <p:cBhvr>
                                        <p:cTn id="33" dur="1" fill="hold">
                                          <p:stCondLst>
                                            <p:cond delay="0"/>
                                          </p:stCondLst>
                                        </p:cTn>
                                        <p:tgtEl>
                                          <p:spTgt spid="5"/>
                                        </p:tgtEl>
                                        <p:attrNameLst>
                                          <p:attrName>style.visibility</p:attrName>
                                        </p:attrNameLst>
                                      </p:cBhvr>
                                      <p:to>
                                        <p:strVal val="visible"/>
                                      </p:to>
                                    </p:set>
                                    <p:animEffect transition="in" filter="fade">
                                      <p:cBhvr>
                                        <p:cTn id="34" dur="1000"/>
                                        <p:tgtEl>
                                          <p:spTgt spid="5"/>
                                        </p:tgtEl>
                                      </p:cBhvr>
                                    </p:animEffect>
                                  </p:childTnLst>
                                </p:cTn>
                              </p:par>
                            </p:childTnLst>
                          </p:cTn>
                        </p:par>
                        <p:par>
                          <p:cTn id="35" fill="hold">
                            <p:stCondLst>
                              <p:cond delay="4500"/>
                            </p:stCondLst>
                            <p:childTnLst>
                              <p:par>
                                <p:cTn id="36" presetID="10" presetClass="exit" presetSubtype="0" fill="hold" grpId="0" nodeType="afterEffect">
                                  <p:stCondLst>
                                    <p:cond delay="0"/>
                                  </p:stCondLst>
                                  <p:childTnLst>
                                    <p:animEffect transition="out" filter="fade">
                                      <p:cBhvr>
                                        <p:cTn id="37" dur="1000"/>
                                        <p:tgtEl>
                                          <p:spTgt spid="9"/>
                                        </p:tgtEl>
                                      </p:cBhvr>
                                    </p:animEffect>
                                    <p:set>
                                      <p:cBhvr>
                                        <p:cTn id="38" dur="1" fill="hold">
                                          <p:stCondLst>
                                            <p:cond delay="999"/>
                                          </p:stCondLst>
                                        </p:cTn>
                                        <p:tgtEl>
                                          <p:spTgt spid="9"/>
                                        </p:tgtEl>
                                        <p:attrNameLst>
                                          <p:attrName>style.visibility</p:attrName>
                                        </p:attrNameLst>
                                      </p:cBhvr>
                                      <p:to>
                                        <p:strVal val="hidden"/>
                                      </p:to>
                                    </p:set>
                                  </p:childTnLst>
                                </p:cTn>
                              </p:par>
                              <p:par>
                                <p:cTn id="39" presetID="10" presetClass="entr" presetSubtype="0" fill="hold" grpId="0" nodeType="withEffect">
                                  <p:stCondLst>
                                    <p:cond delay="0"/>
                                  </p:stCondLst>
                                  <p:childTnLst>
                                    <p:set>
                                      <p:cBhvr>
                                        <p:cTn id="40" dur="1" fill="hold">
                                          <p:stCondLst>
                                            <p:cond delay="0"/>
                                          </p:stCondLst>
                                        </p:cTn>
                                        <p:tgtEl>
                                          <p:spTgt spid="41"/>
                                        </p:tgtEl>
                                        <p:attrNameLst>
                                          <p:attrName>style.visibility</p:attrName>
                                        </p:attrNameLst>
                                      </p:cBhvr>
                                      <p:to>
                                        <p:strVal val="visible"/>
                                      </p:to>
                                    </p:set>
                                    <p:animEffect transition="in" filter="fade">
                                      <p:cBhvr>
                                        <p:cTn id="41" dur="1000"/>
                                        <p:tgtEl>
                                          <p:spTgt spid="41"/>
                                        </p:tgtEl>
                                      </p:cBhvr>
                                    </p:animEffect>
                                  </p:childTnLst>
                                </p:cTn>
                              </p:par>
                              <p:par>
                                <p:cTn id="42" presetID="10" presetClass="entr" presetSubtype="0" fill="hold" nodeType="withEffect">
                                  <p:stCondLst>
                                    <p:cond delay="0"/>
                                  </p:stCondLst>
                                  <p:childTnLst>
                                    <p:set>
                                      <p:cBhvr>
                                        <p:cTn id="43" dur="1" fill="hold">
                                          <p:stCondLst>
                                            <p:cond delay="0"/>
                                          </p:stCondLst>
                                        </p:cTn>
                                        <p:tgtEl>
                                          <p:spTgt spid="45"/>
                                        </p:tgtEl>
                                        <p:attrNameLst>
                                          <p:attrName>style.visibility</p:attrName>
                                        </p:attrNameLst>
                                      </p:cBhvr>
                                      <p:to>
                                        <p:strVal val="visible"/>
                                      </p:to>
                                    </p:set>
                                    <p:animEffect transition="in" filter="fade">
                                      <p:cBhvr>
                                        <p:cTn id="44" dur="1000"/>
                                        <p:tgtEl>
                                          <p:spTgt spid="45"/>
                                        </p:tgtEl>
                                      </p:cBhvr>
                                    </p:animEffect>
                                  </p:childTnLst>
                                </p:cTn>
                              </p:par>
                            </p:childTnLst>
                          </p:cTn>
                        </p:par>
                        <p:par>
                          <p:cTn id="45" fill="hold">
                            <p:stCondLst>
                              <p:cond delay="5500"/>
                            </p:stCondLst>
                            <p:childTnLst>
                              <p:par>
                                <p:cTn id="46" presetID="10" presetClass="exit" presetSubtype="0" fill="hold" grpId="0" nodeType="afterEffect">
                                  <p:stCondLst>
                                    <p:cond delay="0"/>
                                  </p:stCondLst>
                                  <p:childTnLst>
                                    <p:animEffect transition="out" filter="fade">
                                      <p:cBhvr>
                                        <p:cTn id="47" dur="1000"/>
                                        <p:tgtEl>
                                          <p:spTgt spid="42"/>
                                        </p:tgtEl>
                                      </p:cBhvr>
                                    </p:animEffect>
                                    <p:set>
                                      <p:cBhvr>
                                        <p:cTn id="48" dur="1" fill="hold">
                                          <p:stCondLst>
                                            <p:cond delay="999"/>
                                          </p:stCondLst>
                                        </p:cTn>
                                        <p:tgtEl>
                                          <p:spTgt spid="4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31" grpId="0" animBg="1"/>
      <p:bldP spid="32" grpId="0" animBg="1"/>
      <p:bldP spid="37" grpId="0" animBg="1"/>
      <p:bldP spid="41" grpId="0" animBg="1"/>
      <p:bldP spid="42" grpId="0" animBg="1"/>
      <p:bldP spid="46" grpId="0" animBg="1"/>
    </p:bld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內容版面配置區 2"/>
          <p:cNvSpPr>
            <a:spLocks noGrp="1"/>
          </p:cNvSpPr>
          <p:nvPr>
            <p:ph idx="1"/>
          </p:nvPr>
        </p:nvSpPr>
        <p:spPr/>
        <p:txBody>
          <a:body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Rectangle 4"/>
          <p:cNvSpPr>
            <a:spLocks noGrp="1" noChangeArrowheads="1"/>
          </p:cNvSpPr>
          <p:nvPr>
            <p:ph type="dt" sz="half" idx="10"/>
          </p:nvPr>
        </p:nvSpPr>
        <p:spPr/>
        <p:txBody>
          <a:bodyPr/>
          <a:lstStyle>
            <a:lvl1pPr fontAlgn="auto">
              <a:spcBef>
                <a:spcPts val="0"/>
              </a:spcBef>
              <a:spcAft>
                <a:spcPts val="0"/>
              </a:spcAft>
              <a:defRPr/>
            </a:lvl1pPr>
          </a:lstStyle>
          <a:p>
            <a:pPr>
              <a:defRPr/>
            </a:pPr>
            <a:fld id="{468AD67D-76B8-4342-B950-C27D7FAFBC24}" type="datetime1">
              <a:rPr lang="zh-TW" altLang="en-US"/>
              <a:pPr>
                <a:defRPr/>
              </a:pPr>
              <a:t>2025/12/20</a:t>
            </a:fld>
            <a:endParaRPr lang="en-US" altLang="zh-CN"/>
          </a:p>
        </p:txBody>
      </p:sp>
      <p:sp>
        <p:nvSpPr>
          <p:cNvPr id="5" name="Rectangle 5"/>
          <p:cNvSpPr>
            <a:spLocks noGrp="1" noChangeArrowheads="1"/>
          </p:cNvSpPr>
          <p:nvPr>
            <p:ph type="ftr" sz="quarter" idx="11"/>
          </p:nvPr>
        </p:nvSpPr>
        <p:spPr/>
        <p:txBody>
          <a:bodyPr/>
          <a:lstStyle>
            <a:lvl1pPr fontAlgn="auto">
              <a:spcBef>
                <a:spcPts val="0"/>
              </a:spcBef>
              <a:spcAft>
                <a:spcPts val="0"/>
              </a:spcAft>
              <a:defRPr/>
            </a:lvl1pPr>
          </a:lstStyle>
          <a:p>
            <a:pPr>
              <a:defRPr/>
            </a:pPr>
            <a:endParaRPr lang="en-US" altLang="zh-CN"/>
          </a:p>
        </p:txBody>
      </p:sp>
      <p:sp>
        <p:nvSpPr>
          <p:cNvPr id="6" name="Rectangle 6"/>
          <p:cNvSpPr>
            <a:spLocks noGrp="1" noChangeArrowheads="1"/>
          </p:cNvSpPr>
          <p:nvPr>
            <p:ph type="sldNum" sz="quarter" idx="12"/>
          </p:nvPr>
        </p:nvSpPr>
        <p:spPr/>
        <p:txBody>
          <a:bodyPr/>
          <a:lstStyle>
            <a:lvl1pPr>
              <a:defRPr/>
            </a:lvl1pPr>
          </a:lstStyle>
          <a:p>
            <a:fld id="{A38FFA64-2514-4DD8-A37A-C44B06AFDC2F}" type="slidenum">
              <a:rPr lang="zh-CN" altLang="en-US"/>
              <a:pPr/>
              <a:t>‹#›</a:t>
            </a:fld>
            <a:endParaRPr lang="en-US" altLang="zh-CN"/>
          </a:p>
        </p:txBody>
      </p:sp>
    </p:spTree>
    <p:extLst>
      <p:ext uri="{BB962C8B-B14F-4D97-AF65-F5344CB8AC3E}">
        <p14:creationId xmlns:p14="http://schemas.microsoft.com/office/powerpoint/2010/main" val="15243287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區段標題">
    <p:spTree>
      <p:nvGrpSpPr>
        <p:cNvPr id="1" name=""/>
        <p:cNvGrpSpPr/>
        <p:nvPr/>
      </p:nvGrpSpPr>
      <p:grpSpPr>
        <a:xfrm>
          <a:off x="0" y="0"/>
          <a:ext cx="0" cy="0"/>
          <a:chOff x="0" y="0"/>
          <a:chExt cx="0" cy="0"/>
        </a:xfrm>
      </p:grpSpPr>
      <p:sp>
        <p:nvSpPr>
          <p:cNvPr id="2" name="標題 1"/>
          <p:cNvSpPr>
            <a:spLocks noGrp="1"/>
          </p:cNvSpPr>
          <p:nvPr>
            <p:ph type="title"/>
          </p:nvPr>
        </p:nvSpPr>
        <p:spPr>
          <a:xfrm>
            <a:off x="722313" y="4406900"/>
            <a:ext cx="7772400" cy="1362075"/>
          </a:xfrm>
        </p:spPr>
        <p:txBody>
          <a:bodyPr anchor="t"/>
          <a:lstStyle>
            <a:lvl1pPr algn="l">
              <a:defRPr sz="4000" b="1" cap="all"/>
            </a:lvl1pPr>
          </a:lstStyle>
          <a:p>
            <a:r>
              <a:rPr lang="en-US" altLang="zh-TW"/>
              <a:t>Click to edit Master title style</a:t>
            </a:r>
            <a:endParaRPr lang="zh-TW" altLang="en-US"/>
          </a:p>
        </p:txBody>
      </p:sp>
      <p:sp>
        <p:nvSpPr>
          <p:cNvPr id="3" name="文字版面配置區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ltLang="zh-TW"/>
              <a:t>Click to edit Master text styles</a:t>
            </a:r>
          </a:p>
        </p:txBody>
      </p:sp>
      <p:sp>
        <p:nvSpPr>
          <p:cNvPr id="4" name="Rectangle 4"/>
          <p:cNvSpPr>
            <a:spLocks noGrp="1" noChangeArrowheads="1"/>
          </p:cNvSpPr>
          <p:nvPr>
            <p:ph type="dt" sz="half" idx="10"/>
          </p:nvPr>
        </p:nvSpPr>
        <p:spPr/>
        <p:txBody>
          <a:bodyPr/>
          <a:lstStyle>
            <a:lvl1pPr fontAlgn="auto">
              <a:spcBef>
                <a:spcPts val="0"/>
              </a:spcBef>
              <a:spcAft>
                <a:spcPts val="0"/>
              </a:spcAft>
              <a:defRPr/>
            </a:lvl1pPr>
          </a:lstStyle>
          <a:p>
            <a:pPr>
              <a:defRPr/>
            </a:pPr>
            <a:fld id="{ADCD929C-1FEA-40E5-B6EE-190233DF8F33}" type="datetime1">
              <a:rPr lang="zh-TW" altLang="en-US"/>
              <a:pPr>
                <a:defRPr/>
              </a:pPr>
              <a:t>2025/12/20</a:t>
            </a:fld>
            <a:endParaRPr lang="en-US" altLang="zh-CN"/>
          </a:p>
        </p:txBody>
      </p:sp>
      <p:sp>
        <p:nvSpPr>
          <p:cNvPr id="5" name="Rectangle 5"/>
          <p:cNvSpPr>
            <a:spLocks noGrp="1" noChangeArrowheads="1"/>
          </p:cNvSpPr>
          <p:nvPr>
            <p:ph type="ftr" sz="quarter" idx="11"/>
          </p:nvPr>
        </p:nvSpPr>
        <p:spPr/>
        <p:txBody>
          <a:bodyPr/>
          <a:lstStyle>
            <a:lvl1pPr fontAlgn="auto">
              <a:spcBef>
                <a:spcPts val="0"/>
              </a:spcBef>
              <a:spcAft>
                <a:spcPts val="0"/>
              </a:spcAft>
              <a:defRPr/>
            </a:lvl1pPr>
          </a:lstStyle>
          <a:p>
            <a:pPr>
              <a:defRPr/>
            </a:pPr>
            <a:endParaRPr lang="en-US" altLang="zh-CN"/>
          </a:p>
        </p:txBody>
      </p:sp>
      <p:sp>
        <p:nvSpPr>
          <p:cNvPr id="6" name="Rectangle 6"/>
          <p:cNvSpPr>
            <a:spLocks noGrp="1" noChangeArrowheads="1"/>
          </p:cNvSpPr>
          <p:nvPr>
            <p:ph type="sldNum" sz="quarter" idx="12"/>
          </p:nvPr>
        </p:nvSpPr>
        <p:spPr/>
        <p:txBody>
          <a:bodyPr/>
          <a:lstStyle>
            <a:lvl1pPr>
              <a:defRPr/>
            </a:lvl1pPr>
          </a:lstStyle>
          <a:p>
            <a:fld id="{AE28FE4A-BCB5-4B83-9990-6D0BF5A60DB4}" type="slidenum">
              <a:rPr lang="zh-CN" altLang="en-US"/>
              <a:pPr/>
              <a:t>‹#›</a:t>
            </a:fld>
            <a:endParaRPr lang="en-US" altLang="zh-CN"/>
          </a:p>
        </p:txBody>
      </p:sp>
    </p:spTree>
    <p:extLst>
      <p:ext uri="{BB962C8B-B14F-4D97-AF65-F5344CB8AC3E}">
        <p14:creationId xmlns:p14="http://schemas.microsoft.com/office/powerpoint/2010/main" val="151847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內容版面配置區 2"/>
          <p:cNvSpPr>
            <a:spLocks noGrp="1"/>
          </p:cNvSpPr>
          <p:nvPr>
            <p:ph sz="half" idx="1"/>
          </p:nvPr>
        </p:nvSpPr>
        <p:spPr>
          <a:xfrm>
            <a:off x="457200" y="1438275"/>
            <a:ext cx="4038600" cy="47339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內容版面配置區 3"/>
          <p:cNvSpPr>
            <a:spLocks noGrp="1"/>
          </p:cNvSpPr>
          <p:nvPr>
            <p:ph sz="half" idx="2"/>
          </p:nvPr>
        </p:nvSpPr>
        <p:spPr>
          <a:xfrm>
            <a:off x="4648200" y="1438275"/>
            <a:ext cx="4038600" cy="47339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5" name="Rectangle 4"/>
          <p:cNvSpPr>
            <a:spLocks noGrp="1" noChangeArrowheads="1"/>
          </p:cNvSpPr>
          <p:nvPr>
            <p:ph type="dt" sz="half" idx="10"/>
          </p:nvPr>
        </p:nvSpPr>
        <p:spPr/>
        <p:txBody>
          <a:bodyPr/>
          <a:lstStyle>
            <a:lvl1pPr fontAlgn="auto">
              <a:spcBef>
                <a:spcPts val="0"/>
              </a:spcBef>
              <a:spcAft>
                <a:spcPts val="0"/>
              </a:spcAft>
              <a:defRPr/>
            </a:lvl1pPr>
          </a:lstStyle>
          <a:p>
            <a:pPr>
              <a:defRPr/>
            </a:pPr>
            <a:fld id="{B70B9258-DFC0-4EB9-9593-F2A9DD68B02B}" type="datetime1">
              <a:rPr lang="zh-TW" altLang="en-US"/>
              <a:pPr>
                <a:defRPr/>
              </a:pPr>
              <a:t>2025/12/20</a:t>
            </a:fld>
            <a:endParaRPr lang="en-US" altLang="zh-CN"/>
          </a:p>
        </p:txBody>
      </p:sp>
      <p:sp>
        <p:nvSpPr>
          <p:cNvPr id="6" name="Rectangle 5"/>
          <p:cNvSpPr>
            <a:spLocks noGrp="1" noChangeArrowheads="1"/>
          </p:cNvSpPr>
          <p:nvPr>
            <p:ph type="ftr" sz="quarter" idx="11"/>
          </p:nvPr>
        </p:nvSpPr>
        <p:spPr/>
        <p:txBody>
          <a:bodyPr/>
          <a:lstStyle>
            <a:lvl1pPr fontAlgn="auto">
              <a:spcBef>
                <a:spcPts val="0"/>
              </a:spcBef>
              <a:spcAft>
                <a:spcPts val="0"/>
              </a:spcAft>
              <a:defRPr/>
            </a:lvl1pPr>
          </a:lstStyle>
          <a:p>
            <a:pPr>
              <a:defRPr/>
            </a:pPr>
            <a:endParaRPr lang="en-US" altLang="zh-CN"/>
          </a:p>
        </p:txBody>
      </p:sp>
      <p:sp>
        <p:nvSpPr>
          <p:cNvPr id="7" name="Rectangle 6"/>
          <p:cNvSpPr>
            <a:spLocks noGrp="1" noChangeArrowheads="1"/>
          </p:cNvSpPr>
          <p:nvPr>
            <p:ph type="sldNum" sz="quarter" idx="12"/>
          </p:nvPr>
        </p:nvSpPr>
        <p:spPr/>
        <p:txBody>
          <a:bodyPr/>
          <a:lstStyle>
            <a:lvl1pPr>
              <a:defRPr/>
            </a:lvl1pPr>
          </a:lstStyle>
          <a:p>
            <a:fld id="{39B6EEB5-46C2-4635-968B-56A690229C7A}" type="slidenum">
              <a:rPr lang="zh-CN" altLang="en-US"/>
              <a:pPr/>
              <a:t>‹#›</a:t>
            </a:fld>
            <a:endParaRPr lang="en-US" altLang="zh-CN"/>
          </a:p>
        </p:txBody>
      </p:sp>
    </p:spTree>
    <p:extLst>
      <p:ext uri="{BB962C8B-B14F-4D97-AF65-F5344CB8AC3E}">
        <p14:creationId xmlns:p14="http://schemas.microsoft.com/office/powerpoint/2010/main" val="5937476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對">
    <p:spTree>
      <p:nvGrpSpPr>
        <p:cNvPr id="1" name=""/>
        <p:cNvGrpSpPr/>
        <p:nvPr/>
      </p:nvGrpSpPr>
      <p:grpSpPr>
        <a:xfrm>
          <a:off x="0" y="0"/>
          <a:ext cx="0" cy="0"/>
          <a:chOff x="0" y="0"/>
          <a:chExt cx="0" cy="0"/>
        </a:xfrm>
      </p:grpSpPr>
      <p:sp>
        <p:nvSpPr>
          <p:cNvPr id="2" name="標題 1"/>
          <p:cNvSpPr>
            <a:spLocks noGrp="1"/>
          </p:cNvSpPr>
          <p:nvPr>
            <p:ph type="title"/>
          </p:nvPr>
        </p:nvSpPr>
        <p:spPr>
          <a:xfrm>
            <a:off x="457200" y="274638"/>
            <a:ext cx="8229600" cy="1143000"/>
          </a:xfrm>
        </p:spPr>
        <p:txBody>
          <a:bodyPr/>
          <a:lstStyle>
            <a:lvl1pPr>
              <a:defRPr/>
            </a:lvl1pPr>
          </a:lstStyle>
          <a:p>
            <a:r>
              <a:rPr lang="en-US" altLang="zh-TW"/>
              <a:t>Click to edit Master title style</a:t>
            </a:r>
            <a:endParaRPr lang="zh-TW" altLang="en-US"/>
          </a:p>
        </p:txBody>
      </p:sp>
      <p:sp>
        <p:nvSpPr>
          <p:cNvPr id="3" name="文字版面配置區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zh-TW"/>
              <a:t>Click to edit Master text styles</a:t>
            </a:r>
          </a:p>
        </p:txBody>
      </p:sp>
      <p:sp>
        <p:nvSpPr>
          <p:cNvPr id="4" name="內容版面配置區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5" name="文字版面配置區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zh-TW"/>
              <a:t>Click to edit Master text styles</a:t>
            </a:r>
          </a:p>
        </p:txBody>
      </p:sp>
      <p:sp>
        <p:nvSpPr>
          <p:cNvPr id="6" name="內容版面配置區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7" name="Rectangle 4"/>
          <p:cNvSpPr>
            <a:spLocks noGrp="1" noChangeArrowheads="1"/>
          </p:cNvSpPr>
          <p:nvPr>
            <p:ph type="dt" sz="half" idx="10"/>
          </p:nvPr>
        </p:nvSpPr>
        <p:spPr/>
        <p:txBody>
          <a:bodyPr/>
          <a:lstStyle>
            <a:lvl1pPr fontAlgn="auto">
              <a:spcBef>
                <a:spcPts val="0"/>
              </a:spcBef>
              <a:spcAft>
                <a:spcPts val="0"/>
              </a:spcAft>
              <a:defRPr/>
            </a:lvl1pPr>
          </a:lstStyle>
          <a:p>
            <a:pPr>
              <a:defRPr/>
            </a:pPr>
            <a:fld id="{63B38B82-D1B2-41C6-B211-7326FFF75994}" type="datetime1">
              <a:rPr lang="zh-TW" altLang="en-US"/>
              <a:pPr>
                <a:defRPr/>
              </a:pPr>
              <a:t>2025/12/20</a:t>
            </a:fld>
            <a:endParaRPr lang="en-US" altLang="zh-CN"/>
          </a:p>
        </p:txBody>
      </p:sp>
      <p:sp>
        <p:nvSpPr>
          <p:cNvPr id="8" name="Rectangle 5"/>
          <p:cNvSpPr>
            <a:spLocks noGrp="1" noChangeArrowheads="1"/>
          </p:cNvSpPr>
          <p:nvPr>
            <p:ph type="ftr" sz="quarter" idx="11"/>
          </p:nvPr>
        </p:nvSpPr>
        <p:spPr/>
        <p:txBody>
          <a:bodyPr/>
          <a:lstStyle>
            <a:lvl1pPr fontAlgn="auto">
              <a:spcBef>
                <a:spcPts val="0"/>
              </a:spcBef>
              <a:spcAft>
                <a:spcPts val="0"/>
              </a:spcAft>
              <a:defRPr/>
            </a:lvl1pPr>
          </a:lstStyle>
          <a:p>
            <a:pPr>
              <a:defRPr/>
            </a:pPr>
            <a:endParaRPr lang="en-US" altLang="zh-CN"/>
          </a:p>
        </p:txBody>
      </p:sp>
      <p:sp>
        <p:nvSpPr>
          <p:cNvPr id="9" name="Rectangle 6"/>
          <p:cNvSpPr>
            <a:spLocks noGrp="1" noChangeArrowheads="1"/>
          </p:cNvSpPr>
          <p:nvPr>
            <p:ph type="sldNum" sz="quarter" idx="12"/>
          </p:nvPr>
        </p:nvSpPr>
        <p:spPr/>
        <p:txBody>
          <a:bodyPr/>
          <a:lstStyle>
            <a:lvl1pPr>
              <a:defRPr/>
            </a:lvl1pPr>
          </a:lstStyle>
          <a:p>
            <a:fld id="{13954BF1-0763-4062-BB73-1A210FDED480}" type="slidenum">
              <a:rPr lang="zh-CN" altLang="en-US"/>
              <a:pPr/>
              <a:t>‹#›</a:t>
            </a:fld>
            <a:endParaRPr lang="en-US" altLang="zh-CN"/>
          </a:p>
        </p:txBody>
      </p:sp>
    </p:spTree>
    <p:extLst>
      <p:ext uri="{BB962C8B-B14F-4D97-AF65-F5344CB8AC3E}">
        <p14:creationId xmlns:p14="http://schemas.microsoft.com/office/powerpoint/2010/main" val="172361350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Rectangle 4"/>
          <p:cNvSpPr>
            <a:spLocks noGrp="1" noChangeArrowheads="1"/>
          </p:cNvSpPr>
          <p:nvPr>
            <p:ph type="dt" sz="half" idx="10"/>
          </p:nvPr>
        </p:nvSpPr>
        <p:spPr/>
        <p:txBody>
          <a:bodyPr/>
          <a:lstStyle>
            <a:lvl1pPr fontAlgn="auto">
              <a:spcBef>
                <a:spcPts val="0"/>
              </a:spcBef>
              <a:spcAft>
                <a:spcPts val="0"/>
              </a:spcAft>
              <a:defRPr/>
            </a:lvl1pPr>
          </a:lstStyle>
          <a:p>
            <a:pPr>
              <a:defRPr/>
            </a:pPr>
            <a:fld id="{FA0C2C24-447D-482F-AD8A-256988C728AE}" type="datetime1">
              <a:rPr lang="zh-TW" altLang="en-US"/>
              <a:pPr>
                <a:defRPr/>
              </a:pPr>
              <a:t>2025/12/20</a:t>
            </a:fld>
            <a:endParaRPr lang="en-US" altLang="zh-CN"/>
          </a:p>
        </p:txBody>
      </p:sp>
      <p:sp>
        <p:nvSpPr>
          <p:cNvPr id="4" name="Rectangle 5"/>
          <p:cNvSpPr>
            <a:spLocks noGrp="1" noChangeArrowheads="1"/>
          </p:cNvSpPr>
          <p:nvPr>
            <p:ph type="ftr" sz="quarter" idx="11"/>
          </p:nvPr>
        </p:nvSpPr>
        <p:spPr/>
        <p:txBody>
          <a:bodyPr/>
          <a:lstStyle>
            <a:lvl1pPr fontAlgn="auto">
              <a:spcBef>
                <a:spcPts val="0"/>
              </a:spcBef>
              <a:spcAft>
                <a:spcPts val="0"/>
              </a:spcAft>
              <a:defRPr/>
            </a:lvl1pPr>
          </a:lstStyle>
          <a:p>
            <a:pPr>
              <a:defRPr/>
            </a:pPr>
            <a:endParaRPr lang="en-US" altLang="zh-CN"/>
          </a:p>
        </p:txBody>
      </p:sp>
      <p:sp>
        <p:nvSpPr>
          <p:cNvPr id="5" name="Rectangle 6"/>
          <p:cNvSpPr>
            <a:spLocks noGrp="1" noChangeArrowheads="1"/>
          </p:cNvSpPr>
          <p:nvPr>
            <p:ph type="sldNum" sz="quarter" idx="12"/>
          </p:nvPr>
        </p:nvSpPr>
        <p:spPr/>
        <p:txBody>
          <a:bodyPr/>
          <a:lstStyle>
            <a:lvl1pPr>
              <a:defRPr/>
            </a:lvl1pPr>
          </a:lstStyle>
          <a:p>
            <a:fld id="{44579AF1-A9A3-4318-A439-B14B7DCF669B}" type="slidenum">
              <a:rPr lang="zh-CN" altLang="en-US"/>
              <a:pPr/>
              <a:t>‹#›</a:t>
            </a:fld>
            <a:endParaRPr lang="en-US" altLang="zh-CN"/>
          </a:p>
        </p:txBody>
      </p:sp>
    </p:spTree>
    <p:extLst>
      <p:ext uri="{BB962C8B-B14F-4D97-AF65-F5344CB8AC3E}">
        <p14:creationId xmlns:p14="http://schemas.microsoft.com/office/powerpoint/2010/main" val="348918437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p:txBody>
          <a:bodyPr/>
          <a:lstStyle>
            <a:lvl1pPr fontAlgn="auto">
              <a:spcBef>
                <a:spcPts val="0"/>
              </a:spcBef>
              <a:spcAft>
                <a:spcPts val="0"/>
              </a:spcAft>
              <a:defRPr/>
            </a:lvl1pPr>
          </a:lstStyle>
          <a:p>
            <a:pPr>
              <a:defRPr/>
            </a:pPr>
            <a:fld id="{7D299202-F86D-488E-9943-8D94F27F077C}" type="datetime1">
              <a:rPr lang="zh-TW" altLang="en-US"/>
              <a:pPr>
                <a:defRPr/>
              </a:pPr>
              <a:t>2025/12/20</a:t>
            </a:fld>
            <a:endParaRPr lang="en-US" altLang="zh-CN"/>
          </a:p>
        </p:txBody>
      </p:sp>
      <p:sp>
        <p:nvSpPr>
          <p:cNvPr id="3" name="Rectangle 5"/>
          <p:cNvSpPr>
            <a:spLocks noGrp="1" noChangeArrowheads="1"/>
          </p:cNvSpPr>
          <p:nvPr>
            <p:ph type="ftr" sz="quarter" idx="11"/>
          </p:nvPr>
        </p:nvSpPr>
        <p:spPr/>
        <p:txBody>
          <a:bodyPr/>
          <a:lstStyle>
            <a:lvl1pPr fontAlgn="auto">
              <a:spcBef>
                <a:spcPts val="0"/>
              </a:spcBef>
              <a:spcAft>
                <a:spcPts val="0"/>
              </a:spcAft>
              <a:defRPr/>
            </a:lvl1pPr>
          </a:lstStyle>
          <a:p>
            <a:pPr>
              <a:defRPr/>
            </a:pPr>
            <a:endParaRPr lang="en-US" altLang="zh-CN"/>
          </a:p>
        </p:txBody>
      </p:sp>
      <p:sp>
        <p:nvSpPr>
          <p:cNvPr id="4" name="Rectangle 6"/>
          <p:cNvSpPr>
            <a:spLocks noGrp="1" noChangeArrowheads="1"/>
          </p:cNvSpPr>
          <p:nvPr>
            <p:ph type="sldNum" sz="quarter" idx="12"/>
          </p:nvPr>
        </p:nvSpPr>
        <p:spPr/>
        <p:txBody>
          <a:bodyPr/>
          <a:lstStyle>
            <a:lvl1pPr>
              <a:defRPr/>
            </a:lvl1pPr>
          </a:lstStyle>
          <a:p>
            <a:fld id="{5A7D26C0-E06E-469A-9353-7AC9DA196587}" type="slidenum">
              <a:rPr lang="zh-CN" altLang="en-US"/>
              <a:pPr/>
              <a:t>‹#›</a:t>
            </a:fld>
            <a:endParaRPr lang="en-US" altLang="zh-CN"/>
          </a:p>
        </p:txBody>
      </p:sp>
    </p:spTree>
    <p:extLst>
      <p:ext uri="{BB962C8B-B14F-4D97-AF65-F5344CB8AC3E}">
        <p14:creationId xmlns:p14="http://schemas.microsoft.com/office/powerpoint/2010/main" val="4920986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457200" y="273050"/>
            <a:ext cx="3008313" cy="1162050"/>
          </a:xfrm>
        </p:spPr>
        <p:txBody>
          <a:bodyPr anchor="b"/>
          <a:lstStyle>
            <a:lvl1pPr algn="l">
              <a:defRPr sz="2000" b="1"/>
            </a:lvl1pPr>
          </a:lstStyle>
          <a:p>
            <a:r>
              <a:rPr lang="en-US" altLang="zh-TW"/>
              <a:t>Click to edit Master title style</a:t>
            </a:r>
            <a:endParaRPr lang="zh-TW" altLang="en-US"/>
          </a:p>
        </p:txBody>
      </p:sp>
      <p:sp>
        <p:nvSpPr>
          <p:cNvPr id="3" name="內容版面配置區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文字版面配置區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zh-TW"/>
              <a:t>Click to edit Master text styles</a:t>
            </a:r>
          </a:p>
        </p:txBody>
      </p:sp>
      <p:sp>
        <p:nvSpPr>
          <p:cNvPr id="5" name="Rectangle 4"/>
          <p:cNvSpPr>
            <a:spLocks noGrp="1" noChangeArrowheads="1"/>
          </p:cNvSpPr>
          <p:nvPr>
            <p:ph type="dt" sz="half" idx="10"/>
          </p:nvPr>
        </p:nvSpPr>
        <p:spPr/>
        <p:txBody>
          <a:bodyPr/>
          <a:lstStyle>
            <a:lvl1pPr fontAlgn="auto">
              <a:spcBef>
                <a:spcPts val="0"/>
              </a:spcBef>
              <a:spcAft>
                <a:spcPts val="0"/>
              </a:spcAft>
              <a:defRPr/>
            </a:lvl1pPr>
          </a:lstStyle>
          <a:p>
            <a:pPr>
              <a:defRPr/>
            </a:pPr>
            <a:fld id="{29C01313-9DB4-4FBA-BD66-6B094B4FA32C}" type="datetime1">
              <a:rPr lang="zh-TW" altLang="en-US"/>
              <a:pPr>
                <a:defRPr/>
              </a:pPr>
              <a:t>2025/12/20</a:t>
            </a:fld>
            <a:endParaRPr lang="en-US" altLang="zh-CN"/>
          </a:p>
        </p:txBody>
      </p:sp>
      <p:sp>
        <p:nvSpPr>
          <p:cNvPr id="6" name="Rectangle 5"/>
          <p:cNvSpPr>
            <a:spLocks noGrp="1" noChangeArrowheads="1"/>
          </p:cNvSpPr>
          <p:nvPr>
            <p:ph type="ftr" sz="quarter" idx="11"/>
          </p:nvPr>
        </p:nvSpPr>
        <p:spPr/>
        <p:txBody>
          <a:bodyPr/>
          <a:lstStyle>
            <a:lvl1pPr fontAlgn="auto">
              <a:spcBef>
                <a:spcPts val="0"/>
              </a:spcBef>
              <a:spcAft>
                <a:spcPts val="0"/>
              </a:spcAft>
              <a:defRPr/>
            </a:lvl1pPr>
          </a:lstStyle>
          <a:p>
            <a:pPr>
              <a:defRPr/>
            </a:pPr>
            <a:endParaRPr lang="en-US" altLang="zh-CN"/>
          </a:p>
        </p:txBody>
      </p:sp>
      <p:sp>
        <p:nvSpPr>
          <p:cNvPr id="7" name="Rectangle 6"/>
          <p:cNvSpPr>
            <a:spLocks noGrp="1" noChangeArrowheads="1"/>
          </p:cNvSpPr>
          <p:nvPr>
            <p:ph type="sldNum" sz="quarter" idx="12"/>
          </p:nvPr>
        </p:nvSpPr>
        <p:spPr/>
        <p:txBody>
          <a:bodyPr/>
          <a:lstStyle>
            <a:lvl1pPr>
              <a:defRPr/>
            </a:lvl1pPr>
          </a:lstStyle>
          <a:p>
            <a:fld id="{97A59706-F68E-48ED-B883-B81A49D7F925}" type="slidenum">
              <a:rPr lang="zh-CN" altLang="en-US"/>
              <a:pPr/>
              <a:t>‹#›</a:t>
            </a:fld>
            <a:endParaRPr lang="en-US" altLang="zh-CN"/>
          </a:p>
        </p:txBody>
      </p:sp>
    </p:spTree>
    <p:extLst>
      <p:ext uri="{BB962C8B-B14F-4D97-AF65-F5344CB8AC3E}">
        <p14:creationId xmlns:p14="http://schemas.microsoft.com/office/powerpoint/2010/main" val="53531013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1792288" y="4800600"/>
            <a:ext cx="5486400" cy="566738"/>
          </a:xfrm>
        </p:spPr>
        <p:txBody>
          <a:bodyPr anchor="b"/>
          <a:lstStyle>
            <a:lvl1pPr algn="l">
              <a:defRPr sz="2000" b="1"/>
            </a:lvl1pPr>
          </a:lstStyle>
          <a:p>
            <a:r>
              <a:rPr lang="en-US" altLang="zh-TW"/>
              <a:t>Click to edit Master title style</a:t>
            </a:r>
            <a:endParaRPr lang="zh-TW" altLang="en-US"/>
          </a:p>
        </p:txBody>
      </p:sp>
      <p:sp>
        <p:nvSpPr>
          <p:cNvPr id="3" name="圖片版面配置區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altLang="zh-TW" noProof="0"/>
              <a:t>Click icon to add picture</a:t>
            </a:r>
            <a:endParaRPr lang="zh-TW" altLang="en-US" noProof="0"/>
          </a:p>
        </p:txBody>
      </p:sp>
      <p:sp>
        <p:nvSpPr>
          <p:cNvPr id="4" name="文字版面配置區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zh-TW"/>
              <a:t>Click to edit Master text styles</a:t>
            </a:r>
          </a:p>
        </p:txBody>
      </p:sp>
      <p:sp>
        <p:nvSpPr>
          <p:cNvPr id="5" name="Rectangle 4"/>
          <p:cNvSpPr>
            <a:spLocks noGrp="1" noChangeArrowheads="1"/>
          </p:cNvSpPr>
          <p:nvPr>
            <p:ph type="dt" sz="half" idx="10"/>
          </p:nvPr>
        </p:nvSpPr>
        <p:spPr/>
        <p:txBody>
          <a:bodyPr/>
          <a:lstStyle>
            <a:lvl1pPr fontAlgn="auto">
              <a:spcBef>
                <a:spcPts val="0"/>
              </a:spcBef>
              <a:spcAft>
                <a:spcPts val="0"/>
              </a:spcAft>
              <a:defRPr/>
            </a:lvl1pPr>
          </a:lstStyle>
          <a:p>
            <a:pPr>
              <a:defRPr/>
            </a:pPr>
            <a:fld id="{9FE193DC-F83E-465E-8156-D986EDE45A43}" type="datetime1">
              <a:rPr lang="zh-TW" altLang="en-US"/>
              <a:pPr>
                <a:defRPr/>
              </a:pPr>
              <a:t>2025/12/20</a:t>
            </a:fld>
            <a:endParaRPr lang="en-US" altLang="zh-CN"/>
          </a:p>
        </p:txBody>
      </p:sp>
      <p:sp>
        <p:nvSpPr>
          <p:cNvPr id="6" name="Rectangle 5"/>
          <p:cNvSpPr>
            <a:spLocks noGrp="1" noChangeArrowheads="1"/>
          </p:cNvSpPr>
          <p:nvPr>
            <p:ph type="ftr" sz="quarter" idx="11"/>
          </p:nvPr>
        </p:nvSpPr>
        <p:spPr/>
        <p:txBody>
          <a:bodyPr/>
          <a:lstStyle>
            <a:lvl1pPr fontAlgn="auto">
              <a:spcBef>
                <a:spcPts val="0"/>
              </a:spcBef>
              <a:spcAft>
                <a:spcPts val="0"/>
              </a:spcAft>
              <a:defRPr/>
            </a:lvl1pPr>
          </a:lstStyle>
          <a:p>
            <a:pPr>
              <a:defRPr/>
            </a:pPr>
            <a:endParaRPr lang="en-US" altLang="zh-CN"/>
          </a:p>
        </p:txBody>
      </p:sp>
      <p:sp>
        <p:nvSpPr>
          <p:cNvPr id="7" name="Rectangle 6"/>
          <p:cNvSpPr>
            <a:spLocks noGrp="1" noChangeArrowheads="1"/>
          </p:cNvSpPr>
          <p:nvPr>
            <p:ph type="sldNum" sz="quarter" idx="12"/>
          </p:nvPr>
        </p:nvSpPr>
        <p:spPr/>
        <p:txBody>
          <a:bodyPr/>
          <a:lstStyle>
            <a:lvl1pPr>
              <a:defRPr/>
            </a:lvl1pPr>
          </a:lstStyle>
          <a:p>
            <a:fld id="{E11C7CFB-8B63-4E66-8FFC-A57A090E5508}" type="slidenum">
              <a:rPr lang="zh-CN" altLang="en-US"/>
              <a:pPr/>
              <a:t>‹#›</a:t>
            </a:fld>
            <a:endParaRPr lang="en-US" altLang="zh-CN"/>
          </a:p>
        </p:txBody>
      </p:sp>
    </p:spTree>
    <p:extLst>
      <p:ext uri="{BB962C8B-B14F-4D97-AF65-F5344CB8AC3E}">
        <p14:creationId xmlns:p14="http://schemas.microsoft.com/office/powerpoint/2010/main" val="25448157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直排文字版面配置區 2"/>
          <p:cNvSpPr>
            <a:spLocks noGrp="1"/>
          </p:cNvSpPr>
          <p:nvPr>
            <p:ph type="body" orient="vert" idx="1"/>
          </p:nvPr>
        </p:nvSpPr>
        <p:spPr/>
        <p:txBody>
          <a:bodyPr vert="eaVert"/>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Rectangle 4"/>
          <p:cNvSpPr>
            <a:spLocks noGrp="1" noChangeArrowheads="1"/>
          </p:cNvSpPr>
          <p:nvPr>
            <p:ph type="dt" sz="half" idx="10"/>
          </p:nvPr>
        </p:nvSpPr>
        <p:spPr/>
        <p:txBody>
          <a:bodyPr/>
          <a:lstStyle>
            <a:lvl1pPr fontAlgn="auto">
              <a:spcBef>
                <a:spcPts val="0"/>
              </a:spcBef>
              <a:spcAft>
                <a:spcPts val="0"/>
              </a:spcAft>
              <a:defRPr/>
            </a:lvl1pPr>
          </a:lstStyle>
          <a:p>
            <a:pPr>
              <a:defRPr/>
            </a:pPr>
            <a:fld id="{94A364CF-D3AD-4F55-97E3-829973451423}" type="datetime1">
              <a:rPr lang="zh-TW" altLang="en-US"/>
              <a:pPr>
                <a:defRPr/>
              </a:pPr>
              <a:t>2025/12/20</a:t>
            </a:fld>
            <a:endParaRPr lang="en-US" altLang="zh-CN"/>
          </a:p>
        </p:txBody>
      </p:sp>
      <p:sp>
        <p:nvSpPr>
          <p:cNvPr id="5" name="Rectangle 5"/>
          <p:cNvSpPr>
            <a:spLocks noGrp="1" noChangeArrowheads="1"/>
          </p:cNvSpPr>
          <p:nvPr>
            <p:ph type="ftr" sz="quarter" idx="11"/>
          </p:nvPr>
        </p:nvSpPr>
        <p:spPr/>
        <p:txBody>
          <a:bodyPr/>
          <a:lstStyle>
            <a:lvl1pPr fontAlgn="auto">
              <a:spcBef>
                <a:spcPts val="0"/>
              </a:spcBef>
              <a:spcAft>
                <a:spcPts val="0"/>
              </a:spcAft>
              <a:defRPr/>
            </a:lvl1pPr>
          </a:lstStyle>
          <a:p>
            <a:pPr>
              <a:defRPr/>
            </a:pPr>
            <a:endParaRPr lang="en-US" altLang="zh-CN"/>
          </a:p>
        </p:txBody>
      </p:sp>
      <p:sp>
        <p:nvSpPr>
          <p:cNvPr id="6" name="Rectangle 6"/>
          <p:cNvSpPr>
            <a:spLocks noGrp="1" noChangeArrowheads="1"/>
          </p:cNvSpPr>
          <p:nvPr>
            <p:ph type="sldNum" sz="quarter" idx="12"/>
          </p:nvPr>
        </p:nvSpPr>
        <p:spPr/>
        <p:txBody>
          <a:bodyPr/>
          <a:lstStyle>
            <a:lvl1pPr>
              <a:defRPr/>
            </a:lvl1pPr>
          </a:lstStyle>
          <a:p>
            <a:fld id="{702AED7B-36EA-47EC-A969-DC722CA4C1D4}" type="slidenum">
              <a:rPr lang="zh-CN" altLang="en-US"/>
              <a:pPr/>
              <a:t>‹#›</a:t>
            </a:fld>
            <a:endParaRPr lang="en-US" altLang="zh-CN"/>
          </a:p>
        </p:txBody>
      </p:sp>
    </p:spTree>
    <p:extLst>
      <p:ext uri="{BB962C8B-B14F-4D97-AF65-F5344CB8AC3E}">
        <p14:creationId xmlns:p14="http://schemas.microsoft.com/office/powerpoint/2010/main" val="234073096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直排標題及文字">
    <p:spTree>
      <p:nvGrpSpPr>
        <p:cNvPr id="1" name=""/>
        <p:cNvGrpSpPr/>
        <p:nvPr/>
      </p:nvGrpSpPr>
      <p:grpSpPr>
        <a:xfrm>
          <a:off x="0" y="0"/>
          <a:ext cx="0" cy="0"/>
          <a:chOff x="0" y="0"/>
          <a:chExt cx="0" cy="0"/>
        </a:xfrm>
      </p:grpSpPr>
      <p:sp>
        <p:nvSpPr>
          <p:cNvPr id="2" name="直排標題 1"/>
          <p:cNvSpPr>
            <a:spLocks noGrp="1"/>
          </p:cNvSpPr>
          <p:nvPr>
            <p:ph type="title" orient="vert"/>
          </p:nvPr>
        </p:nvSpPr>
        <p:spPr>
          <a:xfrm>
            <a:off x="6629400" y="238125"/>
            <a:ext cx="2057400" cy="5934075"/>
          </a:xfrm>
        </p:spPr>
        <p:txBody>
          <a:bodyPr vert="eaVert"/>
          <a:lstStyle/>
          <a:p>
            <a:r>
              <a:rPr lang="en-US" altLang="zh-TW"/>
              <a:t>Click to edit Master title style</a:t>
            </a:r>
            <a:endParaRPr lang="zh-TW" altLang="en-US"/>
          </a:p>
        </p:txBody>
      </p:sp>
      <p:sp>
        <p:nvSpPr>
          <p:cNvPr id="3" name="直排文字版面配置區 2"/>
          <p:cNvSpPr>
            <a:spLocks noGrp="1"/>
          </p:cNvSpPr>
          <p:nvPr>
            <p:ph type="body" orient="vert" idx="1"/>
          </p:nvPr>
        </p:nvSpPr>
        <p:spPr>
          <a:xfrm>
            <a:off x="457200" y="238125"/>
            <a:ext cx="6019800" cy="5934075"/>
          </a:xfrm>
        </p:spPr>
        <p:txBody>
          <a:bodyPr vert="eaVert"/>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Rectangle 4"/>
          <p:cNvSpPr>
            <a:spLocks noGrp="1" noChangeArrowheads="1"/>
          </p:cNvSpPr>
          <p:nvPr>
            <p:ph type="dt" sz="half" idx="10"/>
          </p:nvPr>
        </p:nvSpPr>
        <p:spPr/>
        <p:txBody>
          <a:bodyPr/>
          <a:lstStyle>
            <a:lvl1pPr fontAlgn="auto">
              <a:spcBef>
                <a:spcPts val="0"/>
              </a:spcBef>
              <a:spcAft>
                <a:spcPts val="0"/>
              </a:spcAft>
              <a:defRPr/>
            </a:lvl1pPr>
          </a:lstStyle>
          <a:p>
            <a:pPr>
              <a:defRPr/>
            </a:pPr>
            <a:fld id="{060EE440-6B16-4BE6-A466-1DF209EE46D3}" type="datetime1">
              <a:rPr lang="zh-TW" altLang="en-US"/>
              <a:pPr>
                <a:defRPr/>
              </a:pPr>
              <a:t>2025/12/20</a:t>
            </a:fld>
            <a:endParaRPr lang="en-US" altLang="zh-CN"/>
          </a:p>
        </p:txBody>
      </p:sp>
      <p:sp>
        <p:nvSpPr>
          <p:cNvPr id="5" name="Rectangle 5"/>
          <p:cNvSpPr>
            <a:spLocks noGrp="1" noChangeArrowheads="1"/>
          </p:cNvSpPr>
          <p:nvPr>
            <p:ph type="ftr" sz="quarter" idx="11"/>
          </p:nvPr>
        </p:nvSpPr>
        <p:spPr/>
        <p:txBody>
          <a:bodyPr/>
          <a:lstStyle>
            <a:lvl1pPr fontAlgn="auto">
              <a:spcBef>
                <a:spcPts val="0"/>
              </a:spcBef>
              <a:spcAft>
                <a:spcPts val="0"/>
              </a:spcAft>
              <a:defRPr/>
            </a:lvl1pPr>
          </a:lstStyle>
          <a:p>
            <a:pPr>
              <a:defRPr/>
            </a:pPr>
            <a:endParaRPr lang="en-US" altLang="zh-CN"/>
          </a:p>
        </p:txBody>
      </p:sp>
      <p:sp>
        <p:nvSpPr>
          <p:cNvPr id="6" name="Rectangle 6"/>
          <p:cNvSpPr>
            <a:spLocks noGrp="1" noChangeArrowheads="1"/>
          </p:cNvSpPr>
          <p:nvPr>
            <p:ph type="sldNum" sz="quarter" idx="12"/>
          </p:nvPr>
        </p:nvSpPr>
        <p:spPr/>
        <p:txBody>
          <a:bodyPr/>
          <a:lstStyle>
            <a:lvl1pPr>
              <a:defRPr/>
            </a:lvl1pPr>
          </a:lstStyle>
          <a:p>
            <a:fld id="{63087C34-C2FC-4E65-9448-1FB42CF0E358}" type="slidenum">
              <a:rPr lang="zh-CN" altLang="en-US"/>
              <a:pPr/>
              <a:t>‹#›</a:t>
            </a:fld>
            <a:endParaRPr lang="en-US" altLang="zh-CN"/>
          </a:p>
        </p:txBody>
      </p:sp>
    </p:spTree>
    <p:extLst>
      <p:ext uri="{BB962C8B-B14F-4D97-AF65-F5344CB8AC3E}">
        <p14:creationId xmlns:p14="http://schemas.microsoft.com/office/powerpoint/2010/main" val="145704911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標題，文字及物件">
    <p:spTree>
      <p:nvGrpSpPr>
        <p:cNvPr id="1" name=""/>
        <p:cNvGrpSpPr/>
        <p:nvPr/>
      </p:nvGrpSpPr>
      <p:grpSpPr>
        <a:xfrm>
          <a:off x="0" y="0"/>
          <a:ext cx="0" cy="0"/>
          <a:chOff x="0" y="0"/>
          <a:chExt cx="0" cy="0"/>
        </a:xfrm>
      </p:grpSpPr>
      <p:sp>
        <p:nvSpPr>
          <p:cNvPr id="2" name="標題 1"/>
          <p:cNvSpPr>
            <a:spLocks noGrp="1"/>
          </p:cNvSpPr>
          <p:nvPr>
            <p:ph type="title"/>
          </p:nvPr>
        </p:nvSpPr>
        <p:spPr>
          <a:xfrm>
            <a:off x="457200" y="238125"/>
            <a:ext cx="6477000" cy="868363"/>
          </a:xfrm>
        </p:spPr>
        <p:txBody>
          <a:bodyPr/>
          <a:lstStyle/>
          <a:p>
            <a:r>
              <a:rPr lang="en-US" altLang="zh-TW"/>
              <a:t>Click to edit Master title style</a:t>
            </a:r>
            <a:endParaRPr lang="zh-TW" altLang="en-US"/>
          </a:p>
        </p:txBody>
      </p:sp>
      <p:sp>
        <p:nvSpPr>
          <p:cNvPr id="3" name="文字版面配置區 2"/>
          <p:cNvSpPr>
            <a:spLocks noGrp="1"/>
          </p:cNvSpPr>
          <p:nvPr>
            <p:ph type="body" sz="half" idx="1"/>
          </p:nvPr>
        </p:nvSpPr>
        <p:spPr>
          <a:xfrm>
            <a:off x="457200" y="1438275"/>
            <a:ext cx="4038600" cy="4733925"/>
          </a:xfrm>
        </p:spPr>
        <p:txBody>
          <a:body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內容版面配置區 3"/>
          <p:cNvSpPr>
            <a:spLocks noGrp="1"/>
          </p:cNvSpPr>
          <p:nvPr>
            <p:ph sz="half" idx="2"/>
          </p:nvPr>
        </p:nvSpPr>
        <p:spPr>
          <a:xfrm>
            <a:off x="4648200" y="1438275"/>
            <a:ext cx="4038600" cy="4733925"/>
          </a:xfrm>
        </p:spPr>
        <p:txBody>
          <a:body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5" name="Rectangle 4"/>
          <p:cNvSpPr>
            <a:spLocks noGrp="1" noChangeArrowheads="1"/>
          </p:cNvSpPr>
          <p:nvPr>
            <p:ph type="dt" sz="half" idx="10"/>
          </p:nvPr>
        </p:nvSpPr>
        <p:spPr/>
        <p:txBody>
          <a:bodyPr/>
          <a:lstStyle>
            <a:lvl1pPr fontAlgn="auto">
              <a:spcBef>
                <a:spcPts val="0"/>
              </a:spcBef>
              <a:spcAft>
                <a:spcPts val="0"/>
              </a:spcAft>
              <a:defRPr/>
            </a:lvl1pPr>
          </a:lstStyle>
          <a:p>
            <a:pPr>
              <a:defRPr/>
            </a:pPr>
            <a:fld id="{41AAA475-3A45-4C71-840E-1FA45EF4E76E}" type="datetime1">
              <a:rPr lang="zh-TW" altLang="en-US"/>
              <a:pPr>
                <a:defRPr/>
              </a:pPr>
              <a:t>2025/12/20</a:t>
            </a:fld>
            <a:endParaRPr lang="en-US" altLang="zh-CN"/>
          </a:p>
        </p:txBody>
      </p:sp>
      <p:sp>
        <p:nvSpPr>
          <p:cNvPr id="6" name="Rectangle 5"/>
          <p:cNvSpPr>
            <a:spLocks noGrp="1" noChangeArrowheads="1"/>
          </p:cNvSpPr>
          <p:nvPr>
            <p:ph type="ftr" sz="quarter" idx="11"/>
          </p:nvPr>
        </p:nvSpPr>
        <p:spPr/>
        <p:txBody>
          <a:bodyPr/>
          <a:lstStyle>
            <a:lvl1pPr fontAlgn="auto">
              <a:spcBef>
                <a:spcPts val="0"/>
              </a:spcBef>
              <a:spcAft>
                <a:spcPts val="0"/>
              </a:spcAft>
              <a:defRPr/>
            </a:lvl1pPr>
          </a:lstStyle>
          <a:p>
            <a:pPr>
              <a:defRPr/>
            </a:pPr>
            <a:endParaRPr lang="en-US" altLang="zh-CN"/>
          </a:p>
        </p:txBody>
      </p:sp>
      <p:sp>
        <p:nvSpPr>
          <p:cNvPr id="7" name="Rectangle 6"/>
          <p:cNvSpPr>
            <a:spLocks noGrp="1" noChangeArrowheads="1"/>
          </p:cNvSpPr>
          <p:nvPr>
            <p:ph type="sldNum" sz="quarter" idx="12"/>
          </p:nvPr>
        </p:nvSpPr>
        <p:spPr/>
        <p:txBody>
          <a:bodyPr/>
          <a:lstStyle>
            <a:lvl1pPr>
              <a:defRPr/>
            </a:lvl1pPr>
          </a:lstStyle>
          <a:p>
            <a:fld id="{960352BC-5F24-485F-9F6A-8E15DA13BF37}" type="slidenum">
              <a:rPr lang="zh-CN" altLang="en-US"/>
              <a:pPr/>
              <a:t>‹#›</a:t>
            </a:fld>
            <a:endParaRPr lang="en-US" altLang="zh-CN"/>
          </a:p>
        </p:txBody>
      </p:sp>
    </p:spTree>
    <p:extLst>
      <p:ext uri="{BB962C8B-B14F-4D97-AF65-F5344CB8AC3E}">
        <p14:creationId xmlns:p14="http://schemas.microsoft.com/office/powerpoint/2010/main" val="208058431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bl" preserve="1">
  <p:cSld name="標題及表格">
    <p:spTree>
      <p:nvGrpSpPr>
        <p:cNvPr id="1" name=""/>
        <p:cNvGrpSpPr/>
        <p:nvPr/>
      </p:nvGrpSpPr>
      <p:grpSpPr>
        <a:xfrm>
          <a:off x="0" y="0"/>
          <a:ext cx="0" cy="0"/>
          <a:chOff x="0" y="0"/>
          <a:chExt cx="0" cy="0"/>
        </a:xfrm>
      </p:grpSpPr>
      <p:sp>
        <p:nvSpPr>
          <p:cNvPr id="2" name="標題 1"/>
          <p:cNvSpPr>
            <a:spLocks noGrp="1"/>
          </p:cNvSpPr>
          <p:nvPr>
            <p:ph type="title"/>
          </p:nvPr>
        </p:nvSpPr>
        <p:spPr>
          <a:xfrm>
            <a:off x="457200" y="238125"/>
            <a:ext cx="6477000" cy="868363"/>
          </a:xfrm>
        </p:spPr>
        <p:txBody>
          <a:bodyPr/>
          <a:lstStyle/>
          <a:p>
            <a:r>
              <a:rPr lang="en-US" altLang="zh-TW"/>
              <a:t>Click to edit Master title style</a:t>
            </a:r>
            <a:endParaRPr lang="zh-TW" altLang="en-US"/>
          </a:p>
        </p:txBody>
      </p:sp>
      <p:sp>
        <p:nvSpPr>
          <p:cNvPr id="3" name="表格版面配置區 2"/>
          <p:cNvSpPr>
            <a:spLocks noGrp="1"/>
          </p:cNvSpPr>
          <p:nvPr>
            <p:ph type="tbl" idx="1"/>
          </p:nvPr>
        </p:nvSpPr>
        <p:spPr>
          <a:xfrm>
            <a:off x="457200" y="1438275"/>
            <a:ext cx="8229600" cy="4733925"/>
          </a:xfrm>
        </p:spPr>
        <p:txBody>
          <a:bodyPr/>
          <a:lstStyle/>
          <a:p>
            <a:pPr lvl="0"/>
            <a:r>
              <a:rPr lang="en-US" altLang="zh-TW" noProof="0"/>
              <a:t>Click icon to add table</a:t>
            </a:r>
            <a:endParaRPr lang="zh-TW" altLang="en-US" noProof="0"/>
          </a:p>
        </p:txBody>
      </p:sp>
      <p:sp>
        <p:nvSpPr>
          <p:cNvPr id="4" name="Rectangle 4"/>
          <p:cNvSpPr>
            <a:spLocks noGrp="1" noChangeArrowheads="1"/>
          </p:cNvSpPr>
          <p:nvPr>
            <p:ph type="dt" sz="half" idx="10"/>
          </p:nvPr>
        </p:nvSpPr>
        <p:spPr/>
        <p:txBody>
          <a:bodyPr/>
          <a:lstStyle>
            <a:lvl1pPr fontAlgn="auto">
              <a:spcBef>
                <a:spcPts val="0"/>
              </a:spcBef>
              <a:spcAft>
                <a:spcPts val="0"/>
              </a:spcAft>
              <a:defRPr/>
            </a:lvl1pPr>
          </a:lstStyle>
          <a:p>
            <a:pPr>
              <a:defRPr/>
            </a:pPr>
            <a:fld id="{EEAAD236-8915-4732-809F-E30966216F16}" type="datetime1">
              <a:rPr lang="zh-TW" altLang="en-US"/>
              <a:pPr>
                <a:defRPr/>
              </a:pPr>
              <a:t>2025/12/20</a:t>
            </a:fld>
            <a:endParaRPr lang="en-US" altLang="zh-CN"/>
          </a:p>
        </p:txBody>
      </p:sp>
      <p:sp>
        <p:nvSpPr>
          <p:cNvPr id="5" name="Rectangle 5"/>
          <p:cNvSpPr>
            <a:spLocks noGrp="1" noChangeArrowheads="1"/>
          </p:cNvSpPr>
          <p:nvPr>
            <p:ph type="ftr" sz="quarter" idx="11"/>
          </p:nvPr>
        </p:nvSpPr>
        <p:spPr/>
        <p:txBody>
          <a:bodyPr/>
          <a:lstStyle>
            <a:lvl1pPr fontAlgn="auto">
              <a:spcBef>
                <a:spcPts val="0"/>
              </a:spcBef>
              <a:spcAft>
                <a:spcPts val="0"/>
              </a:spcAft>
              <a:defRPr/>
            </a:lvl1pPr>
          </a:lstStyle>
          <a:p>
            <a:pPr>
              <a:defRPr/>
            </a:pPr>
            <a:endParaRPr lang="en-US" altLang="zh-CN"/>
          </a:p>
        </p:txBody>
      </p:sp>
      <p:sp>
        <p:nvSpPr>
          <p:cNvPr id="6" name="Rectangle 6"/>
          <p:cNvSpPr>
            <a:spLocks noGrp="1" noChangeArrowheads="1"/>
          </p:cNvSpPr>
          <p:nvPr>
            <p:ph type="sldNum" sz="quarter" idx="12"/>
          </p:nvPr>
        </p:nvSpPr>
        <p:spPr/>
        <p:txBody>
          <a:bodyPr/>
          <a:lstStyle>
            <a:lvl1pPr>
              <a:defRPr/>
            </a:lvl1pPr>
          </a:lstStyle>
          <a:p>
            <a:fld id="{F70D9D40-0596-4611-88F3-8D7B084590D5}" type="slidenum">
              <a:rPr lang="zh-CN" altLang="en-US"/>
              <a:pPr/>
              <a:t>‹#›</a:t>
            </a:fld>
            <a:endParaRPr lang="en-US" altLang="zh-CN"/>
          </a:p>
        </p:txBody>
      </p:sp>
    </p:spTree>
    <p:extLst>
      <p:ext uri="{BB962C8B-B14F-4D97-AF65-F5344CB8AC3E}">
        <p14:creationId xmlns:p14="http://schemas.microsoft.com/office/powerpoint/2010/main" val="211448415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chart" preserve="1">
  <p:cSld name="標題及圖表">
    <p:spTree>
      <p:nvGrpSpPr>
        <p:cNvPr id="1" name=""/>
        <p:cNvGrpSpPr/>
        <p:nvPr/>
      </p:nvGrpSpPr>
      <p:grpSpPr>
        <a:xfrm>
          <a:off x="0" y="0"/>
          <a:ext cx="0" cy="0"/>
          <a:chOff x="0" y="0"/>
          <a:chExt cx="0" cy="0"/>
        </a:xfrm>
      </p:grpSpPr>
      <p:sp>
        <p:nvSpPr>
          <p:cNvPr id="2" name="標題 1"/>
          <p:cNvSpPr>
            <a:spLocks noGrp="1"/>
          </p:cNvSpPr>
          <p:nvPr>
            <p:ph type="title"/>
          </p:nvPr>
        </p:nvSpPr>
        <p:spPr>
          <a:xfrm>
            <a:off x="457200" y="238125"/>
            <a:ext cx="6477000" cy="868363"/>
          </a:xfrm>
        </p:spPr>
        <p:txBody>
          <a:bodyPr/>
          <a:lstStyle/>
          <a:p>
            <a:r>
              <a:rPr lang="en-US" altLang="zh-TW"/>
              <a:t>Click to edit Master title style</a:t>
            </a:r>
            <a:endParaRPr lang="zh-TW" altLang="en-US"/>
          </a:p>
        </p:txBody>
      </p:sp>
      <p:sp>
        <p:nvSpPr>
          <p:cNvPr id="3" name="圖表版面配置區 2"/>
          <p:cNvSpPr>
            <a:spLocks noGrp="1"/>
          </p:cNvSpPr>
          <p:nvPr>
            <p:ph type="chart" idx="1"/>
          </p:nvPr>
        </p:nvSpPr>
        <p:spPr>
          <a:xfrm>
            <a:off x="457200" y="1438275"/>
            <a:ext cx="8229600" cy="4733925"/>
          </a:xfrm>
        </p:spPr>
        <p:txBody>
          <a:bodyPr/>
          <a:lstStyle/>
          <a:p>
            <a:pPr lvl="0"/>
            <a:r>
              <a:rPr lang="en-US" altLang="zh-TW" noProof="0"/>
              <a:t>Click icon to add chart</a:t>
            </a:r>
            <a:endParaRPr lang="zh-TW" altLang="en-US" noProof="0"/>
          </a:p>
        </p:txBody>
      </p:sp>
      <p:sp>
        <p:nvSpPr>
          <p:cNvPr id="4" name="Rectangle 4"/>
          <p:cNvSpPr>
            <a:spLocks noGrp="1" noChangeArrowheads="1"/>
          </p:cNvSpPr>
          <p:nvPr>
            <p:ph type="dt" sz="half" idx="10"/>
          </p:nvPr>
        </p:nvSpPr>
        <p:spPr/>
        <p:txBody>
          <a:bodyPr/>
          <a:lstStyle>
            <a:lvl1pPr fontAlgn="auto">
              <a:spcBef>
                <a:spcPts val="0"/>
              </a:spcBef>
              <a:spcAft>
                <a:spcPts val="0"/>
              </a:spcAft>
              <a:defRPr/>
            </a:lvl1pPr>
          </a:lstStyle>
          <a:p>
            <a:pPr>
              <a:defRPr/>
            </a:pPr>
            <a:fld id="{9F0AAB77-7D3D-4A4E-853D-84377DA8FF5A}" type="datetime1">
              <a:rPr lang="zh-TW" altLang="en-US"/>
              <a:pPr>
                <a:defRPr/>
              </a:pPr>
              <a:t>2025/12/20</a:t>
            </a:fld>
            <a:endParaRPr lang="en-US" altLang="zh-CN"/>
          </a:p>
        </p:txBody>
      </p:sp>
      <p:sp>
        <p:nvSpPr>
          <p:cNvPr id="5" name="Rectangle 5"/>
          <p:cNvSpPr>
            <a:spLocks noGrp="1" noChangeArrowheads="1"/>
          </p:cNvSpPr>
          <p:nvPr>
            <p:ph type="ftr" sz="quarter" idx="11"/>
          </p:nvPr>
        </p:nvSpPr>
        <p:spPr/>
        <p:txBody>
          <a:bodyPr/>
          <a:lstStyle>
            <a:lvl1pPr fontAlgn="auto">
              <a:spcBef>
                <a:spcPts val="0"/>
              </a:spcBef>
              <a:spcAft>
                <a:spcPts val="0"/>
              </a:spcAft>
              <a:defRPr/>
            </a:lvl1pPr>
          </a:lstStyle>
          <a:p>
            <a:pPr>
              <a:defRPr/>
            </a:pPr>
            <a:endParaRPr lang="en-US" altLang="zh-CN"/>
          </a:p>
        </p:txBody>
      </p:sp>
      <p:sp>
        <p:nvSpPr>
          <p:cNvPr id="6" name="Rectangle 6"/>
          <p:cNvSpPr>
            <a:spLocks noGrp="1" noChangeArrowheads="1"/>
          </p:cNvSpPr>
          <p:nvPr>
            <p:ph type="sldNum" sz="quarter" idx="12"/>
          </p:nvPr>
        </p:nvSpPr>
        <p:spPr/>
        <p:txBody>
          <a:bodyPr/>
          <a:lstStyle>
            <a:lvl1pPr>
              <a:defRPr/>
            </a:lvl1pPr>
          </a:lstStyle>
          <a:p>
            <a:fld id="{6CC219FA-6E5D-4CA3-B34E-880C0B60F362}" type="slidenum">
              <a:rPr lang="zh-CN" altLang="en-US"/>
              <a:pPr/>
              <a:t>‹#›</a:t>
            </a:fld>
            <a:endParaRPr lang="en-US" altLang="zh-CN"/>
          </a:p>
        </p:txBody>
      </p:sp>
    </p:spTree>
    <p:extLst>
      <p:ext uri="{BB962C8B-B14F-4D97-AF65-F5344CB8AC3E}">
        <p14:creationId xmlns:p14="http://schemas.microsoft.com/office/powerpoint/2010/main" val="293276328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dgm" preserve="1">
  <p:cSld name="標題及圖表或組織圖">
    <p:spTree>
      <p:nvGrpSpPr>
        <p:cNvPr id="1" name=""/>
        <p:cNvGrpSpPr/>
        <p:nvPr/>
      </p:nvGrpSpPr>
      <p:grpSpPr>
        <a:xfrm>
          <a:off x="0" y="0"/>
          <a:ext cx="0" cy="0"/>
          <a:chOff x="0" y="0"/>
          <a:chExt cx="0" cy="0"/>
        </a:xfrm>
      </p:grpSpPr>
      <p:sp>
        <p:nvSpPr>
          <p:cNvPr id="2" name="標題 1"/>
          <p:cNvSpPr>
            <a:spLocks noGrp="1"/>
          </p:cNvSpPr>
          <p:nvPr>
            <p:ph type="title"/>
          </p:nvPr>
        </p:nvSpPr>
        <p:spPr>
          <a:xfrm>
            <a:off x="457200" y="238125"/>
            <a:ext cx="6477000" cy="868363"/>
          </a:xfrm>
        </p:spPr>
        <p:txBody>
          <a:bodyPr/>
          <a:lstStyle/>
          <a:p>
            <a:r>
              <a:rPr lang="en-US" altLang="zh-TW"/>
              <a:t>Click to edit Master title style</a:t>
            </a:r>
            <a:endParaRPr lang="zh-TW" altLang="en-US"/>
          </a:p>
        </p:txBody>
      </p:sp>
      <p:sp>
        <p:nvSpPr>
          <p:cNvPr id="3" name="SmartArt 版面配置區 2"/>
          <p:cNvSpPr>
            <a:spLocks noGrp="1"/>
          </p:cNvSpPr>
          <p:nvPr>
            <p:ph type="dgm" idx="1"/>
          </p:nvPr>
        </p:nvSpPr>
        <p:spPr>
          <a:xfrm>
            <a:off x="457200" y="1438275"/>
            <a:ext cx="8229600" cy="4733925"/>
          </a:xfrm>
        </p:spPr>
        <p:txBody>
          <a:bodyPr/>
          <a:lstStyle/>
          <a:p>
            <a:pPr lvl="0"/>
            <a:r>
              <a:rPr lang="en-US" altLang="zh-TW" noProof="0"/>
              <a:t>Click icon to add SmartArt graphic</a:t>
            </a:r>
            <a:endParaRPr lang="zh-TW" altLang="en-US" noProof="0"/>
          </a:p>
        </p:txBody>
      </p:sp>
      <p:sp>
        <p:nvSpPr>
          <p:cNvPr id="4" name="Rectangle 4"/>
          <p:cNvSpPr>
            <a:spLocks noGrp="1" noChangeArrowheads="1"/>
          </p:cNvSpPr>
          <p:nvPr>
            <p:ph type="dt" sz="half" idx="10"/>
          </p:nvPr>
        </p:nvSpPr>
        <p:spPr/>
        <p:txBody>
          <a:bodyPr/>
          <a:lstStyle>
            <a:lvl1pPr fontAlgn="auto">
              <a:spcBef>
                <a:spcPts val="0"/>
              </a:spcBef>
              <a:spcAft>
                <a:spcPts val="0"/>
              </a:spcAft>
              <a:defRPr/>
            </a:lvl1pPr>
          </a:lstStyle>
          <a:p>
            <a:pPr>
              <a:defRPr/>
            </a:pPr>
            <a:fld id="{76D167D3-21FF-4A9B-B77D-D2E2EEFC1568}" type="datetime1">
              <a:rPr lang="zh-TW" altLang="en-US"/>
              <a:pPr>
                <a:defRPr/>
              </a:pPr>
              <a:t>2025/12/20</a:t>
            </a:fld>
            <a:endParaRPr lang="en-US" altLang="zh-CN"/>
          </a:p>
        </p:txBody>
      </p:sp>
      <p:sp>
        <p:nvSpPr>
          <p:cNvPr id="5" name="Rectangle 5"/>
          <p:cNvSpPr>
            <a:spLocks noGrp="1" noChangeArrowheads="1"/>
          </p:cNvSpPr>
          <p:nvPr>
            <p:ph type="ftr" sz="quarter" idx="11"/>
          </p:nvPr>
        </p:nvSpPr>
        <p:spPr/>
        <p:txBody>
          <a:bodyPr/>
          <a:lstStyle>
            <a:lvl1pPr fontAlgn="auto">
              <a:spcBef>
                <a:spcPts val="0"/>
              </a:spcBef>
              <a:spcAft>
                <a:spcPts val="0"/>
              </a:spcAft>
              <a:defRPr/>
            </a:lvl1pPr>
          </a:lstStyle>
          <a:p>
            <a:pPr>
              <a:defRPr/>
            </a:pPr>
            <a:endParaRPr lang="en-US" altLang="zh-CN"/>
          </a:p>
        </p:txBody>
      </p:sp>
      <p:sp>
        <p:nvSpPr>
          <p:cNvPr id="6" name="Rectangle 6"/>
          <p:cNvSpPr>
            <a:spLocks noGrp="1" noChangeArrowheads="1"/>
          </p:cNvSpPr>
          <p:nvPr>
            <p:ph type="sldNum" sz="quarter" idx="12"/>
          </p:nvPr>
        </p:nvSpPr>
        <p:spPr/>
        <p:txBody>
          <a:bodyPr/>
          <a:lstStyle>
            <a:lvl1pPr>
              <a:defRPr/>
            </a:lvl1pPr>
          </a:lstStyle>
          <a:p>
            <a:fld id="{16A52AE8-BA4B-4BAC-8E0A-9443A71F26DA}" type="slidenum">
              <a:rPr lang="zh-CN" altLang="en-US"/>
              <a:pPr/>
              <a:t>‹#›</a:t>
            </a:fld>
            <a:endParaRPr lang="en-US" altLang="zh-CN"/>
          </a:p>
        </p:txBody>
      </p:sp>
    </p:spTree>
    <p:extLst>
      <p:ext uri="{BB962C8B-B14F-4D97-AF65-F5344CB8AC3E}">
        <p14:creationId xmlns:p14="http://schemas.microsoft.com/office/powerpoint/2010/main" val="382026296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2.jpe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jpe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7170" name="Group 7"/>
          <p:cNvGrpSpPr>
            <a:grpSpLocks/>
          </p:cNvGrpSpPr>
          <p:nvPr/>
        </p:nvGrpSpPr>
        <p:grpSpPr bwMode="auto">
          <a:xfrm>
            <a:off x="6553200" y="6013450"/>
            <a:ext cx="2392363" cy="563563"/>
            <a:chOff x="1566" y="164"/>
            <a:chExt cx="1455" cy="425"/>
          </a:xfrm>
        </p:grpSpPr>
        <p:sp>
          <p:nvSpPr>
            <p:cNvPr id="7187" name="Freeform 8"/>
            <p:cNvSpPr>
              <a:spLocks/>
            </p:cNvSpPr>
            <p:nvPr/>
          </p:nvSpPr>
          <p:spPr bwMode="gray">
            <a:xfrm>
              <a:off x="1892" y="468"/>
              <a:ext cx="39" cy="121"/>
            </a:xfrm>
            <a:custGeom>
              <a:avLst/>
              <a:gdLst>
                <a:gd name="T0" fmla="*/ 37 w 39"/>
                <a:gd name="T1" fmla="*/ 36 h 121"/>
                <a:gd name="T2" fmla="*/ 35 w 39"/>
                <a:gd name="T3" fmla="*/ 36 h 121"/>
                <a:gd name="T4" fmla="*/ 30 w 39"/>
                <a:gd name="T5" fmla="*/ 36 h 121"/>
                <a:gd name="T6" fmla="*/ 22 w 39"/>
                <a:gd name="T7" fmla="*/ 34 h 121"/>
                <a:gd name="T8" fmla="*/ 15 w 39"/>
                <a:gd name="T9" fmla="*/ 30 h 121"/>
                <a:gd name="T10" fmla="*/ 7 w 39"/>
                <a:gd name="T11" fmla="*/ 23 h 121"/>
                <a:gd name="T12" fmla="*/ 3 w 39"/>
                <a:gd name="T13" fmla="*/ 13 h 121"/>
                <a:gd name="T14" fmla="*/ 0 w 39"/>
                <a:gd name="T15" fmla="*/ 0 h 121"/>
                <a:gd name="T16" fmla="*/ 3 w 39"/>
                <a:gd name="T17" fmla="*/ 0 h 121"/>
                <a:gd name="T18" fmla="*/ 7 w 39"/>
                <a:gd name="T19" fmla="*/ 1 h 121"/>
                <a:gd name="T20" fmla="*/ 15 w 39"/>
                <a:gd name="T21" fmla="*/ 3 h 121"/>
                <a:gd name="T22" fmla="*/ 23 w 39"/>
                <a:gd name="T23" fmla="*/ 5 h 121"/>
                <a:gd name="T24" fmla="*/ 30 w 39"/>
                <a:gd name="T25" fmla="*/ 11 h 121"/>
                <a:gd name="T26" fmla="*/ 37 w 39"/>
                <a:gd name="T27" fmla="*/ 20 h 121"/>
                <a:gd name="T28" fmla="*/ 39 w 39"/>
                <a:gd name="T29" fmla="*/ 34 h 121"/>
                <a:gd name="T30" fmla="*/ 39 w 39"/>
                <a:gd name="T31" fmla="*/ 121 h 121"/>
                <a:gd name="T32" fmla="*/ 37 w 39"/>
                <a:gd name="T33" fmla="*/ 121 h 121"/>
                <a:gd name="T34" fmla="*/ 37 w 39"/>
                <a:gd name="T35" fmla="*/ 36 h 121"/>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39" h="121">
                  <a:moveTo>
                    <a:pt x="37" y="36"/>
                  </a:moveTo>
                  <a:lnTo>
                    <a:pt x="35" y="36"/>
                  </a:lnTo>
                  <a:lnTo>
                    <a:pt x="30" y="36"/>
                  </a:lnTo>
                  <a:lnTo>
                    <a:pt x="22" y="34"/>
                  </a:lnTo>
                  <a:lnTo>
                    <a:pt x="15" y="30"/>
                  </a:lnTo>
                  <a:lnTo>
                    <a:pt x="7" y="23"/>
                  </a:lnTo>
                  <a:lnTo>
                    <a:pt x="3" y="13"/>
                  </a:lnTo>
                  <a:lnTo>
                    <a:pt x="0" y="0"/>
                  </a:lnTo>
                  <a:lnTo>
                    <a:pt x="3" y="0"/>
                  </a:lnTo>
                  <a:lnTo>
                    <a:pt x="7" y="1"/>
                  </a:lnTo>
                  <a:lnTo>
                    <a:pt x="15" y="3"/>
                  </a:lnTo>
                  <a:lnTo>
                    <a:pt x="23" y="5"/>
                  </a:lnTo>
                  <a:lnTo>
                    <a:pt x="30" y="11"/>
                  </a:lnTo>
                  <a:lnTo>
                    <a:pt x="37" y="20"/>
                  </a:lnTo>
                  <a:lnTo>
                    <a:pt x="39" y="34"/>
                  </a:lnTo>
                  <a:lnTo>
                    <a:pt x="39" y="121"/>
                  </a:lnTo>
                  <a:lnTo>
                    <a:pt x="37" y="121"/>
                  </a:lnTo>
                  <a:lnTo>
                    <a:pt x="37" y="36"/>
                  </a:lnTo>
                  <a:close/>
                </a:path>
              </a:pathLst>
            </a:custGeom>
            <a:solidFill>
              <a:srgbClr val="D7D7D7"/>
            </a:solidFill>
            <a:ln w="0">
              <a:solidFill>
                <a:srgbClr val="D7D7D7"/>
              </a:solidFill>
              <a:prstDash val="solid"/>
              <a:round/>
              <a:headEnd/>
              <a:tailEnd/>
            </a:ln>
          </p:spPr>
          <p:txBody>
            <a:bodyPr/>
            <a:lstStyle/>
            <a:p>
              <a:pPr algn="l" rtl="0" eaLnBrk="0" fontAlgn="base" hangingPunct="0">
                <a:spcBef>
                  <a:spcPct val="0"/>
                </a:spcBef>
                <a:spcAft>
                  <a:spcPct val="0"/>
                </a:spcAft>
              </a:pPr>
              <a:endParaRPr lang="fa-IR">
                <a:solidFill>
                  <a:srgbClr val="DDE89A"/>
                </a:solidFill>
                <a:latin typeface="Calibri" pitchFamily="34" charset="0"/>
                <a:cs typeface="B Mitra" pitchFamily="2" charset="-78"/>
              </a:endParaRPr>
            </a:p>
          </p:txBody>
        </p:sp>
        <p:sp>
          <p:nvSpPr>
            <p:cNvPr id="7188" name="Freeform 9"/>
            <p:cNvSpPr>
              <a:spLocks/>
            </p:cNvSpPr>
            <p:nvPr/>
          </p:nvSpPr>
          <p:spPr bwMode="gray">
            <a:xfrm>
              <a:off x="2271" y="450"/>
              <a:ext cx="45" cy="139"/>
            </a:xfrm>
            <a:custGeom>
              <a:avLst/>
              <a:gdLst>
                <a:gd name="T0" fmla="*/ 3 w 45"/>
                <a:gd name="T1" fmla="*/ 42 h 139"/>
                <a:gd name="T2" fmla="*/ 6 w 45"/>
                <a:gd name="T3" fmla="*/ 42 h 139"/>
                <a:gd name="T4" fmla="*/ 12 w 45"/>
                <a:gd name="T5" fmla="*/ 42 h 139"/>
                <a:gd name="T6" fmla="*/ 20 w 45"/>
                <a:gd name="T7" fmla="*/ 39 h 139"/>
                <a:gd name="T8" fmla="*/ 29 w 45"/>
                <a:gd name="T9" fmla="*/ 35 h 139"/>
                <a:gd name="T10" fmla="*/ 37 w 45"/>
                <a:gd name="T11" fmla="*/ 27 h 139"/>
                <a:gd name="T12" fmla="*/ 43 w 45"/>
                <a:gd name="T13" fmla="*/ 17 h 139"/>
                <a:gd name="T14" fmla="*/ 45 w 45"/>
                <a:gd name="T15" fmla="*/ 2 h 139"/>
                <a:gd name="T16" fmla="*/ 43 w 45"/>
                <a:gd name="T17" fmla="*/ 0 h 139"/>
                <a:gd name="T18" fmla="*/ 37 w 45"/>
                <a:gd name="T19" fmla="*/ 2 h 139"/>
                <a:gd name="T20" fmla="*/ 29 w 45"/>
                <a:gd name="T21" fmla="*/ 3 h 139"/>
                <a:gd name="T22" fmla="*/ 19 w 45"/>
                <a:gd name="T23" fmla="*/ 7 h 139"/>
                <a:gd name="T24" fmla="*/ 11 w 45"/>
                <a:gd name="T25" fmla="*/ 14 h 139"/>
                <a:gd name="T26" fmla="*/ 4 w 45"/>
                <a:gd name="T27" fmla="*/ 23 h 139"/>
                <a:gd name="T28" fmla="*/ 0 w 45"/>
                <a:gd name="T29" fmla="*/ 39 h 139"/>
                <a:gd name="T30" fmla="*/ 0 w 45"/>
                <a:gd name="T31" fmla="*/ 139 h 139"/>
                <a:gd name="T32" fmla="*/ 3 w 45"/>
                <a:gd name="T33" fmla="*/ 139 h 139"/>
                <a:gd name="T34" fmla="*/ 3 w 45"/>
                <a:gd name="T35" fmla="*/ 42 h 13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45" h="139">
                  <a:moveTo>
                    <a:pt x="3" y="42"/>
                  </a:moveTo>
                  <a:lnTo>
                    <a:pt x="6" y="42"/>
                  </a:lnTo>
                  <a:lnTo>
                    <a:pt x="12" y="42"/>
                  </a:lnTo>
                  <a:lnTo>
                    <a:pt x="20" y="39"/>
                  </a:lnTo>
                  <a:lnTo>
                    <a:pt x="29" y="35"/>
                  </a:lnTo>
                  <a:lnTo>
                    <a:pt x="37" y="27"/>
                  </a:lnTo>
                  <a:lnTo>
                    <a:pt x="43" y="17"/>
                  </a:lnTo>
                  <a:lnTo>
                    <a:pt x="45" y="2"/>
                  </a:lnTo>
                  <a:lnTo>
                    <a:pt x="43" y="0"/>
                  </a:lnTo>
                  <a:lnTo>
                    <a:pt x="37" y="2"/>
                  </a:lnTo>
                  <a:lnTo>
                    <a:pt x="29" y="3"/>
                  </a:lnTo>
                  <a:lnTo>
                    <a:pt x="19" y="7"/>
                  </a:lnTo>
                  <a:lnTo>
                    <a:pt x="11" y="14"/>
                  </a:lnTo>
                  <a:lnTo>
                    <a:pt x="4" y="23"/>
                  </a:lnTo>
                  <a:lnTo>
                    <a:pt x="0" y="39"/>
                  </a:lnTo>
                  <a:lnTo>
                    <a:pt x="0" y="139"/>
                  </a:lnTo>
                  <a:lnTo>
                    <a:pt x="3" y="139"/>
                  </a:lnTo>
                  <a:lnTo>
                    <a:pt x="3" y="42"/>
                  </a:lnTo>
                  <a:close/>
                </a:path>
              </a:pathLst>
            </a:custGeom>
            <a:solidFill>
              <a:srgbClr val="D7D7D7"/>
            </a:solidFill>
            <a:ln w="0">
              <a:solidFill>
                <a:srgbClr val="D7D7D7"/>
              </a:solidFill>
              <a:prstDash val="solid"/>
              <a:round/>
              <a:headEnd/>
              <a:tailEnd/>
            </a:ln>
          </p:spPr>
          <p:txBody>
            <a:bodyPr/>
            <a:lstStyle/>
            <a:p>
              <a:pPr algn="l" rtl="0" eaLnBrk="0" fontAlgn="base" hangingPunct="0">
                <a:spcBef>
                  <a:spcPct val="0"/>
                </a:spcBef>
                <a:spcAft>
                  <a:spcPct val="0"/>
                </a:spcAft>
              </a:pPr>
              <a:endParaRPr lang="fa-IR">
                <a:solidFill>
                  <a:srgbClr val="DDE89A"/>
                </a:solidFill>
                <a:latin typeface="Calibri" pitchFamily="34" charset="0"/>
                <a:cs typeface="B Mitra" pitchFamily="2" charset="-78"/>
              </a:endParaRPr>
            </a:p>
          </p:txBody>
        </p:sp>
        <p:sp>
          <p:nvSpPr>
            <p:cNvPr id="7189" name="Freeform 10"/>
            <p:cNvSpPr>
              <a:spLocks/>
            </p:cNvSpPr>
            <p:nvPr/>
          </p:nvSpPr>
          <p:spPr bwMode="gray">
            <a:xfrm>
              <a:off x="1765" y="378"/>
              <a:ext cx="146" cy="211"/>
            </a:xfrm>
            <a:custGeom>
              <a:avLst/>
              <a:gdLst>
                <a:gd name="T0" fmla="*/ 68 w 146"/>
                <a:gd name="T1" fmla="*/ 67 h 211"/>
                <a:gd name="T2" fmla="*/ 67 w 146"/>
                <a:gd name="T3" fmla="*/ 67 h 211"/>
                <a:gd name="T4" fmla="*/ 60 w 146"/>
                <a:gd name="T5" fmla="*/ 66 h 211"/>
                <a:gd name="T6" fmla="*/ 50 w 146"/>
                <a:gd name="T7" fmla="*/ 64 h 211"/>
                <a:gd name="T8" fmla="*/ 41 w 146"/>
                <a:gd name="T9" fmla="*/ 62 h 211"/>
                <a:gd name="T10" fmla="*/ 29 w 146"/>
                <a:gd name="T11" fmla="*/ 55 h 211"/>
                <a:gd name="T12" fmla="*/ 18 w 146"/>
                <a:gd name="T13" fmla="*/ 47 h 211"/>
                <a:gd name="T14" fmla="*/ 10 w 146"/>
                <a:gd name="T15" fmla="*/ 35 h 211"/>
                <a:gd name="T16" fmla="*/ 3 w 146"/>
                <a:gd name="T17" fmla="*/ 20 h 211"/>
                <a:gd name="T18" fmla="*/ 0 w 146"/>
                <a:gd name="T19" fmla="*/ 0 h 211"/>
                <a:gd name="T20" fmla="*/ 3 w 146"/>
                <a:gd name="T21" fmla="*/ 0 h 211"/>
                <a:gd name="T22" fmla="*/ 10 w 146"/>
                <a:gd name="T23" fmla="*/ 0 h 211"/>
                <a:gd name="T24" fmla="*/ 19 w 146"/>
                <a:gd name="T25" fmla="*/ 0 h 211"/>
                <a:gd name="T26" fmla="*/ 30 w 146"/>
                <a:gd name="T27" fmla="*/ 2 h 211"/>
                <a:gd name="T28" fmla="*/ 41 w 146"/>
                <a:gd name="T29" fmla="*/ 6 h 211"/>
                <a:gd name="T30" fmla="*/ 53 w 146"/>
                <a:gd name="T31" fmla="*/ 14 h 211"/>
                <a:gd name="T32" fmla="*/ 62 w 146"/>
                <a:gd name="T33" fmla="*/ 25 h 211"/>
                <a:gd name="T34" fmla="*/ 69 w 146"/>
                <a:gd name="T35" fmla="*/ 41 h 211"/>
                <a:gd name="T36" fmla="*/ 73 w 146"/>
                <a:gd name="T37" fmla="*/ 62 h 211"/>
                <a:gd name="T38" fmla="*/ 73 w 146"/>
                <a:gd name="T39" fmla="*/ 60 h 211"/>
                <a:gd name="T40" fmla="*/ 73 w 146"/>
                <a:gd name="T41" fmla="*/ 55 h 211"/>
                <a:gd name="T42" fmla="*/ 75 w 146"/>
                <a:gd name="T43" fmla="*/ 45 h 211"/>
                <a:gd name="T44" fmla="*/ 79 w 146"/>
                <a:gd name="T45" fmla="*/ 36 h 211"/>
                <a:gd name="T46" fmla="*/ 84 w 146"/>
                <a:gd name="T47" fmla="*/ 25 h 211"/>
                <a:gd name="T48" fmla="*/ 92 w 146"/>
                <a:gd name="T49" fmla="*/ 16 h 211"/>
                <a:gd name="T50" fmla="*/ 106 w 146"/>
                <a:gd name="T51" fmla="*/ 8 h 211"/>
                <a:gd name="T52" fmla="*/ 123 w 146"/>
                <a:gd name="T53" fmla="*/ 2 h 211"/>
                <a:gd name="T54" fmla="*/ 146 w 146"/>
                <a:gd name="T55" fmla="*/ 0 h 211"/>
                <a:gd name="T56" fmla="*/ 145 w 146"/>
                <a:gd name="T57" fmla="*/ 2 h 211"/>
                <a:gd name="T58" fmla="*/ 145 w 146"/>
                <a:gd name="T59" fmla="*/ 8 h 211"/>
                <a:gd name="T60" fmla="*/ 143 w 146"/>
                <a:gd name="T61" fmla="*/ 17 h 211"/>
                <a:gd name="T62" fmla="*/ 139 w 146"/>
                <a:gd name="T63" fmla="*/ 28 h 211"/>
                <a:gd name="T64" fmla="*/ 134 w 146"/>
                <a:gd name="T65" fmla="*/ 39 h 211"/>
                <a:gd name="T66" fmla="*/ 126 w 146"/>
                <a:gd name="T67" fmla="*/ 49 h 211"/>
                <a:gd name="T68" fmla="*/ 114 w 146"/>
                <a:gd name="T69" fmla="*/ 59 h 211"/>
                <a:gd name="T70" fmla="*/ 98 w 146"/>
                <a:gd name="T71" fmla="*/ 64 h 211"/>
                <a:gd name="T72" fmla="*/ 79 w 146"/>
                <a:gd name="T73" fmla="*/ 67 h 211"/>
                <a:gd name="T74" fmla="*/ 79 w 146"/>
                <a:gd name="T75" fmla="*/ 211 h 211"/>
                <a:gd name="T76" fmla="*/ 68 w 146"/>
                <a:gd name="T77" fmla="*/ 211 h 211"/>
                <a:gd name="T78" fmla="*/ 68 w 146"/>
                <a:gd name="T79" fmla="*/ 67 h 211"/>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0" t="0" r="r" b="b"/>
              <a:pathLst>
                <a:path w="146" h="211">
                  <a:moveTo>
                    <a:pt x="68" y="67"/>
                  </a:moveTo>
                  <a:lnTo>
                    <a:pt x="67" y="67"/>
                  </a:lnTo>
                  <a:lnTo>
                    <a:pt x="60" y="66"/>
                  </a:lnTo>
                  <a:lnTo>
                    <a:pt x="50" y="64"/>
                  </a:lnTo>
                  <a:lnTo>
                    <a:pt x="41" y="62"/>
                  </a:lnTo>
                  <a:lnTo>
                    <a:pt x="29" y="55"/>
                  </a:lnTo>
                  <a:lnTo>
                    <a:pt x="18" y="47"/>
                  </a:lnTo>
                  <a:lnTo>
                    <a:pt x="10" y="35"/>
                  </a:lnTo>
                  <a:lnTo>
                    <a:pt x="3" y="20"/>
                  </a:lnTo>
                  <a:lnTo>
                    <a:pt x="0" y="0"/>
                  </a:lnTo>
                  <a:lnTo>
                    <a:pt x="3" y="0"/>
                  </a:lnTo>
                  <a:lnTo>
                    <a:pt x="10" y="0"/>
                  </a:lnTo>
                  <a:lnTo>
                    <a:pt x="19" y="0"/>
                  </a:lnTo>
                  <a:lnTo>
                    <a:pt x="30" y="2"/>
                  </a:lnTo>
                  <a:lnTo>
                    <a:pt x="41" y="6"/>
                  </a:lnTo>
                  <a:lnTo>
                    <a:pt x="53" y="14"/>
                  </a:lnTo>
                  <a:lnTo>
                    <a:pt x="62" y="25"/>
                  </a:lnTo>
                  <a:lnTo>
                    <a:pt x="69" y="41"/>
                  </a:lnTo>
                  <a:lnTo>
                    <a:pt x="73" y="62"/>
                  </a:lnTo>
                  <a:lnTo>
                    <a:pt x="73" y="60"/>
                  </a:lnTo>
                  <a:lnTo>
                    <a:pt x="73" y="55"/>
                  </a:lnTo>
                  <a:lnTo>
                    <a:pt x="75" y="45"/>
                  </a:lnTo>
                  <a:lnTo>
                    <a:pt x="79" y="36"/>
                  </a:lnTo>
                  <a:lnTo>
                    <a:pt x="84" y="25"/>
                  </a:lnTo>
                  <a:lnTo>
                    <a:pt x="92" y="16"/>
                  </a:lnTo>
                  <a:lnTo>
                    <a:pt x="106" y="8"/>
                  </a:lnTo>
                  <a:lnTo>
                    <a:pt x="123" y="2"/>
                  </a:lnTo>
                  <a:lnTo>
                    <a:pt x="146" y="0"/>
                  </a:lnTo>
                  <a:lnTo>
                    <a:pt x="145" y="2"/>
                  </a:lnTo>
                  <a:lnTo>
                    <a:pt x="145" y="8"/>
                  </a:lnTo>
                  <a:lnTo>
                    <a:pt x="143" y="17"/>
                  </a:lnTo>
                  <a:lnTo>
                    <a:pt x="139" y="28"/>
                  </a:lnTo>
                  <a:lnTo>
                    <a:pt x="134" y="39"/>
                  </a:lnTo>
                  <a:lnTo>
                    <a:pt x="126" y="49"/>
                  </a:lnTo>
                  <a:lnTo>
                    <a:pt x="114" y="59"/>
                  </a:lnTo>
                  <a:lnTo>
                    <a:pt x="98" y="64"/>
                  </a:lnTo>
                  <a:lnTo>
                    <a:pt x="79" y="67"/>
                  </a:lnTo>
                  <a:lnTo>
                    <a:pt x="79" y="211"/>
                  </a:lnTo>
                  <a:lnTo>
                    <a:pt x="68" y="211"/>
                  </a:lnTo>
                  <a:lnTo>
                    <a:pt x="68" y="67"/>
                  </a:lnTo>
                  <a:close/>
                </a:path>
              </a:pathLst>
            </a:custGeom>
            <a:solidFill>
              <a:srgbClr val="D7D7D7"/>
            </a:solidFill>
            <a:ln w="0">
              <a:solidFill>
                <a:srgbClr val="D7D7D7"/>
              </a:solidFill>
              <a:prstDash val="solid"/>
              <a:round/>
              <a:headEnd/>
              <a:tailEnd/>
            </a:ln>
          </p:spPr>
          <p:txBody>
            <a:bodyPr/>
            <a:lstStyle/>
            <a:p>
              <a:pPr algn="l" rtl="0" eaLnBrk="0" fontAlgn="base" hangingPunct="0">
                <a:spcBef>
                  <a:spcPct val="0"/>
                </a:spcBef>
                <a:spcAft>
                  <a:spcPct val="0"/>
                </a:spcAft>
              </a:pPr>
              <a:endParaRPr lang="fa-IR">
                <a:solidFill>
                  <a:srgbClr val="DDE89A"/>
                </a:solidFill>
                <a:latin typeface="Calibri" pitchFamily="34" charset="0"/>
                <a:cs typeface="B Mitra" pitchFamily="2" charset="-78"/>
              </a:endParaRPr>
            </a:p>
          </p:txBody>
        </p:sp>
        <p:sp>
          <p:nvSpPr>
            <p:cNvPr id="7190" name="Freeform 11"/>
            <p:cNvSpPr>
              <a:spLocks/>
            </p:cNvSpPr>
            <p:nvPr/>
          </p:nvSpPr>
          <p:spPr bwMode="gray">
            <a:xfrm>
              <a:off x="2792" y="378"/>
              <a:ext cx="144" cy="211"/>
            </a:xfrm>
            <a:custGeom>
              <a:avLst/>
              <a:gdLst>
                <a:gd name="T0" fmla="*/ 67 w 144"/>
                <a:gd name="T1" fmla="*/ 67 h 211"/>
                <a:gd name="T2" fmla="*/ 66 w 144"/>
                <a:gd name="T3" fmla="*/ 67 h 211"/>
                <a:gd name="T4" fmla="*/ 59 w 144"/>
                <a:gd name="T5" fmla="*/ 66 h 211"/>
                <a:gd name="T6" fmla="*/ 50 w 144"/>
                <a:gd name="T7" fmla="*/ 64 h 211"/>
                <a:gd name="T8" fmla="*/ 39 w 144"/>
                <a:gd name="T9" fmla="*/ 62 h 211"/>
                <a:gd name="T10" fmla="*/ 28 w 144"/>
                <a:gd name="T11" fmla="*/ 55 h 211"/>
                <a:gd name="T12" fmla="*/ 17 w 144"/>
                <a:gd name="T13" fmla="*/ 47 h 211"/>
                <a:gd name="T14" fmla="*/ 9 w 144"/>
                <a:gd name="T15" fmla="*/ 35 h 211"/>
                <a:gd name="T16" fmla="*/ 2 w 144"/>
                <a:gd name="T17" fmla="*/ 20 h 211"/>
                <a:gd name="T18" fmla="*/ 0 w 144"/>
                <a:gd name="T19" fmla="*/ 0 h 211"/>
                <a:gd name="T20" fmla="*/ 2 w 144"/>
                <a:gd name="T21" fmla="*/ 0 h 211"/>
                <a:gd name="T22" fmla="*/ 9 w 144"/>
                <a:gd name="T23" fmla="*/ 0 h 211"/>
                <a:gd name="T24" fmla="*/ 17 w 144"/>
                <a:gd name="T25" fmla="*/ 0 h 211"/>
                <a:gd name="T26" fmla="*/ 28 w 144"/>
                <a:gd name="T27" fmla="*/ 2 h 211"/>
                <a:gd name="T28" fmla="*/ 40 w 144"/>
                <a:gd name="T29" fmla="*/ 6 h 211"/>
                <a:gd name="T30" fmla="*/ 51 w 144"/>
                <a:gd name="T31" fmla="*/ 14 h 211"/>
                <a:gd name="T32" fmla="*/ 62 w 144"/>
                <a:gd name="T33" fmla="*/ 25 h 211"/>
                <a:gd name="T34" fmla="*/ 69 w 144"/>
                <a:gd name="T35" fmla="*/ 41 h 211"/>
                <a:gd name="T36" fmla="*/ 73 w 144"/>
                <a:gd name="T37" fmla="*/ 62 h 211"/>
                <a:gd name="T38" fmla="*/ 73 w 144"/>
                <a:gd name="T39" fmla="*/ 60 h 211"/>
                <a:gd name="T40" fmla="*/ 73 w 144"/>
                <a:gd name="T41" fmla="*/ 55 h 211"/>
                <a:gd name="T42" fmla="*/ 74 w 144"/>
                <a:gd name="T43" fmla="*/ 45 h 211"/>
                <a:gd name="T44" fmla="*/ 77 w 144"/>
                <a:gd name="T45" fmla="*/ 36 h 211"/>
                <a:gd name="T46" fmla="*/ 82 w 144"/>
                <a:gd name="T47" fmla="*/ 25 h 211"/>
                <a:gd name="T48" fmla="*/ 91 w 144"/>
                <a:gd name="T49" fmla="*/ 16 h 211"/>
                <a:gd name="T50" fmla="*/ 105 w 144"/>
                <a:gd name="T51" fmla="*/ 8 h 211"/>
                <a:gd name="T52" fmla="*/ 121 w 144"/>
                <a:gd name="T53" fmla="*/ 2 h 211"/>
                <a:gd name="T54" fmla="*/ 144 w 144"/>
                <a:gd name="T55" fmla="*/ 0 h 211"/>
                <a:gd name="T56" fmla="*/ 144 w 144"/>
                <a:gd name="T57" fmla="*/ 2 h 211"/>
                <a:gd name="T58" fmla="*/ 144 w 144"/>
                <a:gd name="T59" fmla="*/ 8 h 211"/>
                <a:gd name="T60" fmla="*/ 141 w 144"/>
                <a:gd name="T61" fmla="*/ 17 h 211"/>
                <a:gd name="T62" fmla="*/ 139 w 144"/>
                <a:gd name="T63" fmla="*/ 28 h 211"/>
                <a:gd name="T64" fmla="*/ 133 w 144"/>
                <a:gd name="T65" fmla="*/ 39 h 211"/>
                <a:gd name="T66" fmla="*/ 125 w 144"/>
                <a:gd name="T67" fmla="*/ 49 h 211"/>
                <a:gd name="T68" fmla="*/ 113 w 144"/>
                <a:gd name="T69" fmla="*/ 59 h 211"/>
                <a:gd name="T70" fmla="*/ 97 w 144"/>
                <a:gd name="T71" fmla="*/ 64 h 211"/>
                <a:gd name="T72" fmla="*/ 77 w 144"/>
                <a:gd name="T73" fmla="*/ 67 h 211"/>
                <a:gd name="T74" fmla="*/ 77 w 144"/>
                <a:gd name="T75" fmla="*/ 211 h 211"/>
                <a:gd name="T76" fmla="*/ 67 w 144"/>
                <a:gd name="T77" fmla="*/ 211 h 211"/>
                <a:gd name="T78" fmla="*/ 67 w 144"/>
                <a:gd name="T79" fmla="*/ 67 h 211"/>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0" t="0" r="r" b="b"/>
              <a:pathLst>
                <a:path w="144" h="211">
                  <a:moveTo>
                    <a:pt x="67" y="67"/>
                  </a:moveTo>
                  <a:lnTo>
                    <a:pt x="66" y="67"/>
                  </a:lnTo>
                  <a:lnTo>
                    <a:pt x="59" y="66"/>
                  </a:lnTo>
                  <a:lnTo>
                    <a:pt x="50" y="64"/>
                  </a:lnTo>
                  <a:lnTo>
                    <a:pt x="39" y="62"/>
                  </a:lnTo>
                  <a:lnTo>
                    <a:pt x="28" y="55"/>
                  </a:lnTo>
                  <a:lnTo>
                    <a:pt x="17" y="47"/>
                  </a:lnTo>
                  <a:lnTo>
                    <a:pt x="9" y="35"/>
                  </a:lnTo>
                  <a:lnTo>
                    <a:pt x="2" y="20"/>
                  </a:lnTo>
                  <a:lnTo>
                    <a:pt x="0" y="0"/>
                  </a:lnTo>
                  <a:lnTo>
                    <a:pt x="2" y="0"/>
                  </a:lnTo>
                  <a:lnTo>
                    <a:pt x="9" y="0"/>
                  </a:lnTo>
                  <a:lnTo>
                    <a:pt x="17" y="0"/>
                  </a:lnTo>
                  <a:lnTo>
                    <a:pt x="28" y="2"/>
                  </a:lnTo>
                  <a:lnTo>
                    <a:pt x="40" y="6"/>
                  </a:lnTo>
                  <a:lnTo>
                    <a:pt x="51" y="14"/>
                  </a:lnTo>
                  <a:lnTo>
                    <a:pt x="62" y="25"/>
                  </a:lnTo>
                  <a:lnTo>
                    <a:pt x="69" y="41"/>
                  </a:lnTo>
                  <a:lnTo>
                    <a:pt x="73" y="62"/>
                  </a:lnTo>
                  <a:lnTo>
                    <a:pt x="73" y="60"/>
                  </a:lnTo>
                  <a:lnTo>
                    <a:pt x="73" y="55"/>
                  </a:lnTo>
                  <a:lnTo>
                    <a:pt x="74" y="45"/>
                  </a:lnTo>
                  <a:lnTo>
                    <a:pt x="77" y="36"/>
                  </a:lnTo>
                  <a:lnTo>
                    <a:pt x="82" y="25"/>
                  </a:lnTo>
                  <a:lnTo>
                    <a:pt x="91" y="16"/>
                  </a:lnTo>
                  <a:lnTo>
                    <a:pt x="105" y="8"/>
                  </a:lnTo>
                  <a:lnTo>
                    <a:pt x="121" y="2"/>
                  </a:lnTo>
                  <a:lnTo>
                    <a:pt x="144" y="0"/>
                  </a:lnTo>
                  <a:lnTo>
                    <a:pt x="144" y="2"/>
                  </a:lnTo>
                  <a:lnTo>
                    <a:pt x="144" y="8"/>
                  </a:lnTo>
                  <a:lnTo>
                    <a:pt x="141" y="17"/>
                  </a:lnTo>
                  <a:lnTo>
                    <a:pt x="139" y="28"/>
                  </a:lnTo>
                  <a:lnTo>
                    <a:pt x="133" y="39"/>
                  </a:lnTo>
                  <a:lnTo>
                    <a:pt x="125" y="49"/>
                  </a:lnTo>
                  <a:lnTo>
                    <a:pt x="113" y="59"/>
                  </a:lnTo>
                  <a:lnTo>
                    <a:pt x="97" y="64"/>
                  </a:lnTo>
                  <a:lnTo>
                    <a:pt x="77" y="67"/>
                  </a:lnTo>
                  <a:lnTo>
                    <a:pt x="77" y="211"/>
                  </a:lnTo>
                  <a:lnTo>
                    <a:pt x="67" y="211"/>
                  </a:lnTo>
                  <a:lnTo>
                    <a:pt x="67" y="67"/>
                  </a:lnTo>
                  <a:close/>
                </a:path>
              </a:pathLst>
            </a:custGeom>
            <a:solidFill>
              <a:srgbClr val="D7D7D7"/>
            </a:solidFill>
            <a:ln w="0">
              <a:solidFill>
                <a:srgbClr val="D7D7D7"/>
              </a:solidFill>
              <a:prstDash val="solid"/>
              <a:round/>
              <a:headEnd/>
              <a:tailEnd/>
            </a:ln>
          </p:spPr>
          <p:txBody>
            <a:bodyPr/>
            <a:lstStyle/>
            <a:p>
              <a:pPr algn="l" rtl="0" eaLnBrk="0" fontAlgn="base" hangingPunct="0">
                <a:spcBef>
                  <a:spcPct val="0"/>
                </a:spcBef>
                <a:spcAft>
                  <a:spcPct val="0"/>
                </a:spcAft>
              </a:pPr>
              <a:endParaRPr lang="fa-IR">
                <a:solidFill>
                  <a:srgbClr val="DDE89A"/>
                </a:solidFill>
                <a:latin typeface="Calibri" pitchFamily="34" charset="0"/>
                <a:cs typeface="B Mitra" pitchFamily="2" charset="-78"/>
              </a:endParaRPr>
            </a:p>
          </p:txBody>
        </p:sp>
        <p:sp>
          <p:nvSpPr>
            <p:cNvPr id="7191" name="Freeform 12"/>
            <p:cNvSpPr>
              <a:spLocks/>
            </p:cNvSpPr>
            <p:nvPr/>
          </p:nvSpPr>
          <p:spPr bwMode="gray">
            <a:xfrm>
              <a:off x="2631" y="457"/>
              <a:ext cx="89" cy="132"/>
            </a:xfrm>
            <a:custGeom>
              <a:avLst/>
              <a:gdLst>
                <a:gd name="T0" fmla="*/ 42 w 89"/>
                <a:gd name="T1" fmla="*/ 43 h 132"/>
                <a:gd name="T2" fmla="*/ 39 w 89"/>
                <a:gd name="T3" fmla="*/ 42 h 132"/>
                <a:gd name="T4" fmla="*/ 33 w 89"/>
                <a:gd name="T5" fmla="*/ 42 h 132"/>
                <a:gd name="T6" fmla="*/ 25 w 89"/>
                <a:gd name="T7" fmla="*/ 39 h 132"/>
                <a:gd name="T8" fmla="*/ 16 w 89"/>
                <a:gd name="T9" fmla="*/ 35 h 132"/>
                <a:gd name="T10" fmla="*/ 8 w 89"/>
                <a:gd name="T11" fmla="*/ 27 h 132"/>
                <a:gd name="T12" fmla="*/ 2 w 89"/>
                <a:gd name="T13" fmla="*/ 16 h 132"/>
                <a:gd name="T14" fmla="*/ 0 w 89"/>
                <a:gd name="T15" fmla="*/ 0 h 132"/>
                <a:gd name="T16" fmla="*/ 2 w 89"/>
                <a:gd name="T17" fmla="*/ 0 h 132"/>
                <a:gd name="T18" fmla="*/ 6 w 89"/>
                <a:gd name="T19" fmla="*/ 0 h 132"/>
                <a:gd name="T20" fmla="*/ 12 w 89"/>
                <a:gd name="T21" fmla="*/ 1 h 132"/>
                <a:gd name="T22" fmla="*/ 21 w 89"/>
                <a:gd name="T23" fmla="*/ 3 h 132"/>
                <a:gd name="T24" fmla="*/ 29 w 89"/>
                <a:gd name="T25" fmla="*/ 8 h 132"/>
                <a:gd name="T26" fmla="*/ 37 w 89"/>
                <a:gd name="T27" fmla="*/ 15 h 132"/>
                <a:gd name="T28" fmla="*/ 42 w 89"/>
                <a:gd name="T29" fmla="*/ 26 h 132"/>
                <a:gd name="T30" fmla="*/ 45 w 89"/>
                <a:gd name="T31" fmla="*/ 39 h 132"/>
                <a:gd name="T32" fmla="*/ 45 w 89"/>
                <a:gd name="T33" fmla="*/ 38 h 132"/>
                <a:gd name="T34" fmla="*/ 45 w 89"/>
                <a:gd name="T35" fmla="*/ 34 h 132"/>
                <a:gd name="T36" fmla="*/ 46 w 89"/>
                <a:gd name="T37" fmla="*/ 27 h 132"/>
                <a:gd name="T38" fmla="*/ 49 w 89"/>
                <a:gd name="T39" fmla="*/ 20 h 132"/>
                <a:gd name="T40" fmla="*/ 54 w 89"/>
                <a:gd name="T41" fmla="*/ 14 h 132"/>
                <a:gd name="T42" fmla="*/ 62 w 89"/>
                <a:gd name="T43" fmla="*/ 7 h 132"/>
                <a:gd name="T44" fmla="*/ 73 w 89"/>
                <a:gd name="T45" fmla="*/ 3 h 132"/>
                <a:gd name="T46" fmla="*/ 89 w 89"/>
                <a:gd name="T47" fmla="*/ 0 h 132"/>
                <a:gd name="T48" fmla="*/ 89 w 89"/>
                <a:gd name="T49" fmla="*/ 3 h 132"/>
                <a:gd name="T50" fmla="*/ 88 w 89"/>
                <a:gd name="T51" fmla="*/ 10 h 132"/>
                <a:gd name="T52" fmla="*/ 87 w 89"/>
                <a:gd name="T53" fmla="*/ 18 h 132"/>
                <a:gd name="T54" fmla="*/ 81 w 89"/>
                <a:gd name="T55" fmla="*/ 26 h 132"/>
                <a:gd name="T56" fmla="*/ 74 w 89"/>
                <a:gd name="T57" fmla="*/ 34 h 132"/>
                <a:gd name="T58" fmla="*/ 64 w 89"/>
                <a:gd name="T59" fmla="*/ 41 h 132"/>
                <a:gd name="T60" fmla="*/ 47 w 89"/>
                <a:gd name="T61" fmla="*/ 43 h 132"/>
                <a:gd name="T62" fmla="*/ 47 w 89"/>
                <a:gd name="T63" fmla="*/ 132 h 132"/>
                <a:gd name="T64" fmla="*/ 42 w 89"/>
                <a:gd name="T65" fmla="*/ 132 h 132"/>
                <a:gd name="T66" fmla="*/ 42 w 89"/>
                <a:gd name="T67" fmla="*/ 43 h 132"/>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89" h="132">
                  <a:moveTo>
                    <a:pt x="42" y="43"/>
                  </a:moveTo>
                  <a:lnTo>
                    <a:pt x="39" y="42"/>
                  </a:lnTo>
                  <a:lnTo>
                    <a:pt x="33" y="42"/>
                  </a:lnTo>
                  <a:lnTo>
                    <a:pt x="25" y="39"/>
                  </a:lnTo>
                  <a:lnTo>
                    <a:pt x="16" y="35"/>
                  </a:lnTo>
                  <a:lnTo>
                    <a:pt x="8" y="27"/>
                  </a:lnTo>
                  <a:lnTo>
                    <a:pt x="2" y="16"/>
                  </a:lnTo>
                  <a:lnTo>
                    <a:pt x="0" y="0"/>
                  </a:lnTo>
                  <a:lnTo>
                    <a:pt x="2" y="0"/>
                  </a:lnTo>
                  <a:lnTo>
                    <a:pt x="6" y="0"/>
                  </a:lnTo>
                  <a:lnTo>
                    <a:pt x="12" y="1"/>
                  </a:lnTo>
                  <a:lnTo>
                    <a:pt x="21" y="3"/>
                  </a:lnTo>
                  <a:lnTo>
                    <a:pt x="29" y="8"/>
                  </a:lnTo>
                  <a:lnTo>
                    <a:pt x="37" y="15"/>
                  </a:lnTo>
                  <a:lnTo>
                    <a:pt x="42" y="26"/>
                  </a:lnTo>
                  <a:lnTo>
                    <a:pt x="45" y="39"/>
                  </a:lnTo>
                  <a:lnTo>
                    <a:pt x="45" y="38"/>
                  </a:lnTo>
                  <a:lnTo>
                    <a:pt x="45" y="34"/>
                  </a:lnTo>
                  <a:lnTo>
                    <a:pt x="46" y="27"/>
                  </a:lnTo>
                  <a:lnTo>
                    <a:pt x="49" y="20"/>
                  </a:lnTo>
                  <a:lnTo>
                    <a:pt x="54" y="14"/>
                  </a:lnTo>
                  <a:lnTo>
                    <a:pt x="62" y="7"/>
                  </a:lnTo>
                  <a:lnTo>
                    <a:pt x="73" y="3"/>
                  </a:lnTo>
                  <a:lnTo>
                    <a:pt x="89" y="0"/>
                  </a:lnTo>
                  <a:lnTo>
                    <a:pt x="89" y="3"/>
                  </a:lnTo>
                  <a:lnTo>
                    <a:pt x="88" y="10"/>
                  </a:lnTo>
                  <a:lnTo>
                    <a:pt x="87" y="18"/>
                  </a:lnTo>
                  <a:lnTo>
                    <a:pt x="81" y="26"/>
                  </a:lnTo>
                  <a:lnTo>
                    <a:pt x="74" y="34"/>
                  </a:lnTo>
                  <a:lnTo>
                    <a:pt x="64" y="41"/>
                  </a:lnTo>
                  <a:lnTo>
                    <a:pt x="47" y="43"/>
                  </a:lnTo>
                  <a:lnTo>
                    <a:pt x="47" y="132"/>
                  </a:lnTo>
                  <a:lnTo>
                    <a:pt x="42" y="132"/>
                  </a:lnTo>
                  <a:lnTo>
                    <a:pt x="42" y="43"/>
                  </a:lnTo>
                  <a:close/>
                </a:path>
              </a:pathLst>
            </a:custGeom>
            <a:solidFill>
              <a:srgbClr val="D7D7D7"/>
            </a:solidFill>
            <a:ln w="0">
              <a:solidFill>
                <a:srgbClr val="D7D7D7"/>
              </a:solidFill>
              <a:prstDash val="solid"/>
              <a:round/>
              <a:headEnd/>
              <a:tailEnd/>
            </a:ln>
          </p:spPr>
          <p:txBody>
            <a:bodyPr/>
            <a:lstStyle/>
            <a:p>
              <a:pPr algn="l" rtl="0" eaLnBrk="0" fontAlgn="base" hangingPunct="0">
                <a:spcBef>
                  <a:spcPct val="0"/>
                </a:spcBef>
                <a:spcAft>
                  <a:spcPct val="0"/>
                </a:spcAft>
              </a:pPr>
              <a:endParaRPr lang="fa-IR">
                <a:solidFill>
                  <a:srgbClr val="DDE89A"/>
                </a:solidFill>
                <a:latin typeface="Calibri" pitchFamily="34" charset="0"/>
                <a:cs typeface="B Mitra" pitchFamily="2" charset="-78"/>
              </a:endParaRPr>
            </a:p>
          </p:txBody>
        </p:sp>
        <p:sp>
          <p:nvSpPr>
            <p:cNvPr id="7192" name="Freeform 13"/>
            <p:cNvSpPr>
              <a:spLocks/>
            </p:cNvSpPr>
            <p:nvPr/>
          </p:nvSpPr>
          <p:spPr bwMode="gray">
            <a:xfrm>
              <a:off x="2430" y="403"/>
              <a:ext cx="88" cy="186"/>
            </a:xfrm>
            <a:custGeom>
              <a:avLst/>
              <a:gdLst>
                <a:gd name="T0" fmla="*/ 43 w 88"/>
                <a:gd name="T1" fmla="*/ 43 h 186"/>
                <a:gd name="T2" fmla="*/ 41 w 88"/>
                <a:gd name="T3" fmla="*/ 43 h 186"/>
                <a:gd name="T4" fmla="*/ 35 w 88"/>
                <a:gd name="T5" fmla="*/ 43 h 186"/>
                <a:gd name="T6" fmla="*/ 27 w 88"/>
                <a:gd name="T7" fmla="*/ 41 h 186"/>
                <a:gd name="T8" fmla="*/ 18 w 88"/>
                <a:gd name="T9" fmla="*/ 35 h 186"/>
                <a:gd name="T10" fmla="*/ 8 w 88"/>
                <a:gd name="T11" fmla="*/ 28 h 186"/>
                <a:gd name="T12" fmla="*/ 3 w 88"/>
                <a:gd name="T13" fmla="*/ 16 h 186"/>
                <a:gd name="T14" fmla="*/ 0 w 88"/>
                <a:gd name="T15" fmla="*/ 0 h 186"/>
                <a:gd name="T16" fmla="*/ 3 w 88"/>
                <a:gd name="T17" fmla="*/ 0 h 186"/>
                <a:gd name="T18" fmla="*/ 8 w 88"/>
                <a:gd name="T19" fmla="*/ 0 h 186"/>
                <a:gd name="T20" fmla="*/ 17 w 88"/>
                <a:gd name="T21" fmla="*/ 1 h 186"/>
                <a:gd name="T22" fmla="*/ 26 w 88"/>
                <a:gd name="T23" fmla="*/ 6 h 186"/>
                <a:gd name="T24" fmla="*/ 35 w 88"/>
                <a:gd name="T25" fmla="*/ 12 h 186"/>
                <a:gd name="T26" fmla="*/ 42 w 88"/>
                <a:gd name="T27" fmla="*/ 24 h 186"/>
                <a:gd name="T28" fmla="*/ 48 w 88"/>
                <a:gd name="T29" fmla="*/ 41 h 186"/>
                <a:gd name="T30" fmla="*/ 48 w 88"/>
                <a:gd name="T31" fmla="*/ 90 h 186"/>
                <a:gd name="T32" fmla="*/ 48 w 88"/>
                <a:gd name="T33" fmla="*/ 88 h 186"/>
                <a:gd name="T34" fmla="*/ 48 w 88"/>
                <a:gd name="T35" fmla="*/ 82 h 186"/>
                <a:gd name="T36" fmla="*/ 50 w 88"/>
                <a:gd name="T37" fmla="*/ 74 h 186"/>
                <a:gd name="T38" fmla="*/ 54 w 88"/>
                <a:gd name="T39" fmla="*/ 66 h 186"/>
                <a:gd name="T40" fmla="*/ 61 w 88"/>
                <a:gd name="T41" fmla="*/ 58 h 186"/>
                <a:gd name="T42" fmla="*/ 72 w 88"/>
                <a:gd name="T43" fmla="*/ 53 h 186"/>
                <a:gd name="T44" fmla="*/ 87 w 88"/>
                <a:gd name="T45" fmla="*/ 50 h 186"/>
                <a:gd name="T46" fmla="*/ 88 w 88"/>
                <a:gd name="T47" fmla="*/ 51 h 186"/>
                <a:gd name="T48" fmla="*/ 88 w 88"/>
                <a:gd name="T49" fmla="*/ 57 h 186"/>
                <a:gd name="T50" fmla="*/ 87 w 88"/>
                <a:gd name="T51" fmla="*/ 64 h 186"/>
                <a:gd name="T52" fmla="*/ 84 w 88"/>
                <a:gd name="T53" fmla="*/ 72 h 186"/>
                <a:gd name="T54" fmla="*/ 80 w 88"/>
                <a:gd name="T55" fmla="*/ 80 h 186"/>
                <a:gd name="T56" fmla="*/ 73 w 88"/>
                <a:gd name="T57" fmla="*/ 86 h 186"/>
                <a:gd name="T58" fmla="*/ 62 w 88"/>
                <a:gd name="T59" fmla="*/ 92 h 186"/>
                <a:gd name="T60" fmla="*/ 48 w 88"/>
                <a:gd name="T61" fmla="*/ 93 h 186"/>
                <a:gd name="T62" fmla="*/ 48 w 88"/>
                <a:gd name="T63" fmla="*/ 186 h 186"/>
                <a:gd name="T64" fmla="*/ 43 w 88"/>
                <a:gd name="T65" fmla="*/ 186 h 186"/>
                <a:gd name="T66" fmla="*/ 43 w 88"/>
                <a:gd name="T67" fmla="*/ 143 h 186"/>
                <a:gd name="T68" fmla="*/ 42 w 88"/>
                <a:gd name="T69" fmla="*/ 143 h 186"/>
                <a:gd name="T70" fmla="*/ 37 w 88"/>
                <a:gd name="T71" fmla="*/ 142 h 186"/>
                <a:gd name="T72" fmla="*/ 29 w 88"/>
                <a:gd name="T73" fmla="*/ 140 h 186"/>
                <a:gd name="T74" fmla="*/ 22 w 88"/>
                <a:gd name="T75" fmla="*/ 136 h 186"/>
                <a:gd name="T76" fmla="*/ 14 w 88"/>
                <a:gd name="T77" fmla="*/ 130 h 186"/>
                <a:gd name="T78" fmla="*/ 8 w 88"/>
                <a:gd name="T79" fmla="*/ 120 h 186"/>
                <a:gd name="T80" fmla="*/ 7 w 88"/>
                <a:gd name="T81" fmla="*/ 105 h 186"/>
                <a:gd name="T82" fmla="*/ 8 w 88"/>
                <a:gd name="T83" fmla="*/ 105 h 186"/>
                <a:gd name="T84" fmla="*/ 12 w 88"/>
                <a:gd name="T85" fmla="*/ 107 h 186"/>
                <a:gd name="T86" fmla="*/ 19 w 88"/>
                <a:gd name="T87" fmla="*/ 108 h 186"/>
                <a:gd name="T88" fmla="*/ 26 w 88"/>
                <a:gd name="T89" fmla="*/ 111 h 186"/>
                <a:gd name="T90" fmla="*/ 34 w 88"/>
                <a:gd name="T91" fmla="*/ 117 h 186"/>
                <a:gd name="T92" fmla="*/ 39 w 88"/>
                <a:gd name="T93" fmla="*/ 127 h 186"/>
                <a:gd name="T94" fmla="*/ 43 w 88"/>
                <a:gd name="T95" fmla="*/ 140 h 186"/>
                <a:gd name="T96" fmla="*/ 43 w 88"/>
                <a:gd name="T97" fmla="*/ 43 h 18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0" t="0" r="r" b="b"/>
              <a:pathLst>
                <a:path w="88" h="186">
                  <a:moveTo>
                    <a:pt x="43" y="43"/>
                  </a:moveTo>
                  <a:lnTo>
                    <a:pt x="41" y="43"/>
                  </a:lnTo>
                  <a:lnTo>
                    <a:pt x="35" y="43"/>
                  </a:lnTo>
                  <a:lnTo>
                    <a:pt x="27" y="41"/>
                  </a:lnTo>
                  <a:lnTo>
                    <a:pt x="18" y="35"/>
                  </a:lnTo>
                  <a:lnTo>
                    <a:pt x="8" y="28"/>
                  </a:lnTo>
                  <a:lnTo>
                    <a:pt x="3" y="16"/>
                  </a:lnTo>
                  <a:lnTo>
                    <a:pt x="0" y="0"/>
                  </a:lnTo>
                  <a:lnTo>
                    <a:pt x="3" y="0"/>
                  </a:lnTo>
                  <a:lnTo>
                    <a:pt x="8" y="0"/>
                  </a:lnTo>
                  <a:lnTo>
                    <a:pt x="17" y="1"/>
                  </a:lnTo>
                  <a:lnTo>
                    <a:pt x="26" y="6"/>
                  </a:lnTo>
                  <a:lnTo>
                    <a:pt x="35" y="12"/>
                  </a:lnTo>
                  <a:lnTo>
                    <a:pt x="42" y="24"/>
                  </a:lnTo>
                  <a:lnTo>
                    <a:pt x="48" y="41"/>
                  </a:lnTo>
                  <a:lnTo>
                    <a:pt x="48" y="90"/>
                  </a:lnTo>
                  <a:lnTo>
                    <a:pt x="48" y="88"/>
                  </a:lnTo>
                  <a:lnTo>
                    <a:pt x="48" y="82"/>
                  </a:lnTo>
                  <a:lnTo>
                    <a:pt x="50" y="74"/>
                  </a:lnTo>
                  <a:lnTo>
                    <a:pt x="54" y="66"/>
                  </a:lnTo>
                  <a:lnTo>
                    <a:pt x="61" y="58"/>
                  </a:lnTo>
                  <a:lnTo>
                    <a:pt x="72" y="53"/>
                  </a:lnTo>
                  <a:lnTo>
                    <a:pt x="87" y="50"/>
                  </a:lnTo>
                  <a:lnTo>
                    <a:pt x="88" y="51"/>
                  </a:lnTo>
                  <a:lnTo>
                    <a:pt x="88" y="57"/>
                  </a:lnTo>
                  <a:lnTo>
                    <a:pt x="87" y="64"/>
                  </a:lnTo>
                  <a:lnTo>
                    <a:pt x="84" y="72"/>
                  </a:lnTo>
                  <a:lnTo>
                    <a:pt x="80" y="80"/>
                  </a:lnTo>
                  <a:lnTo>
                    <a:pt x="73" y="86"/>
                  </a:lnTo>
                  <a:lnTo>
                    <a:pt x="62" y="92"/>
                  </a:lnTo>
                  <a:lnTo>
                    <a:pt x="48" y="93"/>
                  </a:lnTo>
                  <a:lnTo>
                    <a:pt x="48" y="186"/>
                  </a:lnTo>
                  <a:lnTo>
                    <a:pt x="43" y="186"/>
                  </a:lnTo>
                  <a:lnTo>
                    <a:pt x="43" y="143"/>
                  </a:lnTo>
                  <a:lnTo>
                    <a:pt x="42" y="143"/>
                  </a:lnTo>
                  <a:lnTo>
                    <a:pt x="37" y="142"/>
                  </a:lnTo>
                  <a:lnTo>
                    <a:pt x="29" y="140"/>
                  </a:lnTo>
                  <a:lnTo>
                    <a:pt x="22" y="136"/>
                  </a:lnTo>
                  <a:lnTo>
                    <a:pt x="14" y="130"/>
                  </a:lnTo>
                  <a:lnTo>
                    <a:pt x="8" y="120"/>
                  </a:lnTo>
                  <a:lnTo>
                    <a:pt x="7" y="105"/>
                  </a:lnTo>
                  <a:lnTo>
                    <a:pt x="8" y="105"/>
                  </a:lnTo>
                  <a:lnTo>
                    <a:pt x="12" y="107"/>
                  </a:lnTo>
                  <a:lnTo>
                    <a:pt x="19" y="108"/>
                  </a:lnTo>
                  <a:lnTo>
                    <a:pt x="26" y="111"/>
                  </a:lnTo>
                  <a:lnTo>
                    <a:pt x="34" y="117"/>
                  </a:lnTo>
                  <a:lnTo>
                    <a:pt x="39" y="127"/>
                  </a:lnTo>
                  <a:lnTo>
                    <a:pt x="43" y="140"/>
                  </a:lnTo>
                  <a:lnTo>
                    <a:pt x="43" y="43"/>
                  </a:lnTo>
                  <a:close/>
                </a:path>
              </a:pathLst>
            </a:custGeom>
            <a:solidFill>
              <a:srgbClr val="D7D7D7"/>
            </a:solidFill>
            <a:ln w="0">
              <a:solidFill>
                <a:srgbClr val="D7D7D7"/>
              </a:solidFill>
              <a:prstDash val="solid"/>
              <a:round/>
              <a:headEnd/>
              <a:tailEnd/>
            </a:ln>
          </p:spPr>
          <p:txBody>
            <a:bodyPr/>
            <a:lstStyle/>
            <a:p>
              <a:pPr algn="l" rtl="0" eaLnBrk="0" fontAlgn="base" hangingPunct="0">
                <a:spcBef>
                  <a:spcPct val="0"/>
                </a:spcBef>
                <a:spcAft>
                  <a:spcPct val="0"/>
                </a:spcAft>
              </a:pPr>
              <a:endParaRPr lang="fa-IR">
                <a:solidFill>
                  <a:srgbClr val="DDE89A"/>
                </a:solidFill>
                <a:latin typeface="Calibri" pitchFamily="34" charset="0"/>
                <a:cs typeface="B Mitra" pitchFamily="2" charset="-78"/>
              </a:endParaRPr>
            </a:p>
          </p:txBody>
        </p:sp>
        <p:sp>
          <p:nvSpPr>
            <p:cNvPr id="7193" name="Freeform 14"/>
            <p:cNvSpPr>
              <a:spLocks/>
            </p:cNvSpPr>
            <p:nvPr/>
          </p:nvSpPr>
          <p:spPr bwMode="gray">
            <a:xfrm>
              <a:off x="1914" y="233"/>
              <a:ext cx="166" cy="356"/>
            </a:xfrm>
            <a:custGeom>
              <a:avLst/>
              <a:gdLst>
                <a:gd name="T0" fmla="*/ 85 w 166"/>
                <a:gd name="T1" fmla="*/ 84 h 356"/>
                <a:gd name="T2" fmla="*/ 101 w 166"/>
                <a:gd name="T3" fmla="*/ 81 h 356"/>
                <a:gd name="T4" fmla="*/ 124 w 166"/>
                <a:gd name="T5" fmla="*/ 73 h 356"/>
                <a:gd name="T6" fmla="*/ 148 w 166"/>
                <a:gd name="T7" fmla="*/ 56 h 356"/>
                <a:gd name="T8" fmla="*/ 163 w 166"/>
                <a:gd name="T9" fmla="*/ 23 h 356"/>
                <a:gd name="T10" fmla="*/ 163 w 166"/>
                <a:gd name="T11" fmla="*/ 0 h 356"/>
                <a:gd name="T12" fmla="*/ 148 w 166"/>
                <a:gd name="T13" fmla="*/ 0 h 356"/>
                <a:gd name="T14" fmla="*/ 125 w 166"/>
                <a:gd name="T15" fmla="*/ 6 h 356"/>
                <a:gd name="T16" fmla="*/ 101 w 166"/>
                <a:gd name="T17" fmla="*/ 22 h 356"/>
                <a:gd name="T18" fmla="*/ 82 w 166"/>
                <a:gd name="T19" fmla="*/ 54 h 356"/>
                <a:gd name="T20" fmla="*/ 77 w 166"/>
                <a:gd name="T21" fmla="*/ 173 h 356"/>
                <a:gd name="T22" fmla="*/ 77 w 166"/>
                <a:gd name="T23" fmla="*/ 165 h 356"/>
                <a:gd name="T24" fmla="*/ 71 w 166"/>
                <a:gd name="T25" fmla="*/ 146 h 356"/>
                <a:gd name="T26" fmla="*/ 60 w 166"/>
                <a:gd name="T27" fmla="*/ 123 h 356"/>
                <a:gd name="T28" fmla="*/ 38 w 166"/>
                <a:gd name="T29" fmla="*/ 104 h 356"/>
                <a:gd name="T30" fmla="*/ 0 w 166"/>
                <a:gd name="T31" fmla="*/ 96 h 356"/>
                <a:gd name="T32" fmla="*/ 0 w 166"/>
                <a:gd name="T33" fmla="*/ 103 h 356"/>
                <a:gd name="T34" fmla="*/ 0 w 166"/>
                <a:gd name="T35" fmla="*/ 120 h 356"/>
                <a:gd name="T36" fmla="*/ 8 w 166"/>
                <a:gd name="T37" fmla="*/ 143 h 356"/>
                <a:gd name="T38" fmla="*/ 24 w 166"/>
                <a:gd name="T39" fmla="*/ 163 h 356"/>
                <a:gd name="T40" fmla="*/ 55 w 166"/>
                <a:gd name="T41" fmla="*/ 177 h 356"/>
                <a:gd name="T42" fmla="*/ 77 w 166"/>
                <a:gd name="T43" fmla="*/ 356 h 356"/>
                <a:gd name="T44" fmla="*/ 82 w 166"/>
                <a:gd name="T45" fmla="*/ 274 h 356"/>
                <a:gd name="T46" fmla="*/ 91 w 166"/>
                <a:gd name="T47" fmla="*/ 273 h 356"/>
                <a:gd name="T48" fmla="*/ 112 w 166"/>
                <a:gd name="T49" fmla="*/ 267 h 356"/>
                <a:gd name="T50" fmla="*/ 135 w 166"/>
                <a:gd name="T51" fmla="*/ 252 h 356"/>
                <a:gd name="T52" fmla="*/ 151 w 166"/>
                <a:gd name="T53" fmla="*/ 224 h 356"/>
                <a:gd name="T54" fmla="*/ 152 w 166"/>
                <a:gd name="T55" fmla="*/ 203 h 356"/>
                <a:gd name="T56" fmla="*/ 137 w 166"/>
                <a:gd name="T57" fmla="*/ 204 h 356"/>
                <a:gd name="T58" fmla="*/ 117 w 166"/>
                <a:gd name="T59" fmla="*/ 211 h 356"/>
                <a:gd name="T60" fmla="*/ 97 w 166"/>
                <a:gd name="T61" fmla="*/ 231 h 356"/>
                <a:gd name="T62" fmla="*/ 82 w 166"/>
                <a:gd name="T63" fmla="*/ 267 h 35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Lst>
              <a:ahLst/>
              <a:cxnLst>
                <a:cxn ang="T64">
                  <a:pos x="T0" y="T1"/>
                </a:cxn>
                <a:cxn ang="T65">
                  <a:pos x="T2" y="T3"/>
                </a:cxn>
                <a:cxn ang="T66">
                  <a:pos x="T4" y="T5"/>
                </a:cxn>
                <a:cxn ang="T67">
                  <a:pos x="T6" y="T7"/>
                </a:cxn>
                <a:cxn ang="T68">
                  <a:pos x="T8" y="T9"/>
                </a:cxn>
                <a:cxn ang="T69">
                  <a:pos x="T10" y="T11"/>
                </a:cxn>
                <a:cxn ang="T70">
                  <a:pos x="T12" y="T13"/>
                </a:cxn>
                <a:cxn ang="T71">
                  <a:pos x="T14" y="T15"/>
                </a:cxn>
                <a:cxn ang="T72">
                  <a:pos x="T16" y="T17"/>
                </a:cxn>
                <a:cxn ang="T73">
                  <a:pos x="T18" y="T19"/>
                </a:cxn>
                <a:cxn ang="T74">
                  <a:pos x="T20" y="T21"/>
                </a:cxn>
                <a:cxn ang="T75">
                  <a:pos x="T22" y="T23"/>
                </a:cxn>
                <a:cxn ang="T76">
                  <a:pos x="T24" y="T25"/>
                </a:cxn>
                <a:cxn ang="T77">
                  <a:pos x="T26" y="T27"/>
                </a:cxn>
                <a:cxn ang="T78">
                  <a:pos x="T28" y="T29"/>
                </a:cxn>
                <a:cxn ang="T79">
                  <a:pos x="T30" y="T31"/>
                </a:cxn>
                <a:cxn ang="T80">
                  <a:pos x="T32" y="T33"/>
                </a:cxn>
                <a:cxn ang="T81">
                  <a:pos x="T34" y="T35"/>
                </a:cxn>
                <a:cxn ang="T82">
                  <a:pos x="T36" y="T37"/>
                </a:cxn>
                <a:cxn ang="T83">
                  <a:pos x="T38" y="T39"/>
                </a:cxn>
                <a:cxn ang="T84">
                  <a:pos x="T40" y="T41"/>
                </a:cxn>
                <a:cxn ang="T85">
                  <a:pos x="T42" y="T43"/>
                </a:cxn>
                <a:cxn ang="T86">
                  <a:pos x="T44" y="T45"/>
                </a:cxn>
                <a:cxn ang="T87">
                  <a:pos x="T46" y="T47"/>
                </a:cxn>
                <a:cxn ang="T88">
                  <a:pos x="T48" y="T49"/>
                </a:cxn>
                <a:cxn ang="T89">
                  <a:pos x="T50" y="T51"/>
                </a:cxn>
                <a:cxn ang="T90">
                  <a:pos x="T52" y="T53"/>
                </a:cxn>
                <a:cxn ang="T91">
                  <a:pos x="T54" y="T55"/>
                </a:cxn>
                <a:cxn ang="T92">
                  <a:pos x="T56" y="T57"/>
                </a:cxn>
                <a:cxn ang="T93">
                  <a:pos x="T58" y="T59"/>
                </a:cxn>
                <a:cxn ang="T94">
                  <a:pos x="T60" y="T61"/>
                </a:cxn>
                <a:cxn ang="T95">
                  <a:pos x="T62" y="T63"/>
                </a:cxn>
              </a:cxnLst>
              <a:rect l="0" t="0" r="r" b="b"/>
              <a:pathLst>
                <a:path w="166" h="356">
                  <a:moveTo>
                    <a:pt x="82" y="84"/>
                  </a:moveTo>
                  <a:lnTo>
                    <a:pt x="85" y="84"/>
                  </a:lnTo>
                  <a:lnTo>
                    <a:pt x="91" y="84"/>
                  </a:lnTo>
                  <a:lnTo>
                    <a:pt x="101" y="81"/>
                  </a:lnTo>
                  <a:lnTo>
                    <a:pt x="112" y="78"/>
                  </a:lnTo>
                  <a:lnTo>
                    <a:pt x="124" y="73"/>
                  </a:lnTo>
                  <a:lnTo>
                    <a:pt x="136" y="66"/>
                  </a:lnTo>
                  <a:lnTo>
                    <a:pt x="148" y="56"/>
                  </a:lnTo>
                  <a:lnTo>
                    <a:pt x="156" y="42"/>
                  </a:lnTo>
                  <a:lnTo>
                    <a:pt x="163" y="23"/>
                  </a:lnTo>
                  <a:lnTo>
                    <a:pt x="166" y="2"/>
                  </a:lnTo>
                  <a:lnTo>
                    <a:pt x="163" y="0"/>
                  </a:lnTo>
                  <a:lnTo>
                    <a:pt x="158" y="0"/>
                  </a:lnTo>
                  <a:lnTo>
                    <a:pt x="148" y="0"/>
                  </a:lnTo>
                  <a:lnTo>
                    <a:pt x="137" y="3"/>
                  </a:lnTo>
                  <a:lnTo>
                    <a:pt x="125" y="6"/>
                  </a:lnTo>
                  <a:lnTo>
                    <a:pt x="113" y="12"/>
                  </a:lnTo>
                  <a:lnTo>
                    <a:pt x="101" y="22"/>
                  </a:lnTo>
                  <a:lnTo>
                    <a:pt x="90" y="35"/>
                  </a:lnTo>
                  <a:lnTo>
                    <a:pt x="82" y="54"/>
                  </a:lnTo>
                  <a:lnTo>
                    <a:pt x="77" y="78"/>
                  </a:lnTo>
                  <a:lnTo>
                    <a:pt x="77" y="173"/>
                  </a:lnTo>
                  <a:lnTo>
                    <a:pt x="77" y="170"/>
                  </a:lnTo>
                  <a:lnTo>
                    <a:pt x="77" y="165"/>
                  </a:lnTo>
                  <a:lnTo>
                    <a:pt x="74" y="157"/>
                  </a:lnTo>
                  <a:lnTo>
                    <a:pt x="71" y="146"/>
                  </a:lnTo>
                  <a:lnTo>
                    <a:pt x="67" y="134"/>
                  </a:lnTo>
                  <a:lnTo>
                    <a:pt x="60" y="123"/>
                  </a:lnTo>
                  <a:lnTo>
                    <a:pt x="50" y="112"/>
                  </a:lnTo>
                  <a:lnTo>
                    <a:pt x="38" y="104"/>
                  </a:lnTo>
                  <a:lnTo>
                    <a:pt x="20" y="97"/>
                  </a:lnTo>
                  <a:lnTo>
                    <a:pt x="0" y="96"/>
                  </a:lnTo>
                  <a:lnTo>
                    <a:pt x="0" y="97"/>
                  </a:lnTo>
                  <a:lnTo>
                    <a:pt x="0" y="103"/>
                  </a:lnTo>
                  <a:lnTo>
                    <a:pt x="0" y="111"/>
                  </a:lnTo>
                  <a:lnTo>
                    <a:pt x="0" y="120"/>
                  </a:lnTo>
                  <a:lnTo>
                    <a:pt x="2" y="131"/>
                  </a:lnTo>
                  <a:lnTo>
                    <a:pt x="8" y="143"/>
                  </a:lnTo>
                  <a:lnTo>
                    <a:pt x="15" y="154"/>
                  </a:lnTo>
                  <a:lnTo>
                    <a:pt x="24" y="163"/>
                  </a:lnTo>
                  <a:lnTo>
                    <a:pt x="38" y="171"/>
                  </a:lnTo>
                  <a:lnTo>
                    <a:pt x="55" y="177"/>
                  </a:lnTo>
                  <a:lnTo>
                    <a:pt x="77" y="178"/>
                  </a:lnTo>
                  <a:lnTo>
                    <a:pt x="77" y="356"/>
                  </a:lnTo>
                  <a:lnTo>
                    <a:pt x="82" y="356"/>
                  </a:lnTo>
                  <a:lnTo>
                    <a:pt x="82" y="274"/>
                  </a:lnTo>
                  <a:lnTo>
                    <a:pt x="85" y="273"/>
                  </a:lnTo>
                  <a:lnTo>
                    <a:pt x="91" y="273"/>
                  </a:lnTo>
                  <a:lnTo>
                    <a:pt x="101" y="271"/>
                  </a:lnTo>
                  <a:lnTo>
                    <a:pt x="112" y="267"/>
                  </a:lnTo>
                  <a:lnTo>
                    <a:pt x="124" y="262"/>
                  </a:lnTo>
                  <a:lnTo>
                    <a:pt x="135" y="252"/>
                  </a:lnTo>
                  <a:lnTo>
                    <a:pt x="144" y="240"/>
                  </a:lnTo>
                  <a:lnTo>
                    <a:pt x="151" y="224"/>
                  </a:lnTo>
                  <a:lnTo>
                    <a:pt x="154" y="203"/>
                  </a:lnTo>
                  <a:lnTo>
                    <a:pt x="152" y="203"/>
                  </a:lnTo>
                  <a:lnTo>
                    <a:pt x="145" y="203"/>
                  </a:lnTo>
                  <a:lnTo>
                    <a:pt x="137" y="204"/>
                  </a:lnTo>
                  <a:lnTo>
                    <a:pt x="128" y="207"/>
                  </a:lnTo>
                  <a:lnTo>
                    <a:pt x="117" y="211"/>
                  </a:lnTo>
                  <a:lnTo>
                    <a:pt x="106" y="219"/>
                  </a:lnTo>
                  <a:lnTo>
                    <a:pt x="97" y="231"/>
                  </a:lnTo>
                  <a:lnTo>
                    <a:pt x="89" y="247"/>
                  </a:lnTo>
                  <a:lnTo>
                    <a:pt x="82" y="267"/>
                  </a:lnTo>
                  <a:lnTo>
                    <a:pt x="82" y="84"/>
                  </a:lnTo>
                  <a:close/>
                </a:path>
              </a:pathLst>
            </a:custGeom>
            <a:solidFill>
              <a:srgbClr val="D7D7D7"/>
            </a:solidFill>
            <a:ln w="0">
              <a:solidFill>
                <a:srgbClr val="D7D7D7"/>
              </a:solidFill>
              <a:prstDash val="solid"/>
              <a:round/>
              <a:headEnd/>
              <a:tailEnd/>
            </a:ln>
          </p:spPr>
          <p:txBody>
            <a:bodyPr/>
            <a:lstStyle/>
            <a:p>
              <a:pPr algn="l" rtl="0" eaLnBrk="0" fontAlgn="base" hangingPunct="0">
                <a:spcBef>
                  <a:spcPct val="0"/>
                </a:spcBef>
                <a:spcAft>
                  <a:spcPct val="0"/>
                </a:spcAft>
              </a:pPr>
              <a:endParaRPr lang="fa-IR">
                <a:solidFill>
                  <a:srgbClr val="DDE89A"/>
                </a:solidFill>
                <a:latin typeface="Calibri" pitchFamily="34" charset="0"/>
                <a:cs typeface="B Mitra" pitchFamily="2" charset="-78"/>
              </a:endParaRPr>
            </a:p>
          </p:txBody>
        </p:sp>
        <p:sp>
          <p:nvSpPr>
            <p:cNvPr id="7194" name="Freeform 15"/>
            <p:cNvSpPr>
              <a:spLocks/>
            </p:cNvSpPr>
            <p:nvPr/>
          </p:nvSpPr>
          <p:spPr bwMode="gray">
            <a:xfrm>
              <a:off x="2514" y="379"/>
              <a:ext cx="92" cy="210"/>
            </a:xfrm>
            <a:custGeom>
              <a:avLst/>
              <a:gdLst>
                <a:gd name="T0" fmla="*/ 43 w 92"/>
                <a:gd name="T1" fmla="*/ 162 h 210"/>
                <a:gd name="T2" fmla="*/ 36 w 92"/>
                <a:gd name="T3" fmla="*/ 160 h 210"/>
                <a:gd name="T4" fmla="*/ 23 w 92"/>
                <a:gd name="T5" fmla="*/ 155 h 210"/>
                <a:gd name="T6" fmla="*/ 12 w 92"/>
                <a:gd name="T7" fmla="*/ 141 h 210"/>
                <a:gd name="T8" fmla="*/ 12 w 92"/>
                <a:gd name="T9" fmla="*/ 129 h 210"/>
                <a:gd name="T10" fmla="*/ 23 w 92"/>
                <a:gd name="T11" fmla="*/ 132 h 210"/>
                <a:gd name="T12" fmla="*/ 38 w 92"/>
                <a:gd name="T13" fmla="*/ 145 h 210"/>
                <a:gd name="T14" fmla="*/ 43 w 92"/>
                <a:gd name="T15" fmla="*/ 108 h 210"/>
                <a:gd name="T16" fmla="*/ 35 w 92"/>
                <a:gd name="T17" fmla="*/ 106 h 210"/>
                <a:gd name="T18" fmla="*/ 20 w 92"/>
                <a:gd name="T19" fmla="*/ 101 h 210"/>
                <a:gd name="T20" fmla="*/ 7 w 92"/>
                <a:gd name="T21" fmla="*/ 83 h 210"/>
                <a:gd name="T22" fmla="*/ 7 w 92"/>
                <a:gd name="T23" fmla="*/ 70 h 210"/>
                <a:gd name="T24" fmla="*/ 17 w 92"/>
                <a:gd name="T25" fmla="*/ 71 h 210"/>
                <a:gd name="T26" fmla="*/ 31 w 92"/>
                <a:gd name="T27" fmla="*/ 81 h 210"/>
                <a:gd name="T28" fmla="*/ 43 w 92"/>
                <a:gd name="T29" fmla="*/ 105 h 210"/>
                <a:gd name="T30" fmla="*/ 40 w 92"/>
                <a:gd name="T31" fmla="*/ 43 h 210"/>
                <a:gd name="T32" fmla="*/ 26 w 92"/>
                <a:gd name="T33" fmla="*/ 39 h 210"/>
                <a:gd name="T34" fmla="*/ 8 w 92"/>
                <a:gd name="T35" fmla="*/ 27 h 210"/>
                <a:gd name="T36" fmla="*/ 0 w 92"/>
                <a:gd name="T37" fmla="*/ 0 h 210"/>
                <a:gd name="T38" fmla="*/ 7 w 92"/>
                <a:gd name="T39" fmla="*/ 0 h 210"/>
                <a:gd name="T40" fmla="*/ 23 w 92"/>
                <a:gd name="T41" fmla="*/ 5 h 210"/>
                <a:gd name="T42" fmla="*/ 39 w 92"/>
                <a:gd name="T43" fmla="*/ 23 h 210"/>
                <a:gd name="T44" fmla="*/ 46 w 92"/>
                <a:gd name="T45" fmla="*/ 38 h 210"/>
                <a:gd name="T46" fmla="*/ 51 w 92"/>
                <a:gd name="T47" fmla="*/ 24 h 210"/>
                <a:gd name="T48" fmla="*/ 66 w 92"/>
                <a:gd name="T49" fmla="*/ 8 h 210"/>
                <a:gd name="T50" fmla="*/ 92 w 92"/>
                <a:gd name="T51" fmla="*/ 0 h 210"/>
                <a:gd name="T52" fmla="*/ 90 w 92"/>
                <a:gd name="T53" fmla="*/ 8 h 210"/>
                <a:gd name="T54" fmla="*/ 82 w 92"/>
                <a:gd name="T55" fmla="*/ 25 h 210"/>
                <a:gd name="T56" fmla="*/ 63 w 92"/>
                <a:gd name="T57" fmla="*/ 40 h 210"/>
                <a:gd name="T58" fmla="*/ 49 w 92"/>
                <a:gd name="T59" fmla="*/ 124 h 210"/>
                <a:gd name="T60" fmla="*/ 50 w 92"/>
                <a:gd name="T61" fmla="*/ 116 h 210"/>
                <a:gd name="T62" fmla="*/ 59 w 92"/>
                <a:gd name="T63" fmla="*/ 100 h 210"/>
                <a:gd name="T64" fmla="*/ 81 w 92"/>
                <a:gd name="T65" fmla="*/ 92 h 210"/>
                <a:gd name="T66" fmla="*/ 80 w 92"/>
                <a:gd name="T67" fmla="*/ 98 h 210"/>
                <a:gd name="T68" fmla="*/ 73 w 92"/>
                <a:gd name="T69" fmla="*/ 114 h 210"/>
                <a:gd name="T70" fmla="*/ 59 w 92"/>
                <a:gd name="T71" fmla="*/ 127 h 210"/>
                <a:gd name="T72" fmla="*/ 49 w 92"/>
                <a:gd name="T73" fmla="*/ 210 h 21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0" t="0" r="r" b="b"/>
              <a:pathLst>
                <a:path w="92" h="210">
                  <a:moveTo>
                    <a:pt x="43" y="210"/>
                  </a:moveTo>
                  <a:lnTo>
                    <a:pt x="43" y="162"/>
                  </a:lnTo>
                  <a:lnTo>
                    <a:pt x="40" y="162"/>
                  </a:lnTo>
                  <a:lnTo>
                    <a:pt x="36" y="160"/>
                  </a:lnTo>
                  <a:lnTo>
                    <a:pt x="30" y="159"/>
                  </a:lnTo>
                  <a:lnTo>
                    <a:pt x="23" y="155"/>
                  </a:lnTo>
                  <a:lnTo>
                    <a:pt x="16" y="150"/>
                  </a:lnTo>
                  <a:lnTo>
                    <a:pt x="12" y="141"/>
                  </a:lnTo>
                  <a:lnTo>
                    <a:pt x="11" y="129"/>
                  </a:lnTo>
                  <a:lnTo>
                    <a:pt x="12" y="129"/>
                  </a:lnTo>
                  <a:lnTo>
                    <a:pt x="16" y="129"/>
                  </a:lnTo>
                  <a:lnTo>
                    <a:pt x="23" y="132"/>
                  </a:lnTo>
                  <a:lnTo>
                    <a:pt x="31" y="137"/>
                  </a:lnTo>
                  <a:lnTo>
                    <a:pt x="38" y="145"/>
                  </a:lnTo>
                  <a:lnTo>
                    <a:pt x="43" y="159"/>
                  </a:lnTo>
                  <a:lnTo>
                    <a:pt x="43" y="108"/>
                  </a:lnTo>
                  <a:lnTo>
                    <a:pt x="40" y="108"/>
                  </a:lnTo>
                  <a:lnTo>
                    <a:pt x="35" y="106"/>
                  </a:lnTo>
                  <a:lnTo>
                    <a:pt x="28" y="105"/>
                  </a:lnTo>
                  <a:lnTo>
                    <a:pt x="20" y="101"/>
                  </a:lnTo>
                  <a:lnTo>
                    <a:pt x="12" y="94"/>
                  </a:lnTo>
                  <a:lnTo>
                    <a:pt x="7" y="83"/>
                  </a:lnTo>
                  <a:lnTo>
                    <a:pt x="5" y="70"/>
                  </a:lnTo>
                  <a:lnTo>
                    <a:pt x="7" y="70"/>
                  </a:lnTo>
                  <a:lnTo>
                    <a:pt x="11" y="70"/>
                  </a:lnTo>
                  <a:lnTo>
                    <a:pt x="17" y="71"/>
                  </a:lnTo>
                  <a:lnTo>
                    <a:pt x="24" y="74"/>
                  </a:lnTo>
                  <a:lnTo>
                    <a:pt x="31" y="81"/>
                  </a:lnTo>
                  <a:lnTo>
                    <a:pt x="38" y="90"/>
                  </a:lnTo>
                  <a:lnTo>
                    <a:pt x="43" y="105"/>
                  </a:lnTo>
                  <a:lnTo>
                    <a:pt x="43" y="43"/>
                  </a:lnTo>
                  <a:lnTo>
                    <a:pt x="40" y="43"/>
                  </a:lnTo>
                  <a:lnTo>
                    <a:pt x="34" y="42"/>
                  </a:lnTo>
                  <a:lnTo>
                    <a:pt x="26" y="39"/>
                  </a:lnTo>
                  <a:lnTo>
                    <a:pt x="16" y="35"/>
                  </a:lnTo>
                  <a:lnTo>
                    <a:pt x="8" y="27"/>
                  </a:lnTo>
                  <a:lnTo>
                    <a:pt x="1" y="16"/>
                  </a:lnTo>
                  <a:lnTo>
                    <a:pt x="0" y="0"/>
                  </a:lnTo>
                  <a:lnTo>
                    <a:pt x="1" y="0"/>
                  </a:lnTo>
                  <a:lnTo>
                    <a:pt x="7" y="0"/>
                  </a:lnTo>
                  <a:lnTo>
                    <a:pt x="13" y="1"/>
                  </a:lnTo>
                  <a:lnTo>
                    <a:pt x="23" y="5"/>
                  </a:lnTo>
                  <a:lnTo>
                    <a:pt x="31" y="12"/>
                  </a:lnTo>
                  <a:lnTo>
                    <a:pt x="39" y="23"/>
                  </a:lnTo>
                  <a:lnTo>
                    <a:pt x="46" y="40"/>
                  </a:lnTo>
                  <a:lnTo>
                    <a:pt x="46" y="38"/>
                  </a:lnTo>
                  <a:lnTo>
                    <a:pt x="49" y="32"/>
                  </a:lnTo>
                  <a:lnTo>
                    <a:pt x="51" y="24"/>
                  </a:lnTo>
                  <a:lnTo>
                    <a:pt x="58" y="15"/>
                  </a:lnTo>
                  <a:lnTo>
                    <a:pt x="66" y="8"/>
                  </a:lnTo>
                  <a:lnTo>
                    <a:pt x="77" y="1"/>
                  </a:lnTo>
                  <a:lnTo>
                    <a:pt x="92" y="0"/>
                  </a:lnTo>
                  <a:lnTo>
                    <a:pt x="92" y="1"/>
                  </a:lnTo>
                  <a:lnTo>
                    <a:pt x="90" y="8"/>
                  </a:lnTo>
                  <a:lnTo>
                    <a:pt x="88" y="16"/>
                  </a:lnTo>
                  <a:lnTo>
                    <a:pt x="82" y="25"/>
                  </a:lnTo>
                  <a:lnTo>
                    <a:pt x="74" y="34"/>
                  </a:lnTo>
                  <a:lnTo>
                    <a:pt x="63" y="40"/>
                  </a:lnTo>
                  <a:lnTo>
                    <a:pt x="49" y="43"/>
                  </a:lnTo>
                  <a:lnTo>
                    <a:pt x="49" y="124"/>
                  </a:lnTo>
                  <a:lnTo>
                    <a:pt x="49" y="121"/>
                  </a:lnTo>
                  <a:lnTo>
                    <a:pt x="50" y="116"/>
                  </a:lnTo>
                  <a:lnTo>
                    <a:pt x="53" y="108"/>
                  </a:lnTo>
                  <a:lnTo>
                    <a:pt x="59" y="100"/>
                  </a:lnTo>
                  <a:lnTo>
                    <a:pt x="67" y="94"/>
                  </a:lnTo>
                  <a:lnTo>
                    <a:pt x="81" y="92"/>
                  </a:lnTo>
                  <a:lnTo>
                    <a:pt x="81" y="93"/>
                  </a:lnTo>
                  <a:lnTo>
                    <a:pt x="80" y="98"/>
                  </a:lnTo>
                  <a:lnTo>
                    <a:pt x="77" y="106"/>
                  </a:lnTo>
                  <a:lnTo>
                    <a:pt x="73" y="114"/>
                  </a:lnTo>
                  <a:lnTo>
                    <a:pt x="67" y="121"/>
                  </a:lnTo>
                  <a:lnTo>
                    <a:pt x="59" y="127"/>
                  </a:lnTo>
                  <a:lnTo>
                    <a:pt x="49" y="129"/>
                  </a:lnTo>
                  <a:lnTo>
                    <a:pt x="49" y="210"/>
                  </a:lnTo>
                  <a:lnTo>
                    <a:pt x="43" y="210"/>
                  </a:lnTo>
                  <a:close/>
                </a:path>
              </a:pathLst>
            </a:custGeom>
            <a:solidFill>
              <a:srgbClr val="D7D7D7"/>
            </a:solidFill>
            <a:ln w="0">
              <a:solidFill>
                <a:srgbClr val="D7D7D7"/>
              </a:solidFill>
              <a:prstDash val="solid"/>
              <a:round/>
              <a:headEnd/>
              <a:tailEnd/>
            </a:ln>
          </p:spPr>
          <p:txBody>
            <a:bodyPr/>
            <a:lstStyle/>
            <a:p>
              <a:pPr algn="l" rtl="0" eaLnBrk="0" fontAlgn="base" hangingPunct="0">
                <a:spcBef>
                  <a:spcPct val="0"/>
                </a:spcBef>
                <a:spcAft>
                  <a:spcPct val="0"/>
                </a:spcAft>
              </a:pPr>
              <a:endParaRPr lang="fa-IR">
                <a:solidFill>
                  <a:srgbClr val="DDE89A"/>
                </a:solidFill>
                <a:latin typeface="Calibri" pitchFamily="34" charset="0"/>
                <a:cs typeface="B Mitra" pitchFamily="2" charset="-78"/>
              </a:endParaRPr>
            </a:p>
          </p:txBody>
        </p:sp>
        <p:sp>
          <p:nvSpPr>
            <p:cNvPr id="7195" name="Freeform 16"/>
            <p:cNvSpPr>
              <a:spLocks/>
            </p:cNvSpPr>
            <p:nvPr/>
          </p:nvSpPr>
          <p:spPr bwMode="gray">
            <a:xfrm>
              <a:off x="1566" y="297"/>
              <a:ext cx="128" cy="292"/>
            </a:xfrm>
            <a:custGeom>
              <a:avLst/>
              <a:gdLst>
                <a:gd name="T0" fmla="*/ 61 w 128"/>
                <a:gd name="T1" fmla="*/ 225 h 292"/>
                <a:gd name="T2" fmla="*/ 54 w 128"/>
                <a:gd name="T3" fmla="*/ 225 h 292"/>
                <a:gd name="T4" fmla="*/ 38 w 128"/>
                <a:gd name="T5" fmla="*/ 219 h 292"/>
                <a:gd name="T6" fmla="*/ 23 w 128"/>
                <a:gd name="T7" fmla="*/ 206 h 292"/>
                <a:gd name="T8" fmla="*/ 15 w 128"/>
                <a:gd name="T9" fmla="*/ 180 h 292"/>
                <a:gd name="T10" fmla="*/ 23 w 128"/>
                <a:gd name="T11" fmla="*/ 180 h 292"/>
                <a:gd name="T12" fmla="*/ 38 w 128"/>
                <a:gd name="T13" fmla="*/ 186 h 292"/>
                <a:gd name="T14" fmla="*/ 54 w 128"/>
                <a:gd name="T15" fmla="*/ 205 h 292"/>
                <a:gd name="T16" fmla="*/ 61 w 128"/>
                <a:gd name="T17" fmla="*/ 151 h 292"/>
                <a:gd name="T18" fmla="*/ 52 w 128"/>
                <a:gd name="T19" fmla="*/ 149 h 292"/>
                <a:gd name="T20" fmla="*/ 34 w 128"/>
                <a:gd name="T21" fmla="*/ 144 h 292"/>
                <a:gd name="T22" fmla="*/ 16 w 128"/>
                <a:gd name="T23" fmla="*/ 128 h 292"/>
                <a:gd name="T24" fmla="*/ 8 w 128"/>
                <a:gd name="T25" fmla="*/ 98 h 292"/>
                <a:gd name="T26" fmla="*/ 15 w 128"/>
                <a:gd name="T27" fmla="*/ 97 h 292"/>
                <a:gd name="T28" fmla="*/ 29 w 128"/>
                <a:gd name="T29" fmla="*/ 101 h 292"/>
                <a:gd name="T30" fmla="*/ 47 w 128"/>
                <a:gd name="T31" fmla="*/ 116 h 292"/>
                <a:gd name="T32" fmla="*/ 61 w 128"/>
                <a:gd name="T33" fmla="*/ 147 h 292"/>
                <a:gd name="T34" fmla="*/ 58 w 128"/>
                <a:gd name="T35" fmla="*/ 60 h 292"/>
                <a:gd name="T36" fmla="*/ 44 w 128"/>
                <a:gd name="T37" fmla="*/ 58 h 292"/>
                <a:gd name="T38" fmla="*/ 25 w 128"/>
                <a:gd name="T39" fmla="*/ 50 h 292"/>
                <a:gd name="T40" fmla="*/ 8 w 128"/>
                <a:gd name="T41" fmla="*/ 32 h 292"/>
                <a:gd name="T42" fmla="*/ 0 w 128"/>
                <a:gd name="T43" fmla="*/ 0 h 292"/>
                <a:gd name="T44" fmla="*/ 8 w 128"/>
                <a:gd name="T45" fmla="*/ 0 h 292"/>
                <a:gd name="T46" fmla="*/ 27 w 128"/>
                <a:gd name="T47" fmla="*/ 5 h 292"/>
                <a:gd name="T48" fmla="*/ 48 w 128"/>
                <a:gd name="T49" fmla="*/ 21 h 292"/>
                <a:gd name="T50" fmla="*/ 65 w 128"/>
                <a:gd name="T51" fmla="*/ 56 h 292"/>
                <a:gd name="T52" fmla="*/ 66 w 128"/>
                <a:gd name="T53" fmla="*/ 48 h 292"/>
                <a:gd name="T54" fmla="*/ 77 w 128"/>
                <a:gd name="T55" fmla="*/ 28 h 292"/>
                <a:gd name="T56" fmla="*/ 96 w 128"/>
                <a:gd name="T57" fmla="*/ 9 h 292"/>
                <a:gd name="T58" fmla="*/ 128 w 128"/>
                <a:gd name="T59" fmla="*/ 0 h 292"/>
                <a:gd name="T60" fmla="*/ 127 w 128"/>
                <a:gd name="T61" fmla="*/ 9 h 292"/>
                <a:gd name="T62" fmla="*/ 119 w 128"/>
                <a:gd name="T63" fmla="*/ 31 h 292"/>
                <a:gd name="T64" fmla="*/ 101 w 128"/>
                <a:gd name="T65" fmla="*/ 51 h 292"/>
                <a:gd name="T66" fmla="*/ 67 w 128"/>
                <a:gd name="T67" fmla="*/ 60 h 292"/>
                <a:gd name="T68" fmla="*/ 69 w 128"/>
                <a:gd name="T69" fmla="*/ 170 h 292"/>
                <a:gd name="T70" fmla="*/ 73 w 128"/>
                <a:gd name="T71" fmla="*/ 155 h 292"/>
                <a:gd name="T72" fmla="*/ 86 w 128"/>
                <a:gd name="T73" fmla="*/ 136 h 292"/>
                <a:gd name="T74" fmla="*/ 113 w 128"/>
                <a:gd name="T75" fmla="*/ 128 h 292"/>
                <a:gd name="T76" fmla="*/ 112 w 128"/>
                <a:gd name="T77" fmla="*/ 136 h 292"/>
                <a:gd name="T78" fmla="*/ 105 w 128"/>
                <a:gd name="T79" fmla="*/ 153 h 292"/>
                <a:gd name="T80" fmla="*/ 92 w 128"/>
                <a:gd name="T81" fmla="*/ 172 h 292"/>
                <a:gd name="T82" fmla="*/ 67 w 128"/>
                <a:gd name="T83" fmla="*/ 180 h 292"/>
                <a:gd name="T84" fmla="*/ 61 w 128"/>
                <a:gd name="T85" fmla="*/ 292 h 292"/>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128" h="292">
                  <a:moveTo>
                    <a:pt x="61" y="292"/>
                  </a:moveTo>
                  <a:lnTo>
                    <a:pt x="61" y="225"/>
                  </a:lnTo>
                  <a:lnTo>
                    <a:pt x="58" y="225"/>
                  </a:lnTo>
                  <a:lnTo>
                    <a:pt x="54" y="225"/>
                  </a:lnTo>
                  <a:lnTo>
                    <a:pt x="46" y="222"/>
                  </a:lnTo>
                  <a:lnTo>
                    <a:pt x="38" y="219"/>
                  </a:lnTo>
                  <a:lnTo>
                    <a:pt x="29" y="214"/>
                  </a:lnTo>
                  <a:lnTo>
                    <a:pt x="23" y="206"/>
                  </a:lnTo>
                  <a:lnTo>
                    <a:pt x="17" y="195"/>
                  </a:lnTo>
                  <a:lnTo>
                    <a:pt x="15" y="180"/>
                  </a:lnTo>
                  <a:lnTo>
                    <a:pt x="17" y="180"/>
                  </a:lnTo>
                  <a:lnTo>
                    <a:pt x="23" y="180"/>
                  </a:lnTo>
                  <a:lnTo>
                    <a:pt x="29" y="182"/>
                  </a:lnTo>
                  <a:lnTo>
                    <a:pt x="38" y="186"/>
                  </a:lnTo>
                  <a:lnTo>
                    <a:pt x="47" y="194"/>
                  </a:lnTo>
                  <a:lnTo>
                    <a:pt x="54" y="205"/>
                  </a:lnTo>
                  <a:lnTo>
                    <a:pt x="61" y="221"/>
                  </a:lnTo>
                  <a:lnTo>
                    <a:pt x="61" y="151"/>
                  </a:lnTo>
                  <a:lnTo>
                    <a:pt x="58" y="149"/>
                  </a:lnTo>
                  <a:lnTo>
                    <a:pt x="52" y="149"/>
                  </a:lnTo>
                  <a:lnTo>
                    <a:pt x="44" y="147"/>
                  </a:lnTo>
                  <a:lnTo>
                    <a:pt x="34" y="144"/>
                  </a:lnTo>
                  <a:lnTo>
                    <a:pt x="24" y="137"/>
                  </a:lnTo>
                  <a:lnTo>
                    <a:pt x="16" y="128"/>
                  </a:lnTo>
                  <a:lnTo>
                    <a:pt x="11" y="114"/>
                  </a:lnTo>
                  <a:lnTo>
                    <a:pt x="8" y="98"/>
                  </a:lnTo>
                  <a:lnTo>
                    <a:pt x="9" y="97"/>
                  </a:lnTo>
                  <a:lnTo>
                    <a:pt x="15" y="97"/>
                  </a:lnTo>
                  <a:lnTo>
                    <a:pt x="21" y="98"/>
                  </a:lnTo>
                  <a:lnTo>
                    <a:pt x="29" y="101"/>
                  </a:lnTo>
                  <a:lnTo>
                    <a:pt x="39" y="106"/>
                  </a:lnTo>
                  <a:lnTo>
                    <a:pt x="47" y="116"/>
                  </a:lnTo>
                  <a:lnTo>
                    <a:pt x="55" y="128"/>
                  </a:lnTo>
                  <a:lnTo>
                    <a:pt x="61" y="147"/>
                  </a:lnTo>
                  <a:lnTo>
                    <a:pt x="61" y="60"/>
                  </a:lnTo>
                  <a:lnTo>
                    <a:pt x="58" y="60"/>
                  </a:lnTo>
                  <a:lnTo>
                    <a:pt x="52" y="59"/>
                  </a:lnTo>
                  <a:lnTo>
                    <a:pt x="44" y="58"/>
                  </a:lnTo>
                  <a:lnTo>
                    <a:pt x="35" y="55"/>
                  </a:lnTo>
                  <a:lnTo>
                    <a:pt x="25" y="50"/>
                  </a:lnTo>
                  <a:lnTo>
                    <a:pt x="16" y="43"/>
                  </a:lnTo>
                  <a:lnTo>
                    <a:pt x="8" y="32"/>
                  </a:lnTo>
                  <a:lnTo>
                    <a:pt x="3" y="19"/>
                  </a:lnTo>
                  <a:lnTo>
                    <a:pt x="0" y="0"/>
                  </a:lnTo>
                  <a:lnTo>
                    <a:pt x="3" y="0"/>
                  </a:lnTo>
                  <a:lnTo>
                    <a:pt x="8" y="0"/>
                  </a:lnTo>
                  <a:lnTo>
                    <a:pt x="16" y="1"/>
                  </a:lnTo>
                  <a:lnTo>
                    <a:pt x="27" y="5"/>
                  </a:lnTo>
                  <a:lnTo>
                    <a:pt x="38" y="10"/>
                  </a:lnTo>
                  <a:lnTo>
                    <a:pt x="48" y="21"/>
                  </a:lnTo>
                  <a:lnTo>
                    <a:pt x="56" y="36"/>
                  </a:lnTo>
                  <a:lnTo>
                    <a:pt x="65" y="56"/>
                  </a:lnTo>
                  <a:lnTo>
                    <a:pt x="65" y="54"/>
                  </a:lnTo>
                  <a:lnTo>
                    <a:pt x="66" y="48"/>
                  </a:lnTo>
                  <a:lnTo>
                    <a:pt x="70" y="39"/>
                  </a:lnTo>
                  <a:lnTo>
                    <a:pt x="77" y="28"/>
                  </a:lnTo>
                  <a:lnTo>
                    <a:pt x="85" y="19"/>
                  </a:lnTo>
                  <a:lnTo>
                    <a:pt x="96" y="9"/>
                  </a:lnTo>
                  <a:lnTo>
                    <a:pt x="110" y="2"/>
                  </a:lnTo>
                  <a:lnTo>
                    <a:pt x="128" y="0"/>
                  </a:lnTo>
                  <a:lnTo>
                    <a:pt x="128" y="2"/>
                  </a:lnTo>
                  <a:lnTo>
                    <a:pt x="127" y="9"/>
                  </a:lnTo>
                  <a:lnTo>
                    <a:pt x="124" y="19"/>
                  </a:lnTo>
                  <a:lnTo>
                    <a:pt x="119" y="31"/>
                  </a:lnTo>
                  <a:lnTo>
                    <a:pt x="112" y="41"/>
                  </a:lnTo>
                  <a:lnTo>
                    <a:pt x="101" y="51"/>
                  </a:lnTo>
                  <a:lnTo>
                    <a:pt x="86" y="58"/>
                  </a:lnTo>
                  <a:lnTo>
                    <a:pt x="67" y="60"/>
                  </a:lnTo>
                  <a:lnTo>
                    <a:pt x="67" y="172"/>
                  </a:lnTo>
                  <a:lnTo>
                    <a:pt x="69" y="170"/>
                  </a:lnTo>
                  <a:lnTo>
                    <a:pt x="70" y="164"/>
                  </a:lnTo>
                  <a:lnTo>
                    <a:pt x="73" y="155"/>
                  </a:lnTo>
                  <a:lnTo>
                    <a:pt x="78" y="145"/>
                  </a:lnTo>
                  <a:lnTo>
                    <a:pt x="86" y="136"/>
                  </a:lnTo>
                  <a:lnTo>
                    <a:pt x="97" y="130"/>
                  </a:lnTo>
                  <a:lnTo>
                    <a:pt x="113" y="128"/>
                  </a:lnTo>
                  <a:lnTo>
                    <a:pt x="113" y="130"/>
                  </a:lnTo>
                  <a:lnTo>
                    <a:pt x="112" y="136"/>
                  </a:lnTo>
                  <a:lnTo>
                    <a:pt x="109" y="144"/>
                  </a:lnTo>
                  <a:lnTo>
                    <a:pt x="105" y="153"/>
                  </a:lnTo>
                  <a:lnTo>
                    <a:pt x="100" y="163"/>
                  </a:lnTo>
                  <a:lnTo>
                    <a:pt x="92" y="172"/>
                  </a:lnTo>
                  <a:lnTo>
                    <a:pt x="82" y="178"/>
                  </a:lnTo>
                  <a:lnTo>
                    <a:pt x="67" y="180"/>
                  </a:lnTo>
                  <a:lnTo>
                    <a:pt x="67" y="292"/>
                  </a:lnTo>
                  <a:lnTo>
                    <a:pt x="61" y="292"/>
                  </a:lnTo>
                  <a:close/>
                </a:path>
              </a:pathLst>
            </a:custGeom>
            <a:solidFill>
              <a:srgbClr val="D7D7D7"/>
            </a:solidFill>
            <a:ln w="0">
              <a:solidFill>
                <a:srgbClr val="D7D7D7"/>
              </a:solidFill>
              <a:prstDash val="solid"/>
              <a:round/>
              <a:headEnd/>
              <a:tailEnd/>
            </a:ln>
          </p:spPr>
          <p:txBody>
            <a:bodyPr/>
            <a:lstStyle/>
            <a:p>
              <a:pPr algn="l" rtl="0" eaLnBrk="0" fontAlgn="base" hangingPunct="0">
                <a:spcBef>
                  <a:spcPct val="0"/>
                </a:spcBef>
                <a:spcAft>
                  <a:spcPct val="0"/>
                </a:spcAft>
              </a:pPr>
              <a:endParaRPr lang="fa-IR">
                <a:solidFill>
                  <a:srgbClr val="DDE89A"/>
                </a:solidFill>
                <a:latin typeface="Calibri" pitchFamily="34" charset="0"/>
                <a:cs typeface="B Mitra" pitchFamily="2" charset="-78"/>
              </a:endParaRPr>
            </a:p>
          </p:txBody>
        </p:sp>
        <p:sp>
          <p:nvSpPr>
            <p:cNvPr id="7196" name="Freeform 17"/>
            <p:cNvSpPr>
              <a:spLocks/>
            </p:cNvSpPr>
            <p:nvPr/>
          </p:nvSpPr>
          <p:spPr bwMode="gray">
            <a:xfrm>
              <a:off x="2596" y="332"/>
              <a:ext cx="68" cy="257"/>
            </a:xfrm>
            <a:custGeom>
              <a:avLst/>
              <a:gdLst>
                <a:gd name="T0" fmla="*/ 31 w 68"/>
                <a:gd name="T1" fmla="*/ 164 h 257"/>
                <a:gd name="T2" fmla="*/ 23 w 68"/>
                <a:gd name="T3" fmla="*/ 163 h 257"/>
                <a:gd name="T4" fmla="*/ 8 w 68"/>
                <a:gd name="T5" fmla="*/ 155 h 257"/>
                <a:gd name="T6" fmla="*/ 0 w 68"/>
                <a:gd name="T7" fmla="*/ 132 h 257"/>
                <a:gd name="T8" fmla="*/ 7 w 68"/>
                <a:gd name="T9" fmla="*/ 132 h 257"/>
                <a:gd name="T10" fmla="*/ 22 w 68"/>
                <a:gd name="T11" fmla="*/ 139 h 257"/>
                <a:gd name="T12" fmla="*/ 31 w 68"/>
                <a:gd name="T13" fmla="*/ 160 h 257"/>
                <a:gd name="T14" fmla="*/ 29 w 68"/>
                <a:gd name="T15" fmla="*/ 101 h 257"/>
                <a:gd name="T16" fmla="*/ 16 w 68"/>
                <a:gd name="T17" fmla="*/ 97 h 257"/>
                <a:gd name="T18" fmla="*/ 3 w 68"/>
                <a:gd name="T19" fmla="*/ 83 h 257"/>
                <a:gd name="T20" fmla="*/ 3 w 68"/>
                <a:gd name="T21" fmla="*/ 70 h 257"/>
                <a:gd name="T22" fmla="*/ 15 w 68"/>
                <a:gd name="T23" fmla="*/ 74 h 257"/>
                <a:gd name="T24" fmla="*/ 27 w 68"/>
                <a:gd name="T25" fmla="*/ 86 h 257"/>
                <a:gd name="T26" fmla="*/ 31 w 68"/>
                <a:gd name="T27" fmla="*/ 31 h 257"/>
                <a:gd name="T28" fmla="*/ 33 w 68"/>
                <a:gd name="T29" fmla="*/ 23 h 257"/>
                <a:gd name="T30" fmla="*/ 41 w 68"/>
                <a:gd name="T31" fmla="*/ 8 h 257"/>
                <a:gd name="T32" fmla="*/ 62 w 68"/>
                <a:gd name="T33" fmla="*/ 0 h 257"/>
                <a:gd name="T34" fmla="*/ 61 w 68"/>
                <a:gd name="T35" fmla="*/ 8 h 257"/>
                <a:gd name="T36" fmla="*/ 53 w 68"/>
                <a:gd name="T37" fmla="*/ 23 h 257"/>
                <a:gd name="T38" fmla="*/ 35 w 68"/>
                <a:gd name="T39" fmla="*/ 31 h 257"/>
                <a:gd name="T40" fmla="*/ 35 w 68"/>
                <a:gd name="T41" fmla="*/ 75 h 257"/>
                <a:gd name="T42" fmla="*/ 39 w 68"/>
                <a:gd name="T43" fmla="*/ 62 h 257"/>
                <a:gd name="T44" fmla="*/ 54 w 68"/>
                <a:gd name="T45" fmla="*/ 48 h 257"/>
                <a:gd name="T46" fmla="*/ 68 w 68"/>
                <a:gd name="T47" fmla="*/ 48 h 257"/>
                <a:gd name="T48" fmla="*/ 66 w 68"/>
                <a:gd name="T49" fmla="*/ 59 h 257"/>
                <a:gd name="T50" fmla="*/ 58 w 68"/>
                <a:gd name="T51" fmla="*/ 72 h 257"/>
                <a:gd name="T52" fmla="*/ 35 w 68"/>
                <a:gd name="T53" fmla="*/ 82 h 257"/>
                <a:gd name="T54" fmla="*/ 35 w 68"/>
                <a:gd name="T55" fmla="*/ 143 h 257"/>
                <a:gd name="T56" fmla="*/ 38 w 68"/>
                <a:gd name="T57" fmla="*/ 132 h 257"/>
                <a:gd name="T58" fmla="*/ 49 w 68"/>
                <a:gd name="T59" fmla="*/ 122 h 257"/>
                <a:gd name="T60" fmla="*/ 60 w 68"/>
                <a:gd name="T61" fmla="*/ 122 h 257"/>
                <a:gd name="T62" fmla="*/ 58 w 68"/>
                <a:gd name="T63" fmla="*/ 133 h 257"/>
                <a:gd name="T64" fmla="*/ 47 w 68"/>
                <a:gd name="T65" fmla="*/ 144 h 257"/>
                <a:gd name="T66" fmla="*/ 35 w 68"/>
                <a:gd name="T67" fmla="*/ 257 h 257"/>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68" h="257">
                  <a:moveTo>
                    <a:pt x="31" y="257"/>
                  </a:moveTo>
                  <a:lnTo>
                    <a:pt x="31" y="164"/>
                  </a:lnTo>
                  <a:lnTo>
                    <a:pt x="29" y="163"/>
                  </a:lnTo>
                  <a:lnTo>
                    <a:pt x="23" y="163"/>
                  </a:lnTo>
                  <a:lnTo>
                    <a:pt x="16" y="160"/>
                  </a:lnTo>
                  <a:lnTo>
                    <a:pt x="8" y="155"/>
                  </a:lnTo>
                  <a:lnTo>
                    <a:pt x="3" y="145"/>
                  </a:lnTo>
                  <a:lnTo>
                    <a:pt x="0" y="132"/>
                  </a:lnTo>
                  <a:lnTo>
                    <a:pt x="3" y="132"/>
                  </a:lnTo>
                  <a:lnTo>
                    <a:pt x="7" y="132"/>
                  </a:lnTo>
                  <a:lnTo>
                    <a:pt x="15" y="135"/>
                  </a:lnTo>
                  <a:lnTo>
                    <a:pt x="22" y="139"/>
                  </a:lnTo>
                  <a:lnTo>
                    <a:pt x="27" y="147"/>
                  </a:lnTo>
                  <a:lnTo>
                    <a:pt x="31" y="160"/>
                  </a:lnTo>
                  <a:lnTo>
                    <a:pt x="31" y="101"/>
                  </a:lnTo>
                  <a:lnTo>
                    <a:pt x="29" y="101"/>
                  </a:lnTo>
                  <a:lnTo>
                    <a:pt x="23" y="99"/>
                  </a:lnTo>
                  <a:lnTo>
                    <a:pt x="16" y="97"/>
                  </a:lnTo>
                  <a:lnTo>
                    <a:pt x="8" y="91"/>
                  </a:lnTo>
                  <a:lnTo>
                    <a:pt x="3" y="83"/>
                  </a:lnTo>
                  <a:lnTo>
                    <a:pt x="0" y="70"/>
                  </a:lnTo>
                  <a:lnTo>
                    <a:pt x="3" y="70"/>
                  </a:lnTo>
                  <a:lnTo>
                    <a:pt x="7" y="71"/>
                  </a:lnTo>
                  <a:lnTo>
                    <a:pt x="15" y="74"/>
                  </a:lnTo>
                  <a:lnTo>
                    <a:pt x="22" y="78"/>
                  </a:lnTo>
                  <a:lnTo>
                    <a:pt x="27" y="86"/>
                  </a:lnTo>
                  <a:lnTo>
                    <a:pt x="31" y="97"/>
                  </a:lnTo>
                  <a:lnTo>
                    <a:pt x="31" y="31"/>
                  </a:lnTo>
                  <a:lnTo>
                    <a:pt x="31" y="28"/>
                  </a:lnTo>
                  <a:lnTo>
                    <a:pt x="33" y="23"/>
                  </a:lnTo>
                  <a:lnTo>
                    <a:pt x="35" y="15"/>
                  </a:lnTo>
                  <a:lnTo>
                    <a:pt x="41" y="8"/>
                  </a:lnTo>
                  <a:lnTo>
                    <a:pt x="50" y="2"/>
                  </a:lnTo>
                  <a:lnTo>
                    <a:pt x="62" y="0"/>
                  </a:lnTo>
                  <a:lnTo>
                    <a:pt x="62" y="2"/>
                  </a:lnTo>
                  <a:lnTo>
                    <a:pt x="61" y="8"/>
                  </a:lnTo>
                  <a:lnTo>
                    <a:pt x="58" y="15"/>
                  </a:lnTo>
                  <a:lnTo>
                    <a:pt x="53" y="23"/>
                  </a:lnTo>
                  <a:lnTo>
                    <a:pt x="46" y="28"/>
                  </a:lnTo>
                  <a:lnTo>
                    <a:pt x="35" y="31"/>
                  </a:lnTo>
                  <a:lnTo>
                    <a:pt x="35" y="78"/>
                  </a:lnTo>
                  <a:lnTo>
                    <a:pt x="35" y="75"/>
                  </a:lnTo>
                  <a:lnTo>
                    <a:pt x="37" y="70"/>
                  </a:lnTo>
                  <a:lnTo>
                    <a:pt x="39" y="62"/>
                  </a:lnTo>
                  <a:lnTo>
                    <a:pt x="45" y="55"/>
                  </a:lnTo>
                  <a:lnTo>
                    <a:pt x="54" y="48"/>
                  </a:lnTo>
                  <a:lnTo>
                    <a:pt x="66" y="47"/>
                  </a:lnTo>
                  <a:lnTo>
                    <a:pt x="68" y="48"/>
                  </a:lnTo>
                  <a:lnTo>
                    <a:pt x="68" y="52"/>
                  </a:lnTo>
                  <a:lnTo>
                    <a:pt x="66" y="59"/>
                  </a:lnTo>
                  <a:lnTo>
                    <a:pt x="64" y="66"/>
                  </a:lnTo>
                  <a:lnTo>
                    <a:pt x="58" y="72"/>
                  </a:lnTo>
                  <a:lnTo>
                    <a:pt x="50" y="78"/>
                  </a:lnTo>
                  <a:lnTo>
                    <a:pt x="35" y="82"/>
                  </a:lnTo>
                  <a:lnTo>
                    <a:pt x="35" y="144"/>
                  </a:lnTo>
                  <a:lnTo>
                    <a:pt x="35" y="143"/>
                  </a:lnTo>
                  <a:lnTo>
                    <a:pt x="37" y="139"/>
                  </a:lnTo>
                  <a:lnTo>
                    <a:pt x="38" y="132"/>
                  </a:lnTo>
                  <a:lnTo>
                    <a:pt x="42" y="126"/>
                  </a:lnTo>
                  <a:lnTo>
                    <a:pt x="49" y="122"/>
                  </a:lnTo>
                  <a:lnTo>
                    <a:pt x="58" y="121"/>
                  </a:lnTo>
                  <a:lnTo>
                    <a:pt x="60" y="122"/>
                  </a:lnTo>
                  <a:lnTo>
                    <a:pt x="60" y="126"/>
                  </a:lnTo>
                  <a:lnTo>
                    <a:pt x="58" y="133"/>
                  </a:lnTo>
                  <a:lnTo>
                    <a:pt x="56" y="139"/>
                  </a:lnTo>
                  <a:lnTo>
                    <a:pt x="47" y="144"/>
                  </a:lnTo>
                  <a:lnTo>
                    <a:pt x="35" y="148"/>
                  </a:lnTo>
                  <a:lnTo>
                    <a:pt x="35" y="257"/>
                  </a:lnTo>
                  <a:lnTo>
                    <a:pt x="31" y="257"/>
                  </a:lnTo>
                  <a:close/>
                </a:path>
              </a:pathLst>
            </a:custGeom>
            <a:solidFill>
              <a:srgbClr val="D7D7D7"/>
            </a:solidFill>
            <a:ln w="0">
              <a:solidFill>
                <a:srgbClr val="D7D7D7"/>
              </a:solidFill>
              <a:prstDash val="solid"/>
              <a:round/>
              <a:headEnd/>
              <a:tailEnd/>
            </a:ln>
          </p:spPr>
          <p:txBody>
            <a:bodyPr/>
            <a:lstStyle/>
            <a:p>
              <a:pPr algn="l" rtl="0" eaLnBrk="0" fontAlgn="base" hangingPunct="0">
                <a:spcBef>
                  <a:spcPct val="0"/>
                </a:spcBef>
                <a:spcAft>
                  <a:spcPct val="0"/>
                </a:spcAft>
              </a:pPr>
              <a:endParaRPr lang="fa-IR">
                <a:solidFill>
                  <a:srgbClr val="DDE89A"/>
                </a:solidFill>
                <a:latin typeface="Calibri" pitchFamily="34" charset="0"/>
                <a:cs typeface="B Mitra" pitchFamily="2" charset="-78"/>
              </a:endParaRPr>
            </a:p>
          </p:txBody>
        </p:sp>
        <p:sp>
          <p:nvSpPr>
            <p:cNvPr id="7197" name="Freeform 18"/>
            <p:cNvSpPr>
              <a:spLocks/>
            </p:cNvSpPr>
            <p:nvPr/>
          </p:nvSpPr>
          <p:spPr bwMode="gray">
            <a:xfrm>
              <a:off x="1672" y="164"/>
              <a:ext cx="111" cy="425"/>
            </a:xfrm>
            <a:custGeom>
              <a:avLst/>
              <a:gdLst>
                <a:gd name="T0" fmla="*/ 52 w 111"/>
                <a:gd name="T1" fmla="*/ 272 h 425"/>
                <a:gd name="T2" fmla="*/ 44 w 111"/>
                <a:gd name="T3" fmla="*/ 270 h 425"/>
                <a:gd name="T4" fmla="*/ 26 w 111"/>
                <a:gd name="T5" fmla="*/ 265 h 425"/>
                <a:gd name="T6" fmla="*/ 8 w 111"/>
                <a:gd name="T7" fmla="*/ 249 h 425"/>
                <a:gd name="T8" fmla="*/ 0 w 111"/>
                <a:gd name="T9" fmla="*/ 219 h 425"/>
                <a:gd name="T10" fmla="*/ 8 w 111"/>
                <a:gd name="T11" fmla="*/ 219 h 425"/>
                <a:gd name="T12" fmla="*/ 25 w 111"/>
                <a:gd name="T13" fmla="*/ 223 h 425"/>
                <a:gd name="T14" fmla="*/ 41 w 111"/>
                <a:gd name="T15" fmla="*/ 235 h 425"/>
                <a:gd name="T16" fmla="*/ 52 w 111"/>
                <a:gd name="T17" fmla="*/ 265 h 425"/>
                <a:gd name="T18" fmla="*/ 50 w 111"/>
                <a:gd name="T19" fmla="*/ 168 h 425"/>
                <a:gd name="T20" fmla="*/ 35 w 111"/>
                <a:gd name="T21" fmla="*/ 165 h 425"/>
                <a:gd name="T22" fmla="*/ 17 w 111"/>
                <a:gd name="T23" fmla="*/ 156 h 425"/>
                <a:gd name="T24" fmla="*/ 3 w 111"/>
                <a:gd name="T25" fmla="*/ 134 h 425"/>
                <a:gd name="T26" fmla="*/ 3 w 111"/>
                <a:gd name="T27" fmla="*/ 116 h 425"/>
                <a:gd name="T28" fmla="*/ 19 w 111"/>
                <a:gd name="T29" fmla="*/ 120 h 425"/>
                <a:gd name="T30" fmla="*/ 39 w 111"/>
                <a:gd name="T31" fmla="*/ 133 h 425"/>
                <a:gd name="T32" fmla="*/ 52 w 111"/>
                <a:gd name="T33" fmla="*/ 161 h 425"/>
                <a:gd name="T34" fmla="*/ 53 w 111"/>
                <a:gd name="T35" fmla="*/ 50 h 425"/>
                <a:gd name="T36" fmla="*/ 54 w 111"/>
                <a:gd name="T37" fmla="*/ 36 h 425"/>
                <a:gd name="T38" fmla="*/ 65 w 111"/>
                <a:gd name="T39" fmla="*/ 17 h 425"/>
                <a:gd name="T40" fmla="*/ 87 w 111"/>
                <a:gd name="T41" fmla="*/ 3 h 425"/>
                <a:gd name="T42" fmla="*/ 103 w 111"/>
                <a:gd name="T43" fmla="*/ 3 h 425"/>
                <a:gd name="T44" fmla="*/ 99 w 111"/>
                <a:gd name="T45" fmla="*/ 21 h 425"/>
                <a:gd name="T46" fmla="*/ 84 w 111"/>
                <a:gd name="T47" fmla="*/ 42 h 425"/>
                <a:gd name="T48" fmla="*/ 58 w 111"/>
                <a:gd name="T49" fmla="*/ 52 h 425"/>
                <a:gd name="T50" fmla="*/ 58 w 111"/>
                <a:gd name="T51" fmla="*/ 127 h 425"/>
                <a:gd name="T52" fmla="*/ 61 w 111"/>
                <a:gd name="T53" fmla="*/ 112 h 425"/>
                <a:gd name="T54" fmla="*/ 72 w 111"/>
                <a:gd name="T55" fmla="*/ 94 h 425"/>
                <a:gd name="T56" fmla="*/ 93 w 111"/>
                <a:gd name="T57" fmla="*/ 80 h 425"/>
                <a:gd name="T58" fmla="*/ 111 w 111"/>
                <a:gd name="T59" fmla="*/ 80 h 425"/>
                <a:gd name="T60" fmla="*/ 111 w 111"/>
                <a:gd name="T61" fmla="*/ 91 h 425"/>
                <a:gd name="T62" fmla="*/ 107 w 111"/>
                <a:gd name="T63" fmla="*/ 108 h 425"/>
                <a:gd name="T64" fmla="*/ 91 w 111"/>
                <a:gd name="T65" fmla="*/ 126 h 425"/>
                <a:gd name="T66" fmla="*/ 58 w 111"/>
                <a:gd name="T67" fmla="*/ 135 h 425"/>
                <a:gd name="T68" fmla="*/ 58 w 111"/>
                <a:gd name="T69" fmla="*/ 236 h 425"/>
                <a:gd name="T70" fmla="*/ 61 w 111"/>
                <a:gd name="T71" fmla="*/ 223 h 425"/>
                <a:gd name="T72" fmla="*/ 73 w 111"/>
                <a:gd name="T73" fmla="*/ 208 h 425"/>
                <a:gd name="T74" fmla="*/ 97 w 111"/>
                <a:gd name="T75" fmla="*/ 200 h 425"/>
                <a:gd name="T76" fmla="*/ 99 w 111"/>
                <a:gd name="T77" fmla="*/ 207 h 425"/>
                <a:gd name="T78" fmla="*/ 97 w 111"/>
                <a:gd name="T79" fmla="*/ 220 h 425"/>
                <a:gd name="T80" fmla="*/ 87 w 111"/>
                <a:gd name="T81" fmla="*/ 235 h 425"/>
                <a:gd name="T82" fmla="*/ 58 w 111"/>
                <a:gd name="T83" fmla="*/ 245 h 425"/>
                <a:gd name="T84" fmla="*/ 52 w 111"/>
                <a:gd name="T85" fmla="*/ 425 h 425"/>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111" h="425">
                  <a:moveTo>
                    <a:pt x="52" y="425"/>
                  </a:moveTo>
                  <a:lnTo>
                    <a:pt x="52" y="272"/>
                  </a:lnTo>
                  <a:lnTo>
                    <a:pt x="50" y="270"/>
                  </a:lnTo>
                  <a:lnTo>
                    <a:pt x="44" y="270"/>
                  </a:lnTo>
                  <a:lnTo>
                    <a:pt x="35" y="269"/>
                  </a:lnTo>
                  <a:lnTo>
                    <a:pt x="26" y="265"/>
                  </a:lnTo>
                  <a:lnTo>
                    <a:pt x="17" y="258"/>
                  </a:lnTo>
                  <a:lnTo>
                    <a:pt x="8" y="249"/>
                  </a:lnTo>
                  <a:lnTo>
                    <a:pt x="3" y="236"/>
                  </a:lnTo>
                  <a:lnTo>
                    <a:pt x="0" y="219"/>
                  </a:lnTo>
                  <a:lnTo>
                    <a:pt x="3" y="219"/>
                  </a:lnTo>
                  <a:lnTo>
                    <a:pt x="8" y="219"/>
                  </a:lnTo>
                  <a:lnTo>
                    <a:pt x="15" y="220"/>
                  </a:lnTo>
                  <a:lnTo>
                    <a:pt x="25" y="223"/>
                  </a:lnTo>
                  <a:lnTo>
                    <a:pt x="33" y="227"/>
                  </a:lnTo>
                  <a:lnTo>
                    <a:pt x="41" y="235"/>
                  </a:lnTo>
                  <a:lnTo>
                    <a:pt x="48" y="247"/>
                  </a:lnTo>
                  <a:lnTo>
                    <a:pt x="52" y="265"/>
                  </a:lnTo>
                  <a:lnTo>
                    <a:pt x="52" y="168"/>
                  </a:lnTo>
                  <a:lnTo>
                    <a:pt x="50" y="168"/>
                  </a:lnTo>
                  <a:lnTo>
                    <a:pt x="44" y="168"/>
                  </a:lnTo>
                  <a:lnTo>
                    <a:pt x="35" y="165"/>
                  </a:lnTo>
                  <a:lnTo>
                    <a:pt x="26" y="161"/>
                  </a:lnTo>
                  <a:lnTo>
                    <a:pt x="17" y="156"/>
                  </a:lnTo>
                  <a:lnTo>
                    <a:pt x="8" y="146"/>
                  </a:lnTo>
                  <a:lnTo>
                    <a:pt x="3" y="134"/>
                  </a:lnTo>
                  <a:lnTo>
                    <a:pt x="0" y="116"/>
                  </a:lnTo>
                  <a:lnTo>
                    <a:pt x="3" y="116"/>
                  </a:lnTo>
                  <a:lnTo>
                    <a:pt x="10" y="118"/>
                  </a:lnTo>
                  <a:lnTo>
                    <a:pt x="19" y="120"/>
                  </a:lnTo>
                  <a:lnTo>
                    <a:pt x="29" y="125"/>
                  </a:lnTo>
                  <a:lnTo>
                    <a:pt x="39" y="133"/>
                  </a:lnTo>
                  <a:lnTo>
                    <a:pt x="48" y="145"/>
                  </a:lnTo>
                  <a:lnTo>
                    <a:pt x="52" y="161"/>
                  </a:lnTo>
                  <a:lnTo>
                    <a:pt x="52" y="52"/>
                  </a:lnTo>
                  <a:lnTo>
                    <a:pt x="53" y="50"/>
                  </a:lnTo>
                  <a:lnTo>
                    <a:pt x="53" y="44"/>
                  </a:lnTo>
                  <a:lnTo>
                    <a:pt x="54" y="36"/>
                  </a:lnTo>
                  <a:lnTo>
                    <a:pt x="58" y="26"/>
                  </a:lnTo>
                  <a:lnTo>
                    <a:pt x="65" y="17"/>
                  </a:lnTo>
                  <a:lnTo>
                    <a:pt x="75" y="9"/>
                  </a:lnTo>
                  <a:lnTo>
                    <a:pt x="87" y="3"/>
                  </a:lnTo>
                  <a:lnTo>
                    <a:pt x="104" y="0"/>
                  </a:lnTo>
                  <a:lnTo>
                    <a:pt x="103" y="3"/>
                  </a:lnTo>
                  <a:lnTo>
                    <a:pt x="102" y="11"/>
                  </a:lnTo>
                  <a:lnTo>
                    <a:pt x="99" y="21"/>
                  </a:lnTo>
                  <a:lnTo>
                    <a:pt x="92" y="32"/>
                  </a:lnTo>
                  <a:lnTo>
                    <a:pt x="84" y="42"/>
                  </a:lnTo>
                  <a:lnTo>
                    <a:pt x="73" y="49"/>
                  </a:lnTo>
                  <a:lnTo>
                    <a:pt x="58" y="52"/>
                  </a:lnTo>
                  <a:lnTo>
                    <a:pt x="58" y="130"/>
                  </a:lnTo>
                  <a:lnTo>
                    <a:pt x="58" y="127"/>
                  </a:lnTo>
                  <a:lnTo>
                    <a:pt x="60" y="122"/>
                  </a:lnTo>
                  <a:lnTo>
                    <a:pt x="61" y="112"/>
                  </a:lnTo>
                  <a:lnTo>
                    <a:pt x="65" y="103"/>
                  </a:lnTo>
                  <a:lnTo>
                    <a:pt x="72" y="94"/>
                  </a:lnTo>
                  <a:lnTo>
                    <a:pt x="80" y="85"/>
                  </a:lnTo>
                  <a:lnTo>
                    <a:pt x="93" y="80"/>
                  </a:lnTo>
                  <a:lnTo>
                    <a:pt x="110" y="77"/>
                  </a:lnTo>
                  <a:lnTo>
                    <a:pt x="111" y="80"/>
                  </a:lnTo>
                  <a:lnTo>
                    <a:pt x="111" y="84"/>
                  </a:lnTo>
                  <a:lnTo>
                    <a:pt x="111" y="91"/>
                  </a:lnTo>
                  <a:lnTo>
                    <a:pt x="110" y="100"/>
                  </a:lnTo>
                  <a:lnTo>
                    <a:pt x="107" y="108"/>
                  </a:lnTo>
                  <a:lnTo>
                    <a:pt x="100" y="118"/>
                  </a:lnTo>
                  <a:lnTo>
                    <a:pt x="91" y="126"/>
                  </a:lnTo>
                  <a:lnTo>
                    <a:pt x="77" y="133"/>
                  </a:lnTo>
                  <a:lnTo>
                    <a:pt x="58" y="135"/>
                  </a:lnTo>
                  <a:lnTo>
                    <a:pt x="58" y="239"/>
                  </a:lnTo>
                  <a:lnTo>
                    <a:pt x="58" y="236"/>
                  </a:lnTo>
                  <a:lnTo>
                    <a:pt x="60" y="231"/>
                  </a:lnTo>
                  <a:lnTo>
                    <a:pt x="61" y="223"/>
                  </a:lnTo>
                  <a:lnTo>
                    <a:pt x="66" y="215"/>
                  </a:lnTo>
                  <a:lnTo>
                    <a:pt x="73" y="208"/>
                  </a:lnTo>
                  <a:lnTo>
                    <a:pt x="83" y="203"/>
                  </a:lnTo>
                  <a:lnTo>
                    <a:pt x="97" y="200"/>
                  </a:lnTo>
                  <a:lnTo>
                    <a:pt x="97" y="201"/>
                  </a:lnTo>
                  <a:lnTo>
                    <a:pt x="99" y="207"/>
                  </a:lnTo>
                  <a:lnTo>
                    <a:pt x="99" y="212"/>
                  </a:lnTo>
                  <a:lnTo>
                    <a:pt x="97" y="220"/>
                  </a:lnTo>
                  <a:lnTo>
                    <a:pt x="93" y="228"/>
                  </a:lnTo>
                  <a:lnTo>
                    <a:pt x="87" y="235"/>
                  </a:lnTo>
                  <a:lnTo>
                    <a:pt x="75" y="242"/>
                  </a:lnTo>
                  <a:lnTo>
                    <a:pt x="58" y="245"/>
                  </a:lnTo>
                  <a:lnTo>
                    <a:pt x="58" y="425"/>
                  </a:lnTo>
                  <a:lnTo>
                    <a:pt x="52" y="425"/>
                  </a:lnTo>
                  <a:close/>
                </a:path>
              </a:pathLst>
            </a:custGeom>
            <a:solidFill>
              <a:srgbClr val="D7D7D7"/>
            </a:solidFill>
            <a:ln w="0">
              <a:solidFill>
                <a:srgbClr val="D7D7D7"/>
              </a:solidFill>
              <a:prstDash val="solid"/>
              <a:round/>
              <a:headEnd/>
              <a:tailEnd/>
            </a:ln>
          </p:spPr>
          <p:txBody>
            <a:bodyPr/>
            <a:lstStyle/>
            <a:p>
              <a:pPr algn="l" rtl="0" eaLnBrk="0" fontAlgn="base" hangingPunct="0">
                <a:spcBef>
                  <a:spcPct val="0"/>
                </a:spcBef>
                <a:spcAft>
                  <a:spcPct val="0"/>
                </a:spcAft>
              </a:pPr>
              <a:endParaRPr lang="fa-IR">
                <a:solidFill>
                  <a:srgbClr val="DDE89A"/>
                </a:solidFill>
                <a:latin typeface="Calibri" pitchFamily="34" charset="0"/>
                <a:cs typeface="B Mitra" pitchFamily="2" charset="-78"/>
              </a:endParaRPr>
            </a:p>
          </p:txBody>
        </p:sp>
        <p:sp>
          <p:nvSpPr>
            <p:cNvPr id="7198" name="Freeform 19"/>
            <p:cNvSpPr>
              <a:spLocks/>
            </p:cNvSpPr>
            <p:nvPr/>
          </p:nvSpPr>
          <p:spPr bwMode="gray">
            <a:xfrm>
              <a:off x="2065" y="362"/>
              <a:ext cx="98" cy="227"/>
            </a:xfrm>
            <a:custGeom>
              <a:avLst/>
              <a:gdLst>
                <a:gd name="T0" fmla="*/ 36 w 100"/>
                <a:gd name="T1" fmla="*/ 160 h 228"/>
                <a:gd name="T2" fmla="*/ 43 w 100"/>
                <a:gd name="T3" fmla="*/ 160 h 228"/>
                <a:gd name="T4" fmla="*/ 58 w 100"/>
                <a:gd name="T5" fmla="*/ 153 h 228"/>
                <a:gd name="T6" fmla="*/ 64 w 100"/>
                <a:gd name="T7" fmla="*/ 138 h 228"/>
                <a:gd name="T8" fmla="*/ 64 w 100"/>
                <a:gd name="T9" fmla="*/ 125 h 228"/>
                <a:gd name="T10" fmla="*/ 58 w 100"/>
                <a:gd name="T11" fmla="*/ 127 h 228"/>
                <a:gd name="T12" fmla="*/ 42 w 100"/>
                <a:gd name="T13" fmla="*/ 142 h 228"/>
                <a:gd name="T14" fmla="*/ 36 w 100"/>
                <a:gd name="T15" fmla="*/ 114 h 228"/>
                <a:gd name="T16" fmla="*/ 45 w 100"/>
                <a:gd name="T17" fmla="*/ 114 h 228"/>
                <a:gd name="T18" fmla="*/ 60 w 100"/>
                <a:gd name="T19" fmla="*/ 110 h 228"/>
                <a:gd name="T20" fmla="*/ 67 w 100"/>
                <a:gd name="T21" fmla="*/ 92 h 228"/>
                <a:gd name="T22" fmla="*/ 67 w 100"/>
                <a:gd name="T23" fmla="*/ 77 h 228"/>
                <a:gd name="T24" fmla="*/ 62 w 100"/>
                <a:gd name="T25" fmla="*/ 79 h 228"/>
                <a:gd name="T26" fmla="*/ 49 w 100"/>
                <a:gd name="T27" fmla="*/ 88 h 228"/>
                <a:gd name="T28" fmla="*/ 36 w 100"/>
                <a:gd name="T29" fmla="*/ 114 h 228"/>
                <a:gd name="T30" fmla="*/ 39 w 100"/>
                <a:gd name="T31" fmla="*/ 48 h 228"/>
                <a:gd name="T32" fmla="*/ 51 w 100"/>
                <a:gd name="T33" fmla="*/ 45 h 228"/>
                <a:gd name="T34" fmla="*/ 64 w 100"/>
                <a:gd name="T35" fmla="*/ 37 h 228"/>
                <a:gd name="T36" fmla="*/ 70 w 100"/>
                <a:gd name="T37" fmla="*/ 17 h 228"/>
                <a:gd name="T38" fmla="*/ 70 w 100"/>
                <a:gd name="T39" fmla="*/ 0 h 228"/>
                <a:gd name="T40" fmla="*/ 63 w 100"/>
                <a:gd name="T41" fmla="*/ 3 h 228"/>
                <a:gd name="T42" fmla="*/ 49 w 100"/>
                <a:gd name="T43" fmla="*/ 14 h 228"/>
                <a:gd name="T44" fmla="*/ 34 w 100"/>
                <a:gd name="T45" fmla="*/ 45 h 228"/>
                <a:gd name="T46" fmla="*/ 31 w 100"/>
                <a:gd name="T47" fmla="*/ 35 h 228"/>
                <a:gd name="T48" fmla="*/ 25 w 100"/>
                <a:gd name="T49" fmla="*/ 18 h 228"/>
                <a:gd name="T50" fmla="*/ 16 w 100"/>
                <a:gd name="T51" fmla="*/ 3 h 228"/>
                <a:gd name="T52" fmla="*/ 1 w 100"/>
                <a:gd name="T53" fmla="*/ 3 h 228"/>
                <a:gd name="T54" fmla="*/ 5 w 100"/>
                <a:gd name="T55" fmla="*/ 19 h 228"/>
                <a:gd name="T56" fmla="*/ 19 w 100"/>
                <a:gd name="T57" fmla="*/ 38 h 228"/>
                <a:gd name="T58" fmla="*/ 31 w 100"/>
                <a:gd name="T59" fmla="*/ 48 h 228"/>
                <a:gd name="T60" fmla="*/ 31 w 100"/>
                <a:gd name="T61" fmla="*/ 116 h 228"/>
                <a:gd name="T62" fmla="*/ 26 w 100"/>
                <a:gd name="T63" fmla="*/ 114 h 228"/>
                <a:gd name="T64" fmla="*/ 25 w 100"/>
                <a:gd name="T65" fmla="*/ 103 h 228"/>
                <a:gd name="T66" fmla="*/ 12 w 100"/>
                <a:gd name="T67" fmla="*/ 103 h 228"/>
                <a:gd name="T68" fmla="*/ 16 w 100"/>
                <a:gd name="T69" fmla="*/ 114 h 228"/>
                <a:gd name="T70" fmla="*/ 25 w 100"/>
                <a:gd name="T71" fmla="*/ 116 h 228"/>
                <a:gd name="T72" fmla="*/ 31 w 100"/>
                <a:gd name="T73" fmla="*/ 125 h 228"/>
                <a:gd name="T74" fmla="*/ 36 w 100"/>
                <a:gd name="T75" fmla="*/ 212 h 228"/>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100" h="228">
                  <a:moveTo>
                    <a:pt x="52" y="228"/>
                  </a:moveTo>
                  <a:lnTo>
                    <a:pt x="52" y="176"/>
                  </a:lnTo>
                  <a:lnTo>
                    <a:pt x="55" y="176"/>
                  </a:lnTo>
                  <a:lnTo>
                    <a:pt x="59" y="176"/>
                  </a:lnTo>
                  <a:lnTo>
                    <a:pt x="67" y="173"/>
                  </a:lnTo>
                  <a:lnTo>
                    <a:pt x="74" y="169"/>
                  </a:lnTo>
                  <a:lnTo>
                    <a:pt x="81" y="163"/>
                  </a:lnTo>
                  <a:lnTo>
                    <a:pt x="86" y="154"/>
                  </a:lnTo>
                  <a:lnTo>
                    <a:pt x="88" y="141"/>
                  </a:lnTo>
                  <a:lnTo>
                    <a:pt x="86" y="141"/>
                  </a:lnTo>
                  <a:lnTo>
                    <a:pt x="81" y="142"/>
                  </a:lnTo>
                  <a:lnTo>
                    <a:pt x="74" y="143"/>
                  </a:lnTo>
                  <a:lnTo>
                    <a:pt x="66" y="149"/>
                  </a:lnTo>
                  <a:lnTo>
                    <a:pt x="58" y="158"/>
                  </a:lnTo>
                  <a:lnTo>
                    <a:pt x="52" y="173"/>
                  </a:lnTo>
                  <a:lnTo>
                    <a:pt x="52" y="118"/>
                  </a:lnTo>
                  <a:lnTo>
                    <a:pt x="55" y="118"/>
                  </a:lnTo>
                  <a:lnTo>
                    <a:pt x="61" y="116"/>
                  </a:lnTo>
                  <a:lnTo>
                    <a:pt x="69" y="115"/>
                  </a:lnTo>
                  <a:lnTo>
                    <a:pt x="78" y="110"/>
                  </a:lnTo>
                  <a:lnTo>
                    <a:pt x="86" y="103"/>
                  </a:lnTo>
                  <a:lnTo>
                    <a:pt x="92" y="92"/>
                  </a:lnTo>
                  <a:lnTo>
                    <a:pt x="94" y="77"/>
                  </a:lnTo>
                  <a:lnTo>
                    <a:pt x="92" y="77"/>
                  </a:lnTo>
                  <a:lnTo>
                    <a:pt x="88" y="77"/>
                  </a:lnTo>
                  <a:lnTo>
                    <a:pt x="81" y="79"/>
                  </a:lnTo>
                  <a:lnTo>
                    <a:pt x="73" y="81"/>
                  </a:lnTo>
                  <a:lnTo>
                    <a:pt x="65" y="88"/>
                  </a:lnTo>
                  <a:lnTo>
                    <a:pt x="58" y="99"/>
                  </a:lnTo>
                  <a:lnTo>
                    <a:pt x="52" y="115"/>
                  </a:lnTo>
                  <a:lnTo>
                    <a:pt x="52" y="48"/>
                  </a:lnTo>
                  <a:lnTo>
                    <a:pt x="55" y="48"/>
                  </a:lnTo>
                  <a:lnTo>
                    <a:pt x="61" y="48"/>
                  </a:lnTo>
                  <a:lnTo>
                    <a:pt x="67" y="45"/>
                  </a:lnTo>
                  <a:lnTo>
                    <a:pt x="77" y="42"/>
                  </a:lnTo>
                  <a:lnTo>
                    <a:pt x="85" y="37"/>
                  </a:lnTo>
                  <a:lnTo>
                    <a:pt x="92" y="27"/>
                  </a:lnTo>
                  <a:lnTo>
                    <a:pt x="97" y="17"/>
                  </a:lnTo>
                  <a:lnTo>
                    <a:pt x="100" y="0"/>
                  </a:lnTo>
                  <a:lnTo>
                    <a:pt x="97" y="0"/>
                  </a:lnTo>
                  <a:lnTo>
                    <a:pt x="92" y="0"/>
                  </a:lnTo>
                  <a:lnTo>
                    <a:pt x="83" y="3"/>
                  </a:lnTo>
                  <a:lnTo>
                    <a:pt x="74" y="7"/>
                  </a:lnTo>
                  <a:lnTo>
                    <a:pt x="65" y="14"/>
                  </a:lnTo>
                  <a:lnTo>
                    <a:pt x="56" y="27"/>
                  </a:lnTo>
                  <a:lnTo>
                    <a:pt x="50" y="45"/>
                  </a:lnTo>
                  <a:lnTo>
                    <a:pt x="50" y="42"/>
                  </a:lnTo>
                  <a:lnTo>
                    <a:pt x="47" y="35"/>
                  </a:lnTo>
                  <a:lnTo>
                    <a:pt x="43" y="27"/>
                  </a:lnTo>
                  <a:lnTo>
                    <a:pt x="38" y="18"/>
                  </a:lnTo>
                  <a:lnTo>
                    <a:pt x="28" y="10"/>
                  </a:lnTo>
                  <a:lnTo>
                    <a:pt x="16" y="3"/>
                  </a:lnTo>
                  <a:lnTo>
                    <a:pt x="0" y="0"/>
                  </a:lnTo>
                  <a:lnTo>
                    <a:pt x="1" y="3"/>
                  </a:lnTo>
                  <a:lnTo>
                    <a:pt x="3" y="10"/>
                  </a:lnTo>
                  <a:lnTo>
                    <a:pt x="5" y="19"/>
                  </a:lnTo>
                  <a:lnTo>
                    <a:pt x="11" y="29"/>
                  </a:lnTo>
                  <a:lnTo>
                    <a:pt x="19" y="38"/>
                  </a:lnTo>
                  <a:lnTo>
                    <a:pt x="31" y="45"/>
                  </a:lnTo>
                  <a:lnTo>
                    <a:pt x="47" y="48"/>
                  </a:lnTo>
                  <a:lnTo>
                    <a:pt x="47" y="135"/>
                  </a:lnTo>
                  <a:lnTo>
                    <a:pt x="47" y="132"/>
                  </a:lnTo>
                  <a:lnTo>
                    <a:pt x="46" y="126"/>
                  </a:lnTo>
                  <a:lnTo>
                    <a:pt x="42" y="118"/>
                  </a:lnTo>
                  <a:lnTo>
                    <a:pt x="35" y="110"/>
                  </a:lnTo>
                  <a:lnTo>
                    <a:pt x="25" y="103"/>
                  </a:lnTo>
                  <a:lnTo>
                    <a:pt x="12" y="100"/>
                  </a:lnTo>
                  <a:lnTo>
                    <a:pt x="12" y="103"/>
                  </a:lnTo>
                  <a:lnTo>
                    <a:pt x="13" y="108"/>
                  </a:lnTo>
                  <a:lnTo>
                    <a:pt x="16" y="116"/>
                  </a:lnTo>
                  <a:lnTo>
                    <a:pt x="20" y="124"/>
                  </a:lnTo>
                  <a:lnTo>
                    <a:pt x="25" y="132"/>
                  </a:lnTo>
                  <a:lnTo>
                    <a:pt x="35" y="139"/>
                  </a:lnTo>
                  <a:lnTo>
                    <a:pt x="47" y="141"/>
                  </a:lnTo>
                  <a:lnTo>
                    <a:pt x="47" y="228"/>
                  </a:lnTo>
                  <a:lnTo>
                    <a:pt x="52" y="228"/>
                  </a:lnTo>
                  <a:close/>
                </a:path>
              </a:pathLst>
            </a:custGeom>
            <a:solidFill>
              <a:srgbClr val="D7D7D7"/>
            </a:solidFill>
            <a:ln w="0">
              <a:solidFill>
                <a:srgbClr val="D7D7D7"/>
              </a:solidFill>
              <a:prstDash val="solid"/>
              <a:round/>
              <a:headEnd/>
              <a:tailEnd/>
            </a:ln>
          </p:spPr>
          <p:txBody>
            <a:bodyPr/>
            <a:lstStyle/>
            <a:p>
              <a:pPr algn="l" rtl="0" eaLnBrk="0" fontAlgn="base" hangingPunct="0">
                <a:spcBef>
                  <a:spcPct val="0"/>
                </a:spcBef>
                <a:spcAft>
                  <a:spcPct val="0"/>
                </a:spcAft>
              </a:pPr>
              <a:endParaRPr lang="fa-IR">
                <a:solidFill>
                  <a:srgbClr val="DDE89A"/>
                </a:solidFill>
                <a:latin typeface="Calibri" pitchFamily="34" charset="0"/>
                <a:cs typeface="B Mitra" pitchFamily="2" charset="-78"/>
              </a:endParaRPr>
            </a:p>
          </p:txBody>
        </p:sp>
        <p:sp>
          <p:nvSpPr>
            <p:cNvPr id="7199" name="Freeform 20"/>
            <p:cNvSpPr>
              <a:spLocks/>
            </p:cNvSpPr>
            <p:nvPr/>
          </p:nvSpPr>
          <p:spPr bwMode="gray">
            <a:xfrm>
              <a:off x="2921" y="362"/>
              <a:ext cx="100" cy="227"/>
            </a:xfrm>
            <a:custGeom>
              <a:avLst/>
              <a:gdLst>
                <a:gd name="T0" fmla="*/ 53 w 100"/>
                <a:gd name="T1" fmla="*/ 160 h 228"/>
                <a:gd name="T2" fmla="*/ 60 w 100"/>
                <a:gd name="T3" fmla="*/ 160 h 228"/>
                <a:gd name="T4" fmla="*/ 74 w 100"/>
                <a:gd name="T5" fmla="*/ 153 h 228"/>
                <a:gd name="T6" fmla="*/ 87 w 100"/>
                <a:gd name="T7" fmla="*/ 138 h 228"/>
                <a:gd name="T8" fmla="*/ 87 w 100"/>
                <a:gd name="T9" fmla="*/ 125 h 228"/>
                <a:gd name="T10" fmla="*/ 74 w 100"/>
                <a:gd name="T11" fmla="*/ 127 h 228"/>
                <a:gd name="T12" fmla="*/ 60 w 100"/>
                <a:gd name="T13" fmla="*/ 142 h 228"/>
                <a:gd name="T14" fmla="*/ 53 w 100"/>
                <a:gd name="T15" fmla="*/ 114 h 228"/>
                <a:gd name="T16" fmla="*/ 61 w 100"/>
                <a:gd name="T17" fmla="*/ 114 h 228"/>
                <a:gd name="T18" fmla="*/ 78 w 100"/>
                <a:gd name="T19" fmla="*/ 110 h 228"/>
                <a:gd name="T20" fmla="*/ 92 w 100"/>
                <a:gd name="T21" fmla="*/ 92 h 228"/>
                <a:gd name="T22" fmla="*/ 92 w 100"/>
                <a:gd name="T23" fmla="*/ 77 h 228"/>
                <a:gd name="T24" fmla="*/ 81 w 100"/>
                <a:gd name="T25" fmla="*/ 79 h 228"/>
                <a:gd name="T26" fmla="*/ 65 w 100"/>
                <a:gd name="T27" fmla="*/ 88 h 228"/>
                <a:gd name="T28" fmla="*/ 53 w 100"/>
                <a:gd name="T29" fmla="*/ 114 h 228"/>
                <a:gd name="T30" fmla="*/ 56 w 100"/>
                <a:gd name="T31" fmla="*/ 48 h 228"/>
                <a:gd name="T32" fmla="*/ 68 w 100"/>
                <a:gd name="T33" fmla="*/ 45 h 228"/>
                <a:gd name="T34" fmla="*/ 85 w 100"/>
                <a:gd name="T35" fmla="*/ 37 h 228"/>
                <a:gd name="T36" fmla="*/ 97 w 100"/>
                <a:gd name="T37" fmla="*/ 17 h 228"/>
                <a:gd name="T38" fmla="*/ 97 w 100"/>
                <a:gd name="T39" fmla="*/ 0 h 228"/>
                <a:gd name="T40" fmla="*/ 84 w 100"/>
                <a:gd name="T41" fmla="*/ 3 h 228"/>
                <a:gd name="T42" fmla="*/ 65 w 100"/>
                <a:gd name="T43" fmla="*/ 14 h 228"/>
                <a:gd name="T44" fmla="*/ 50 w 100"/>
                <a:gd name="T45" fmla="*/ 45 h 228"/>
                <a:gd name="T46" fmla="*/ 47 w 100"/>
                <a:gd name="T47" fmla="*/ 35 h 228"/>
                <a:gd name="T48" fmla="*/ 38 w 100"/>
                <a:gd name="T49" fmla="*/ 18 h 228"/>
                <a:gd name="T50" fmla="*/ 16 w 100"/>
                <a:gd name="T51" fmla="*/ 3 h 228"/>
                <a:gd name="T52" fmla="*/ 2 w 100"/>
                <a:gd name="T53" fmla="*/ 3 h 228"/>
                <a:gd name="T54" fmla="*/ 6 w 100"/>
                <a:gd name="T55" fmla="*/ 19 h 228"/>
                <a:gd name="T56" fmla="*/ 19 w 100"/>
                <a:gd name="T57" fmla="*/ 38 h 228"/>
                <a:gd name="T58" fmla="*/ 47 w 100"/>
                <a:gd name="T59" fmla="*/ 48 h 228"/>
                <a:gd name="T60" fmla="*/ 47 w 100"/>
                <a:gd name="T61" fmla="*/ 116 h 228"/>
                <a:gd name="T62" fmla="*/ 42 w 100"/>
                <a:gd name="T63" fmla="*/ 114 h 228"/>
                <a:gd name="T64" fmla="*/ 26 w 100"/>
                <a:gd name="T65" fmla="*/ 103 h 228"/>
                <a:gd name="T66" fmla="*/ 12 w 100"/>
                <a:gd name="T67" fmla="*/ 103 h 228"/>
                <a:gd name="T68" fmla="*/ 16 w 100"/>
                <a:gd name="T69" fmla="*/ 114 h 228"/>
                <a:gd name="T70" fmla="*/ 26 w 100"/>
                <a:gd name="T71" fmla="*/ 116 h 228"/>
                <a:gd name="T72" fmla="*/ 47 w 100"/>
                <a:gd name="T73" fmla="*/ 125 h 228"/>
                <a:gd name="T74" fmla="*/ 53 w 100"/>
                <a:gd name="T75" fmla="*/ 212 h 228"/>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100" h="228">
                  <a:moveTo>
                    <a:pt x="53" y="228"/>
                  </a:moveTo>
                  <a:lnTo>
                    <a:pt x="53" y="176"/>
                  </a:lnTo>
                  <a:lnTo>
                    <a:pt x="56" y="176"/>
                  </a:lnTo>
                  <a:lnTo>
                    <a:pt x="60" y="176"/>
                  </a:lnTo>
                  <a:lnTo>
                    <a:pt x="68" y="173"/>
                  </a:lnTo>
                  <a:lnTo>
                    <a:pt x="74" y="169"/>
                  </a:lnTo>
                  <a:lnTo>
                    <a:pt x="81" y="163"/>
                  </a:lnTo>
                  <a:lnTo>
                    <a:pt x="87" y="154"/>
                  </a:lnTo>
                  <a:lnTo>
                    <a:pt x="88" y="141"/>
                  </a:lnTo>
                  <a:lnTo>
                    <a:pt x="87" y="141"/>
                  </a:lnTo>
                  <a:lnTo>
                    <a:pt x="81" y="142"/>
                  </a:lnTo>
                  <a:lnTo>
                    <a:pt x="74" y="143"/>
                  </a:lnTo>
                  <a:lnTo>
                    <a:pt x="66" y="149"/>
                  </a:lnTo>
                  <a:lnTo>
                    <a:pt x="60" y="158"/>
                  </a:lnTo>
                  <a:lnTo>
                    <a:pt x="53" y="173"/>
                  </a:lnTo>
                  <a:lnTo>
                    <a:pt x="53" y="118"/>
                  </a:lnTo>
                  <a:lnTo>
                    <a:pt x="56" y="118"/>
                  </a:lnTo>
                  <a:lnTo>
                    <a:pt x="61" y="116"/>
                  </a:lnTo>
                  <a:lnTo>
                    <a:pt x="69" y="115"/>
                  </a:lnTo>
                  <a:lnTo>
                    <a:pt x="78" y="110"/>
                  </a:lnTo>
                  <a:lnTo>
                    <a:pt x="87" y="103"/>
                  </a:lnTo>
                  <a:lnTo>
                    <a:pt x="92" y="92"/>
                  </a:lnTo>
                  <a:lnTo>
                    <a:pt x="95" y="77"/>
                  </a:lnTo>
                  <a:lnTo>
                    <a:pt x="92" y="77"/>
                  </a:lnTo>
                  <a:lnTo>
                    <a:pt x="88" y="77"/>
                  </a:lnTo>
                  <a:lnTo>
                    <a:pt x="81" y="79"/>
                  </a:lnTo>
                  <a:lnTo>
                    <a:pt x="73" y="81"/>
                  </a:lnTo>
                  <a:lnTo>
                    <a:pt x="65" y="88"/>
                  </a:lnTo>
                  <a:lnTo>
                    <a:pt x="58" y="99"/>
                  </a:lnTo>
                  <a:lnTo>
                    <a:pt x="53" y="115"/>
                  </a:lnTo>
                  <a:lnTo>
                    <a:pt x="53" y="48"/>
                  </a:lnTo>
                  <a:lnTo>
                    <a:pt x="56" y="48"/>
                  </a:lnTo>
                  <a:lnTo>
                    <a:pt x="61" y="48"/>
                  </a:lnTo>
                  <a:lnTo>
                    <a:pt x="68" y="45"/>
                  </a:lnTo>
                  <a:lnTo>
                    <a:pt x="77" y="42"/>
                  </a:lnTo>
                  <a:lnTo>
                    <a:pt x="85" y="37"/>
                  </a:lnTo>
                  <a:lnTo>
                    <a:pt x="93" y="27"/>
                  </a:lnTo>
                  <a:lnTo>
                    <a:pt x="97" y="17"/>
                  </a:lnTo>
                  <a:lnTo>
                    <a:pt x="100" y="0"/>
                  </a:lnTo>
                  <a:lnTo>
                    <a:pt x="97" y="0"/>
                  </a:lnTo>
                  <a:lnTo>
                    <a:pt x="92" y="0"/>
                  </a:lnTo>
                  <a:lnTo>
                    <a:pt x="84" y="3"/>
                  </a:lnTo>
                  <a:lnTo>
                    <a:pt x="74" y="7"/>
                  </a:lnTo>
                  <a:lnTo>
                    <a:pt x="65" y="14"/>
                  </a:lnTo>
                  <a:lnTo>
                    <a:pt x="57" y="27"/>
                  </a:lnTo>
                  <a:lnTo>
                    <a:pt x="50" y="45"/>
                  </a:lnTo>
                  <a:lnTo>
                    <a:pt x="50" y="42"/>
                  </a:lnTo>
                  <a:lnTo>
                    <a:pt x="47" y="35"/>
                  </a:lnTo>
                  <a:lnTo>
                    <a:pt x="43" y="27"/>
                  </a:lnTo>
                  <a:lnTo>
                    <a:pt x="38" y="18"/>
                  </a:lnTo>
                  <a:lnTo>
                    <a:pt x="29" y="10"/>
                  </a:lnTo>
                  <a:lnTo>
                    <a:pt x="16" y="3"/>
                  </a:lnTo>
                  <a:lnTo>
                    <a:pt x="0" y="0"/>
                  </a:lnTo>
                  <a:lnTo>
                    <a:pt x="2" y="3"/>
                  </a:lnTo>
                  <a:lnTo>
                    <a:pt x="3" y="10"/>
                  </a:lnTo>
                  <a:lnTo>
                    <a:pt x="6" y="19"/>
                  </a:lnTo>
                  <a:lnTo>
                    <a:pt x="11" y="29"/>
                  </a:lnTo>
                  <a:lnTo>
                    <a:pt x="19" y="38"/>
                  </a:lnTo>
                  <a:lnTo>
                    <a:pt x="31" y="45"/>
                  </a:lnTo>
                  <a:lnTo>
                    <a:pt x="47" y="48"/>
                  </a:lnTo>
                  <a:lnTo>
                    <a:pt x="47" y="135"/>
                  </a:lnTo>
                  <a:lnTo>
                    <a:pt x="47" y="132"/>
                  </a:lnTo>
                  <a:lnTo>
                    <a:pt x="46" y="126"/>
                  </a:lnTo>
                  <a:lnTo>
                    <a:pt x="42" y="118"/>
                  </a:lnTo>
                  <a:lnTo>
                    <a:pt x="35" y="110"/>
                  </a:lnTo>
                  <a:lnTo>
                    <a:pt x="26" y="103"/>
                  </a:lnTo>
                  <a:lnTo>
                    <a:pt x="12" y="100"/>
                  </a:lnTo>
                  <a:lnTo>
                    <a:pt x="12" y="103"/>
                  </a:lnTo>
                  <a:lnTo>
                    <a:pt x="14" y="108"/>
                  </a:lnTo>
                  <a:lnTo>
                    <a:pt x="16" y="116"/>
                  </a:lnTo>
                  <a:lnTo>
                    <a:pt x="20" y="124"/>
                  </a:lnTo>
                  <a:lnTo>
                    <a:pt x="26" y="132"/>
                  </a:lnTo>
                  <a:lnTo>
                    <a:pt x="35" y="139"/>
                  </a:lnTo>
                  <a:lnTo>
                    <a:pt x="47" y="141"/>
                  </a:lnTo>
                  <a:lnTo>
                    <a:pt x="47" y="228"/>
                  </a:lnTo>
                  <a:lnTo>
                    <a:pt x="53" y="228"/>
                  </a:lnTo>
                  <a:close/>
                </a:path>
              </a:pathLst>
            </a:custGeom>
            <a:solidFill>
              <a:srgbClr val="D7D7D7"/>
            </a:solidFill>
            <a:ln w="0">
              <a:solidFill>
                <a:srgbClr val="D7D7D7"/>
              </a:solidFill>
              <a:prstDash val="solid"/>
              <a:round/>
              <a:headEnd/>
              <a:tailEnd/>
            </a:ln>
          </p:spPr>
          <p:txBody>
            <a:bodyPr/>
            <a:lstStyle/>
            <a:p>
              <a:pPr algn="l" rtl="0" eaLnBrk="0" fontAlgn="base" hangingPunct="0">
                <a:spcBef>
                  <a:spcPct val="0"/>
                </a:spcBef>
                <a:spcAft>
                  <a:spcPct val="0"/>
                </a:spcAft>
              </a:pPr>
              <a:endParaRPr lang="fa-IR">
                <a:solidFill>
                  <a:srgbClr val="DDE89A"/>
                </a:solidFill>
                <a:latin typeface="Calibri" pitchFamily="34" charset="0"/>
                <a:cs typeface="B Mitra" pitchFamily="2" charset="-78"/>
              </a:endParaRPr>
            </a:p>
          </p:txBody>
        </p:sp>
        <p:sp>
          <p:nvSpPr>
            <p:cNvPr id="7200" name="Freeform 21"/>
            <p:cNvSpPr>
              <a:spLocks/>
            </p:cNvSpPr>
            <p:nvPr/>
          </p:nvSpPr>
          <p:spPr bwMode="gray">
            <a:xfrm>
              <a:off x="2273" y="187"/>
              <a:ext cx="182" cy="402"/>
            </a:xfrm>
            <a:custGeom>
              <a:avLst/>
              <a:gdLst>
                <a:gd name="T0" fmla="*/ 175 w 175"/>
                <a:gd name="T1" fmla="*/ 309 h 402"/>
                <a:gd name="T2" fmla="*/ 189 w 175"/>
                <a:gd name="T3" fmla="*/ 309 h 402"/>
                <a:gd name="T4" fmla="*/ 222 w 175"/>
                <a:gd name="T5" fmla="*/ 304 h 402"/>
                <a:gd name="T6" fmla="*/ 260 w 175"/>
                <a:gd name="T7" fmla="*/ 292 h 402"/>
                <a:gd name="T8" fmla="*/ 285 w 175"/>
                <a:gd name="T9" fmla="*/ 266 h 402"/>
                <a:gd name="T10" fmla="*/ 285 w 175"/>
                <a:gd name="T11" fmla="*/ 247 h 402"/>
                <a:gd name="T12" fmla="*/ 260 w 175"/>
                <a:gd name="T13" fmla="*/ 250 h 402"/>
                <a:gd name="T14" fmla="*/ 225 w 175"/>
                <a:gd name="T15" fmla="*/ 259 h 402"/>
                <a:gd name="T16" fmla="*/ 185 w 175"/>
                <a:gd name="T17" fmla="*/ 285 h 402"/>
                <a:gd name="T18" fmla="*/ 175 w 175"/>
                <a:gd name="T19" fmla="*/ 207 h 402"/>
                <a:gd name="T20" fmla="*/ 191 w 175"/>
                <a:gd name="T21" fmla="*/ 205 h 402"/>
                <a:gd name="T22" fmla="*/ 227 w 175"/>
                <a:gd name="T23" fmla="*/ 200 h 402"/>
                <a:gd name="T24" fmla="*/ 275 w 175"/>
                <a:gd name="T25" fmla="*/ 185 h 402"/>
                <a:gd name="T26" fmla="*/ 306 w 175"/>
                <a:gd name="T27" fmla="*/ 155 h 402"/>
                <a:gd name="T28" fmla="*/ 306 w 175"/>
                <a:gd name="T29" fmla="*/ 134 h 402"/>
                <a:gd name="T30" fmla="*/ 279 w 175"/>
                <a:gd name="T31" fmla="*/ 135 h 402"/>
                <a:gd name="T32" fmla="*/ 242 w 175"/>
                <a:gd name="T33" fmla="*/ 142 h 402"/>
                <a:gd name="T34" fmla="*/ 200 w 175"/>
                <a:gd name="T35" fmla="*/ 162 h 402"/>
                <a:gd name="T36" fmla="*/ 175 w 175"/>
                <a:gd name="T37" fmla="*/ 201 h 402"/>
                <a:gd name="T38" fmla="*/ 178 w 175"/>
                <a:gd name="T39" fmla="*/ 83 h 402"/>
                <a:gd name="T40" fmla="*/ 207 w 175"/>
                <a:gd name="T41" fmla="*/ 81 h 402"/>
                <a:gd name="T42" fmla="*/ 252 w 175"/>
                <a:gd name="T43" fmla="*/ 73 h 402"/>
                <a:gd name="T44" fmla="*/ 294 w 175"/>
                <a:gd name="T45" fmla="*/ 54 h 402"/>
                <a:gd name="T46" fmla="*/ 327 w 175"/>
                <a:gd name="T47" fmla="*/ 23 h 402"/>
                <a:gd name="T48" fmla="*/ 327 w 175"/>
                <a:gd name="T49" fmla="*/ 0 h 402"/>
                <a:gd name="T50" fmla="*/ 294 w 175"/>
                <a:gd name="T51" fmla="*/ 2 h 402"/>
                <a:gd name="T52" fmla="*/ 250 w 175"/>
                <a:gd name="T53" fmla="*/ 10 h 402"/>
                <a:gd name="T54" fmla="*/ 200 w 175"/>
                <a:gd name="T55" fmla="*/ 33 h 402"/>
                <a:gd name="T56" fmla="*/ 163 w 175"/>
                <a:gd name="T57" fmla="*/ 77 h 402"/>
                <a:gd name="T58" fmla="*/ 159 w 175"/>
                <a:gd name="T59" fmla="*/ 68 h 402"/>
                <a:gd name="T60" fmla="*/ 139 w 175"/>
                <a:gd name="T61" fmla="*/ 46 h 402"/>
                <a:gd name="T62" fmla="*/ 102 w 175"/>
                <a:gd name="T63" fmla="*/ 21 h 402"/>
                <a:gd name="T64" fmla="*/ 38 w 175"/>
                <a:gd name="T65" fmla="*/ 3 h 402"/>
                <a:gd name="T66" fmla="*/ 1 w 175"/>
                <a:gd name="T67" fmla="*/ 3 h 402"/>
                <a:gd name="T68" fmla="*/ 4 w 175"/>
                <a:gd name="T69" fmla="*/ 18 h 402"/>
                <a:gd name="T70" fmla="*/ 12 w 175"/>
                <a:gd name="T71" fmla="*/ 42 h 402"/>
                <a:gd name="T72" fmla="*/ 56 w 175"/>
                <a:gd name="T73" fmla="*/ 65 h 402"/>
                <a:gd name="T74" fmla="*/ 116 w 175"/>
                <a:gd name="T75" fmla="*/ 81 h 402"/>
                <a:gd name="T76" fmla="*/ 153 w 175"/>
                <a:gd name="T77" fmla="*/ 238 h 402"/>
                <a:gd name="T78" fmla="*/ 150 w 175"/>
                <a:gd name="T79" fmla="*/ 228 h 402"/>
                <a:gd name="T80" fmla="*/ 134 w 175"/>
                <a:gd name="T81" fmla="*/ 207 h 402"/>
                <a:gd name="T82" fmla="*/ 102 w 175"/>
                <a:gd name="T83" fmla="*/ 185 h 402"/>
                <a:gd name="T84" fmla="*/ 37 w 175"/>
                <a:gd name="T85" fmla="*/ 176 h 402"/>
                <a:gd name="T86" fmla="*/ 38 w 175"/>
                <a:gd name="T87" fmla="*/ 185 h 402"/>
                <a:gd name="T88" fmla="*/ 50 w 175"/>
                <a:gd name="T89" fmla="*/ 205 h 402"/>
                <a:gd name="T90" fmla="*/ 78 w 175"/>
                <a:gd name="T91" fmla="*/ 230 h 402"/>
                <a:gd name="T92" fmla="*/ 124 w 175"/>
                <a:gd name="T93" fmla="*/ 246 h 402"/>
                <a:gd name="T94" fmla="*/ 153 w 175"/>
                <a:gd name="T95" fmla="*/ 402 h 402"/>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175" h="402">
                  <a:moveTo>
                    <a:pt x="93" y="402"/>
                  </a:moveTo>
                  <a:lnTo>
                    <a:pt x="93" y="309"/>
                  </a:lnTo>
                  <a:lnTo>
                    <a:pt x="95" y="309"/>
                  </a:lnTo>
                  <a:lnTo>
                    <a:pt x="101" y="309"/>
                  </a:lnTo>
                  <a:lnTo>
                    <a:pt x="109" y="308"/>
                  </a:lnTo>
                  <a:lnTo>
                    <a:pt x="118" y="304"/>
                  </a:lnTo>
                  <a:lnTo>
                    <a:pt x="129" y="298"/>
                  </a:lnTo>
                  <a:lnTo>
                    <a:pt x="138" y="292"/>
                  </a:lnTo>
                  <a:lnTo>
                    <a:pt x="147" y="281"/>
                  </a:lnTo>
                  <a:lnTo>
                    <a:pt x="152" y="266"/>
                  </a:lnTo>
                  <a:lnTo>
                    <a:pt x="155" y="247"/>
                  </a:lnTo>
                  <a:lnTo>
                    <a:pt x="152" y="247"/>
                  </a:lnTo>
                  <a:lnTo>
                    <a:pt x="147" y="249"/>
                  </a:lnTo>
                  <a:lnTo>
                    <a:pt x="138" y="250"/>
                  </a:lnTo>
                  <a:lnTo>
                    <a:pt x="129" y="253"/>
                  </a:lnTo>
                  <a:lnTo>
                    <a:pt x="120" y="259"/>
                  </a:lnTo>
                  <a:lnTo>
                    <a:pt x="109" y="270"/>
                  </a:lnTo>
                  <a:lnTo>
                    <a:pt x="99" y="285"/>
                  </a:lnTo>
                  <a:lnTo>
                    <a:pt x="93" y="304"/>
                  </a:lnTo>
                  <a:lnTo>
                    <a:pt x="93" y="207"/>
                  </a:lnTo>
                  <a:lnTo>
                    <a:pt x="95" y="207"/>
                  </a:lnTo>
                  <a:lnTo>
                    <a:pt x="102" y="205"/>
                  </a:lnTo>
                  <a:lnTo>
                    <a:pt x="111" y="204"/>
                  </a:lnTo>
                  <a:lnTo>
                    <a:pt x="122" y="200"/>
                  </a:lnTo>
                  <a:lnTo>
                    <a:pt x="134" y="195"/>
                  </a:lnTo>
                  <a:lnTo>
                    <a:pt x="147" y="185"/>
                  </a:lnTo>
                  <a:lnTo>
                    <a:pt x="156" y="173"/>
                  </a:lnTo>
                  <a:lnTo>
                    <a:pt x="163" y="155"/>
                  </a:lnTo>
                  <a:lnTo>
                    <a:pt x="165" y="134"/>
                  </a:lnTo>
                  <a:lnTo>
                    <a:pt x="163" y="134"/>
                  </a:lnTo>
                  <a:lnTo>
                    <a:pt x="157" y="134"/>
                  </a:lnTo>
                  <a:lnTo>
                    <a:pt x="149" y="135"/>
                  </a:lnTo>
                  <a:lnTo>
                    <a:pt x="140" y="137"/>
                  </a:lnTo>
                  <a:lnTo>
                    <a:pt x="129" y="142"/>
                  </a:lnTo>
                  <a:lnTo>
                    <a:pt x="118" y="150"/>
                  </a:lnTo>
                  <a:lnTo>
                    <a:pt x="107" y="162"/>
                  </a:lnTo>
                  <a:lnTo>
                    <a:pt x="99" y="178"/>
                  </a:lnTo>
                  <a:lnTo>
                    <a:pt x="93" y="201"/>
                  </a:lnTo>
                  <a:lnTo>
                    <a:pt x="93" y="83"/>
                  </a:lnTo>
                  <a:lnTo>
                    <a:pt x="95" y="83"/>
                  </a:lnTo>
                  <a:lnTo>
                    <a:pt x="101" y="83"/>
                  </a:lnTo>
                  <a:lnTo>
                    <a:pt x="110" y="81"/>
                  </a:lnTo>
                  <a:lnTo>
                    <a:pt x="122" y="77"/>
                  </a:lnTo>
                  <a:lnTo>
                    <a:pt x="134" y="73"/>
                  </a:lnTo>
                  <a:lnTo>
                    <a:pt x="147" y="65"/>
                  </a:lnTo>
                  <a:lnTo>
                    <a:pt x="157" y="54"/>
                  </a:lnTo>
                  <a:lnTo>
                    <a:pt x="167" y="41"/>
                  </a:lnTo>
                  <a:lnTo>
                    <a:pt x="174" y="23"/>
                  </a:lnTo>
                  <a:lnTo>
                    <a:pt x="175" y="0"/>
                  </a:lnTo>
                  <a:lnTo>
                    <a:pt x="174" y="0"/>
                  </a:lnTo>
                  <a:lnTo>
                    <a:pt x="167" y="0"/>
                  </a:lnTo>
                  <a:lnTo>
                    <a:pt x="157" y="2"/>
                  </a:lnTo>
                  <a:lnTo>
                    <a:pt x="145" y="4"/>
                  </a:lnTo>
                  <a:lnTo>
                    <a:pt x="133" y="10"/>
                  </a:lnTo>
                  <a:lnTo>
                    <a:pt x="120" y="19"/>
                  </a:lnTo>
                  <a:lnTo>
                    <a:pt x="107" y="33"/>
                  </a:lnTo>
                  <a:lnTo>
                    <a:pt x="97" y="52"/>
                  </a:lnTo>
                  <a:lnTo>
                    <a:pt x="87" y="77"/>
                  </a:lnTo>
                  <a:lnTo>
                    <a:pt x="87" y="75"/>
                  </a:lnTo>
                  <a:lnTo>
                    <a:pt x="85" y="68"/>
                  </a:lnTo>
                  <a:lnTo>
                    <a:pt x="80" y="58"/>
                  </a:lnTo>
                  <a:lnTo>
                    <a:pt x="75" y="46"/>
                  </a:lnTo>
                  <a:lnTo>
                    <a:pt x="66" y="33"/>
                  </a:lnTo>
                  <a:lnTo>
                    <a:pt x="55" y="21"/>
                  </a:lnTo>
                  <a:lnTo>
                    <a:pt x="40" y="10"/>
                  </a:lnTo>
                  <a:lnTo>
                    <a:pt x="22" y="3"/>
                  </a:lnTo>
                  <a:lnTo>
                    <a:pt x="0" y="0"/>
                  </a:lnTo>
                  <a:lnTo>
                    <a:pt x="1" y="3"/>
                  </a:lnTo>
                  <a:lnTo>
                    <a:pt x="1" y="10"/>
                  </a:lnTo>
                  <a:lnTo>
                    <a:pt x="4" y="18"/>
                  </a:lnTo>
                  <a:lnTo>
                    <a:pt x="6" y="30"/>
                  </a:lnTo>
                  <a:lnTo>
                    <a:pt x="12" y="42"/>
                  </a:lnTo>
                  <a:lnTo>
                    <a:pt x="20" y="54"/>
                  </a:lnTo>
                  <a:lnTo>
                    <a:pt x="31" y="65"/>
                  </a:lnTo>
                  <a:lnTo>
                    <a:pt x="44" y="75"/>
                  </a:lnTo>
                  <a:lnTo>
                    <a:pt x="62" y="81"/>
                  </a:lnTo>
                  <a:lnTo>
                    <a:pt x="82" y="83"/>
                  </a:lnTo>
                  <a:lnTo>
                    <a:pt x="82" y="238"/>
                  </a:lnTo>
                  <a:lnTo>
                    <a:pt x="82" y="235"/>
                  </a:lnTo>
                  <a:lnTo>
                    <a:pt x="80" y="228"/>
                  </a:lnTo>
                  <a:lnTo>
                    <a:pt x="78" y="217"/>
                  </a:lnTo>
                  <a:lnTo>
                    <a:pt x="72" y="207"/>
                  </a:lnTo>
                  <a:lnTo>
                    <a:pt x="66" y="196"/>
                  </a:lnTo>
                  <a:lnTo>
                    <a:pt x="55" y="185"/>
                  </a:lnTo>
                  <a:lnTo>
                    <a:pt x="40" y="178"/>
                  </a:lnTo>
                  <a:lnTo>
                    <a:pt x="21" y="176"/>
                  </a:lnTo>
                  <a:lnTo>
                    <a:pt x="21" y="178"/>
                  </a:lnTo>
                  <a:lnTo>
                    <a:pt x="22" y="185"/>
                  </a:lnTo>
                  <a:lnTo>
                    <a:pt x="24" y="195"/>
                  </a:lnTo>
                  <a:lnTo>
                    <a:pt x="28" y="205"/>
                  </a:lnTo>
                  <a:lnTo>
                    <a:pt x="33" y="217"/>
                  </a:lnTo>
                  <a:lnTo>
                    <a:pt x="41" y="230"/>
                  </a:lnTo>
                  <a:lnTo>
                    <a:pt x="52" y="239"/>
                  </a:lnTo>
                  <a:lnTo>
                    <a:pt x="66" y="246"/>
                  </a:lnTo>
                  <a:lnTo>
                    <a:pt x="82" y="247"/>
                  </a:lnTo>
                  <a:lnTo>
                    <a:pt x="82" y="402"/>
                  </a:lnTo>
                  <a:lnTo>
                    <a:pt x="93" y="402"/>
                  </a:lnTo>
                  <a:close/>
                </a:path>
              </a:pathLst>
            </a:custGeom>
            <a:solidFill>
              <a:srgbClr val="D7D7D7"/>
            </a:solidFill>
            <a:ln w="0">
              <a:solidFill>
                <a:srgbClr val="D7D7D7"/>
              </a:solidFill>
              <a:prstDash val="solid"/>
              <a:round/>
              <a:headEnd/>
              <a:tailEnd/>
            </a:ln>
          </p:spPr>
          <p:txBody>
            <a:bodyPr/>
            <a:lstStyle/>
            <a:p>
              <a:pPr algn="l" rtl="0" eaLnBrk="0" fontAlgn="base" hangingPunct="0">
                <a:spcBef>
                  <a:spcPct val="0"/>
                </a:spcBef>
                <a:spcAft>
                  <a:spcPct val="0"/>
                </a:spcAft>
              </a:pPr>
              <a:endParaRPr lang="fa-IR">
                <a:solidFill>
                  <a:srgbClr val="DDE89A"/>
                </a:solidFill>
                <a:latin typeface="Calibri" pitchFamily="34" charset="0"/>
                <a:cs typeface="B Mitra" pitchFamily="2" charset="-78"/>
              </a:endParaRPr>
            </a:p>
          </p:txBody>
        </p:sp>
        <p:sp>
          <p:nvSpPr>
            <p:cNvPr id="7201" name="Freeform 22"/>
            <p:cNvSpPr>
              <a:spLocks/>
            </p:cNvSpPr>
            <p:nvPr/>
          </p:nvSpPr>
          <p:spPr bwMode="gray">
            <a:xfrm>
              <a:off x="2161" y="215"/>
              <a:ext cx="98" cy="374"/>
            </a:xfrm>
            <a:custGeom>
              <a:avLst/>
              <a:gdLst>
                <a:gd name="T0" fmla="*/ 68 w 97"/>
                <a:gd name="T1" fmla="*/ 253 h 373"/>
                <a:gd name="T2" fmla="*/ 75 w 97"/>
                <a:gd name="T3" fmla="*/ 253 h 373"/>
                <a:gd name="T4" fmla="*/ 90 w 97"/>
                <a:gd name="T5" fmla="*/ 248 h 373"/>
                <a:gd name="T6" fmla="*/ 106 w 97"/>
                <a:gd name="T7" fmla="*/ 234 h 373"/>
                <a:gd name="T8" fmla="*/ 113 w 97"/>
                <a:gd name="T9" fmla="*/ 209 h 373"/>
                <a:gd name="T10" fmla="*/ 105 w 97"/>
                <a:gd name="T11" fmla="*/ 209 h 373"/>
                <a:gd name="T12" fmla="*/ 87 w 97"/>
                <a:gd name="T13" fmla="*/ 213 h 373"/>
                <a:gd name="T14" fmla="*/ 72 w 97"/>
                <a:gd name="T15" fmla="*/ 231 h 373"/>
                <a:gd name="T16" fmla="*/ 68 w 97"/>
                <a:gd name="T17" fmla="*/ 147 h 373"/>
                <a:gd name="T18" fmla="*/ 75 w 97"/>
                <a:gd name="T19" fmla="*/ 147 h 373"/>
                <a:gd name="T20" fmla="*/ 90 w 97"/>
                <a:gd name="T21" fmla="*/ 141 h 373"/>
                <a:gd name="T22" fmla="*/ 106 w 97"/>
                <a:gd name="T23" fmla="*/ 128 h 373"/>
                <a:gd name="T24" fmla="*/ 113 w 97"/>
                <a:gd name="T25" fmla="*/ 102 h 373"/>
                <a:gd name="T26" fmla="*/ 105 w 97"/>
                <a:gd name="T27" fmla="*/ 102 h 373"/>
                <a:gd name="T28" fmla="*/ 87 w 97"/>
                <a:gd name="T29" fmla="*/ 109 h 373"/>
                <a:gd name="T30" fmla="*/ 72 w 97"/>
                <a:gd name="T31" fmla="*/ 126 h 373"/>
                <a:gd name="T32" fmla="*/ 68 w 97"/>
                <a:gd name="T33" fmla="*/ 46 h 373"/>
                <a:gd name="T34" fmla="*/ 67 w 97"/>
                <a:gd name="T35" fmla="*/ 37 h 373"/>
                <a:gd name="T36" fmla="*/ 45 w 97"/>
                <a:gd name="T37" fmla="*/ 23 h 373"/>
                <a:gd name="T38" fmla="*/ 32 w 97"/>
                <a:gd name="T39" fmla="*/ 6 h 373"/>
                <a:gd name="T40" fmla="*/ 6 w 97"/>
                <a:gd name="T41" fmla="*/ 0 h 373"/>
                <a:gd name="T42" fmla="*/ 8 w 97"/>
                <a:gd name="T43" fmla="*/ 9 h 373"/>
                <a:gd name="T44" fmla="*/ 16 w 97"/>
                <a:gd name="T45" fmla="*/ 27 h 373"/>
                <a:gd name="T46" fmla="*/ 33 w 97"/>
                <a:gd name="T47" fmla="*/ 43 h 373"/>
                <a:gd name="T48" fmla="*/ 45 w 97"/>
                <a:gd name="T49" fmla="*/ 113 h 373"/>
                <a:gd name="T50" fmla="*/ 45 w 97"/>
                <a:gd name="T51" fmla="*/ 106 h 373"/>
                <a:gd name="T52" fmla="*/ 40 w 97"/>
                <a:gd name="T53" fmla="*/ 90 h 373"/>
                <a:gd name="T54" fmla="*/ 27 w 97"/>
                <a:gd name="T55" fmla="*/ 75 h 373"/>
                <a:gd name="T56" fmla="*/ 1 w 97"/>
                <a:gd name="T57" fmla="*/ 67 h 373"/>
                <a:gd name="T58" fmla="*/ 0 w 97"/>
                <a:gd name="T59" fmla="*/ 75 h 373"/>
                <a:gd name="T60" fmla="*/ 2 w 97"/>
                <a:gd name="T61" fmla="*/ 91 h 373"/>
                <a:gd name="T62" fmla="*/ 14 w 97"/>
                <a:gd name="T63" fmla="*/ 109 h 373"/>
                <a:gd name="T64" fmla="*/ 45 w 97"/>
                <a:gd name="T65" fmla="*/ 118 h 373"/>
                <a:gd name="T66" fmla="*/ 45 w 97"/>
                <a:gd name="T67" fmla="*/ 223 h 373"/>
                <a:gd name="T68" fmla="*/ 43 w 97"/>
                <a:gd name="T69" fmla="*/ 211 h 373"/>
                <a:gd name="T70" fmla="*/ 33 w 97"/>
                <a:gd name="T71" fmla="*/ 182 h 373"/>
                <a:gd name="T72" fmla="*/ 12 w 97"/>
                <a:gd name="T73" fmla="*/ 175 h 373"/>
                <a:gd name="T74" fmla="*/ 10 w 97"/>
                <a:gd name="T75" fmla="*/ 182 h 373"/>
                <a:gd name="T76" fmla="*/ 13 w 97"/>
                <a:gd name="T77" fmla="*/ 213 h 373"/>
                <a:gd name="T78" fmla="*/ 29 w 97"/>
                <a:gd name="T79" fmla="*/ 227 h 373"/>
                <a:gd name="T80" fmla="*/ 45 w 97"/>
                <a:gd name="T81" fmla="*/ 389 h 373"/>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0" t="0" r="r" b="b"/>
              <a:pathLst>
                <a:path w="97" h="373">
                  <a:moveTo>
                    <a:pt x="52" y="373"/>
                  </a:moveTo>
                  <a:lnTo>
                    <a:pt x="52" y="237"/>
                  </a:lnTo>
                  <a:lnTo>
                    <a:pt x="54" y="237"/>
                  </a:lnTo>
                  <a:lnTo>
                    <a:pt x="59" y="237"/>
                  </a:lnTo>
                  <a:lnTo>
                    <a:pt x="66" y="236"/>
                  </a:lnTo>
                  <a:lnTo>
                    <a:pt x="74" y="232"/>
                  </a:lnTo>
                  <a:lnTo>
                    <a:pt x="82" y="226"/>
                  </a:lnTo>
                  <a:lnTo>
                    <a:pt x="90" y="218"/>
                  </a:lnTo>
                  <a:lnTo>
                    <a:pt x="95" y="207"/>
                  </a:lnTo>
                  <a:lnTo>
                    <a:pt x="97" y="193"/>
                  </a:lnTo>
                  <a:lnTo>
                    <a:pt x="94" y="193"/>
                  </a:lnTo>
                  <a:lnTo>
                    <a:pt x="89" y="193"/>
                  </a:lnTo>
                  <a:lnTo>
                    <a:pt x="81" y="194"/>
                  </a:lnTo>
                  <a:lnTo>
                    <a:pt x="71" y="197"/>
                  </a:lnTo>
                  <a:lnTo>
                    <a:pt x="63" y="205"/>
                  </a:lnTo>
                  <a:lnTo>
                    <a:pt x="56" y="215"/>
                  </a:lnTo>
                  <a:lnTo>
                    <a:pt x="52" y="232"/>
                  </a:lnTo>
                  <a:lnTo>
                    <a:pt x="52" y="147"/>
                  </a:lnTo>
                  <a:lnTo>
                    <a:pt x="54" y="147"/>
                  </a:lnTo>
                  <a:lnTo>
                    <a:pt x="59" y="147"/>
                  </a:lnTo>
                  <a:lnTo>
                    <a:pt x="66" y="144"/>
                  </a:lnTo>
                  <a:lnTo>
                    <a:pt x="74" y="141"/>
                  </a:lnTo>
                  <a:lnTo>
                    <a:pt x="82" y="136"/>
                  </a:lnTo>
                  <a:lnTo>
                    <a:pt x="90" y="128"/>
                  </a:lnTo>
                  <a:lnTo>
                    <a:pt x="95" y="117"/>
                  </a:lnTo>
                  <a:lnTo>
                    <a:pt x="97" y="102"/>
                  </a:lnTo>
                  <a:lnTo>
                    <a:pt x="94" y="102"/>
                  </a:lnTo>
                  <a:lnTo>
                    <a:pt x="89" y="102"/>
                  </a:lnTo>
                  <a:lnTo>
                    <a:pt x="81" y="105"/>
                  </a:lnTo>
                  <a:lnTo>
                    <a:pt x="71" y="109"/>
                  </a:lnTo>
                  <a:lnTo>
                    <a:pt x="63" y="116"/>
                  </a:lnTo>
                  <a:lnTo>
                    <a:pt x="56" y="126"/>
                  </a:lnTo>
                  <a:lnTo>
                    <a:pt x="52" y="141"/>
                  </a:lnTo>
                  <a:lnTo>
                    <a:pt x="52" y="46"/>
                  </a:lnTo>
                  <a:lnTo>
                    <a:pt x="51" y="43"/>
                  </a:lnTo>
                  <a:lnTo>
                    <a:pt x="51" y="37"/>
                  </a:lnTo>
                  <a:lnTo>
                    <a:pt x="49" y="31"/>
                  </a:lnTo>
                  <a:lnTo>
                    <a:pt x="45" y="23"/>
                  </a:lnTo>
                  <a:lnTo>
                    <a:pt x="40" y="15"/>
                  </a:lnTo>
                  <a:lnTo>
                    <a:pt x="32" y="6"/>
                  </a:lnTo>
                  <a:lnTo>
                    <a:pt x="21" y="2"/>
                  </a:lnTo>
                  <a:lnTo>
                    <a:pt x="6" y="0"/>
                  </a:lnTo>
                  <a:lnTo>
                    <a:pt x="6" y="2"/>
                  </a:lnTo>
                  <a:lnTo>
                    <a:pt x="8" y="9"/>
                  </a:lnTo>
                  <a:lnTo>
                    <a:pt x="12" y="17"/>
                  </a:lnTo>
                  <a:lnTo>
                    <a:pt x="16" y="27"/>
                  </a:lnTo>
                  <a:lnTo>
                    <a:pt x="23" y="36"/>
                  </a:lnTo>
                  <a:lnTo>
                    <a:pt x="33" y="43"/>
                  </a:lnTo>
                  <a:lnTo>
                    <a:pt x="45" y="46"/>
                  </a:lnTo>
                  <a:lnTo>
                    <a:pt x="45" y="113"/>
                  </a:lnTo>
                  <a:lnTo>
                    <a:pt x="45" y="112"/>
                  </a:lnTo>
                  <a:lnTo>
                    <a:pt x="45" y="106"/>
                  </a:lnTo>
                  <a:lnTo>
                    <a:pt x="44" y="98"/>
                  </a:lnTo>
                  <a:lnTo>
                    <a:pt x="40" y="90"/>
                  </a:lnTo>
                  <a:lnTo>
                    <a:pt x="35" y="82"/>
                  </a:lnTo>
                  <a:lnTo>
                    <a:pt x="27" y="75"/>
                  </a:lnTo>
                  <a:lnTo>
                    <a:pt x="16" y="70"/>
                  </a:lnTo>
                  <a:lnTo>
                    <a:pt x="1" y="67"/>
                  </a:lnTo>
                  <a:lnTo>
                    <a:pt x="0" y="70"/>
                  </a:lnTo>
                  <a:lnTo>
                    <a:pt x="0" y="75"/>
                  </a:lnTo>
                  <a:lnTo>
                    <a:pt x="0" y="82"/>
                  </a:lnTo>
                  <a:lnTo>
                    <a:pt x="2" y="91"/>
                  </a:lnTo>
                  <a:lnTo>
                    <a:pt x="6" y="100"/>
                  </a:lnTo>
                  <a:lnTo>
                    <a:pt x="14" y="109"/>
                  </a:lnTo>
                  <a:lnTo>
                    <a:pt x="28" y="114"/>
                  </a:lnTo>
                  <a:lnTo>
                    <a:pt x="45" y="118"/>
                  </a:lnTo>
                  <a:lnTo>
                    <a:pt x="45" y="209"/>
                  </a:lnTo>
                  <a:lnTo>
                    <a:pt x="45" y="207"/>
                  </a:lnTo>
                  <a:lnTo>
                    <a:pt x="45" y="202"/>
                  </a:lnTo>
                  <a:lnTo>
                    <a:pt x="43" y="195"/>
                  </a:lnTo>
                  <a:lnTo>
                    <a:pt x="40" y="188"/>
                  </a:lnTo>
                  <a:lnTo>
                    <a:pt x="33" y="182"/>
                  </a:lnTo>
                  <a:lnTo>
                    <a:pt x="24" y="178"/>
                  </a:lnTo>
                  <a:lnTo>
                    <a:pt x="12" y="175"/>
                  </a:lnTo>
                  <a:lnTo>
                    <a:pt x="12" y="178"/>
                  </a:lnTo>
                  <a:lnTo>
                    <a:pt x="10" y="182"/>
                  </a:lnTo>
                  <a:lnTo>
                    <a:pt x="10" y="188"/>
                  </a:lnTo>
                  <a:lnTo>
                    <a:pt x="13" y="197"/>
                  </a:lnTo>
                  <a:lnTo>
                    <a:pt x="20" y="205"/>
                  </a:lnTo>
                  <a:lnTo>
                    <a:pt x="29" y="211"/>
                  </a:lnTo>
                  <a:lnTo>
                    <a:pt x="45" y="215"/>
                  </a:lnTo>
                  <a:lnTo>
                    <a:pt x="45" y="373"/>
                  </a:lnTo>
                  <a:lnTo>
                    <a:pt x="52" y="373"/>
                  </a:lnTo>
                  <a:close/>
                </a:path>
              </a:pathLst>
            </a:custGeom>
            <a:solidFill>
              <a:srgbClr val="D7D7D7"/>
            </a:solidFill>
            <a:ln w="0">
              <a:solidFill>
                <a:srgbClr val="D7D7D7"/>
              </a:solidFill>
              <a:prstDash val="solid"/>
              <a:round/>
              <a:headEnd/>
              <a:tailEnd/>
            </a:ln>
          </p:spPr>
          <p:txBody>
            <a:bodyPr/>
            <a:lstStyle/>
            <a:p>
              <a:pPr algn="l" rtl="0" eaLnBrk="0" fontAlgn="base" hangingPunct="0">
                <a:spcBef>
                  <a:spcPct val="0"/>
                </a:spcBef>
                <a:spcAft>
                  <a:spcPct val="0"/>
                </a:spcAft>
              </a:pPr>
              <a:endParaRPr lang="fa-IR">
                <a:solidFill>
                  <a:srgbClr val="DDE89A"/>
                </a:solidFill>
                <a:latin typeface="Calibri" pitchFamily="34" charset="0"/>
                <a:cs typeface="B Mitra" pitchFamily="2" charset="-78"/>
              </a:endParaRPr>
            </a:p>
          </p:txBody>
        </p:sp>
        <p:sp>
          <p:nvSpPr>
            <p:cNvPr id="7202" name="Freeform 23"/>
            <p:cNvSpPr>
              <a:spLocks/>
            </p:cNvSpPr>
            <p:nvPr/>
          </p:nvSpPr>
          <p:spPr bwMode="gray">
            <a:xfrm>
              <a:off x="2708" y="215"/>
              <a:ext cx="97" cy="374"/>
            </a:xfrm>
            <a:custGeom>
              <a:avLst/>
              <a:gdLst>
                <a:gd name="T0" fmla="*/ 51 w 97"/>
                <a:gd name="T1" fmla="*/ 253 h 373"/>
                <a:gd name="T2" fmla="*/ 60 w 97"/>
                <a:gd name="T3" fmla="*/ 253 h 373"/>
                <a:gd name="T4" fmla="*/ 74 w 97"/>
                <a:gd name="T5" fmla="*/ 248 h 373"/>
                <a:gd name="T6" fmla="*/ 91 w 97"/>
                <a:gd name="T7" fmla="*/ 234 h 373"/>
                <a:gd name="T8" fmla="*/ 97 w 97"/>
                <a:gd name="T9" fmla="*/ 209 h 373"/>
                <a:gd name="T10" fmla="*/ 89 w 97"/>
                <a:gd name="T11" fmla="*/ 209 h 373"/>
                <a:gd name="T12" fmla="*/ 72 w 97"/>
                <a:gd name="T13" fmla="*/ 213 h 373"/>
                <a:gd name="T14" fmla="*/ 55 w 97"/>
                <a:gd name="T15" fmla="*/ 231 h 373"/>
                <a:gd name="T16" fmla="*/ 51 w 97"/>
                <a:gd name="T17" fmla="*/ 147 h 373"/>
                <a:gd name="T18" fmla="*/ 60 w 97"/>
                <a:gd name="T19" fmla="*/ 147 h 373"/>
                <a:gd name="T20" fmla="*/ 74 w 97"/>
                <a:gd name="T21" fmla="*/ 141 h 373"/>
                <a:gd name="T22" fmla="*/ 91 w 97"/>
                <a:gd name="T23" fmla="*/ 128 h 373"/>
                <a:gd name="T24" fmla="*/ 97 w 97"/>
                <a:gd name="T25" fmla="*/ 102 h 373"/>
                <a:gd name="T26" fmla="*/ 89 w 97"/>
                <a:gd name="T27" fmla="*/ 102 h 373"/>
                <a:gd name="T28" fmla="*/ 72 w 97"/>
                <a:gd name="T29" fmla="*/ 109 h 373"/>
                <a:gd name="T30" fmla="*/ 55 w 97"/>
                <a:gd name="T31" fmla="*/ 126 h 373"/>
                <a:gd name="T32" fmla="*/ 51 w 97"/>
                <a:gd name="T33" fmla="*/ 46 h 373"/>
                <a:gd name="T34" fmla="*/ 51 w 97"/>
                <a:gd name="T35" fmla="*/ 37 h 373"/>
                <a:gd name="T36" fmla="*/ 46 w 97"/>
                <a:gd name="T37" fmla="*/ 23 h 373"/>
                <a:gd name="T38" fmla="*/ 33 w 97"/>
                <a:gd name="T39" fmla="*/ 6 h 373"/>
                <a:gd name="T40" fmla="*/ 7 w 97"/>
                <a:gd name="T41" fmla="*/ 0 h 373"/>
                <a:gd name="T42" fmla="*/ 8 w 97"/>
                <a:gd name="T43" fmla="*/ 9 h 373"/>
                <a:gd name="T44" fmla="*/ 16 w 97"/>
                <a:gd name="T45" fmla="*/ 27 h 373"/>
                <a:gd name="T46" fmla="*/ 34 w 97"/>
                <a:gd name="T47" fmla="*/ 43 h 373"/>
                <a:gd name="T48" fmla="*/ 46 w 97"/>
                <a:gd name="T49" fmla="*/ 113 h 373"/>
                <a:gd name="T50" fmla="*/ 46 w 97"/>
                <a:gd name="T51" fmla="*/ 106 h 373"/>
                <a:gd name="T52" fmla="*/ 41 w 97"/>
                <a:gd name="T53" fmla="*/ 90 h 373"/>
                <a:gd name="T54" fmla="*/ 27 w 97"/>
                <a:gd name="T55" fmla="*/ 75 h 373"/>
                <a:gd name="T56" fmla="*/ 0 w 97"/>
                <a:gd name="T57" fmla="*/ 67 h 373"/>
                <a:gd name="T58" fmla="*/ 0 w 97"/>
                <a:gd name="T59" fmla="*/ 75 h 373"/>
                <a:gd name="T60" fmla="*/ 3 w 97"/>
                <a:gd name="T61" fmla="*/ 91 h 373"/>
                <a:gd name="T62" fmla="*/ 15 w 97"/>
                <a:gd name="T63" fmla="*/ 109 h 373"/>
                <a:gd name="T64" fmla="*/ 46 w 97"/>
                <a:gd name="T65" fmla="*/ 118 h 373"/>
                <a:gd name="T66" fmla="*/ 46 w 97"/>
                <a:gd name="T67" fmla="*/ 223 h 373"/>
                <a:gd name="T68" fmla="*/ 43 w 97"/>
                <a:gd name="T69" fmla="*/ 211 h 373"/>
                <a:gd name="T70" fmla="*/ 34 w 97"/>
                <a:gd name="T71" fmla="*/ 182 h 373"/>
                <a:gd name="T72" fmla="*/ 12 w 97"/>
                <a:gd name="T73" fmla="*/ 175 h 373"/>
                <a:gd name="T74" fmla="*/ 11 w 97"/>
                <a:gd name="T75" fmla="*/ 182 h 373"/>
                <a:gd name="T76" fmla="*/ 14 w 97"/>
                <a:gd name="T77" fmla="*/ 213 h 373"/>
                <a:gd name="T78" fmla="*/ 30 w 97"/>
                <a:gd name="T79" fmla="*/ 227 h 373"/>
                <a:gd name="T80" fmla="*/ 46 w 97"/>
                <a:gd name="T81" fmla="*/ 389 h 373"/>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0" t="0" r="r" b="b"/>
              <a:pathLst>
                <a:path w="97" h="373">
                  <a:moveTo>
                    <a:pt x="51" y="373"/>
                  </a:moveTo>
                  <a:lnTo>
                    <a:pt x="51" y="237"/>
                  </a:lnTo>
                  <a:lnTo>
                    <a:pt x="54" y="237"/>
                  </a:lnTo>
                  <a:lnTo>
                    <a:pt x="60" y="237"/>
                  </a:lnTo>
                  <a:lnTo>
                    <a:pt x="66" y="236"/>
                  </a:lnTo>
                  <a:lnTo>
                    <a:pt x="74" y="232"/>
                  </a:lnTo>
                  <a:lnTo>
                    <a:pt x="82" y="226"/>
                  </a:lnTo>
                  <a:lnTo>
                    <a:pt x="91" y="218"/>
                  </a:lnTo>
                  <a:lnTo>
                    <a:pt x="95" y="207"/>
                  </a:lnTo>
                  <a:lnTo>
                    <a:pt x="97" y="193"/>
                  </a:lnTo>
                  <a:lnTo>
                    <a:pt x="95" y="193"/>
                  </a:lnTo>
                  <a:lnTo>
                    <a:pt x="89" y="193"/>
                  </a:lnTo>
                  <a:lnTo>
                    <a:pt x="81" y="194"/>
                  </a:lnTo>
                  <a:lnTo>
                    <a:pt x="72" y="197"/>
                  </a:lnTo>
                  <a:lnTo>
                    <a:pt x="64" y="205"/>
                  </a:lnTo>
                  <a:lnTo>
                    <a:pt x="55" y="215"/>
                  </a:lnTo>
                  <a:lnTo>
                    <a:pt x="51" y="232"/>
                  </a:lnTo>
                  <a:lnTo>
                    <a:pt x="51" y="147"/>
                  </a:lnTo>
                  <a:lnTo>
                    <a:pt x="54" y="147"/>
                  </a:lnTo>
                  <a:lnTo>
                    <a:pt x="60" y="147"/>
                  </a:lnTo>
                  <a:lnTo>
                    <a:pt x="66" y="144"/>
                  </a:lnTo>
                  <a:lnTo>
                    <a:pt x="74" y="141"/>
                  </a:lnTo>
                  <a:lnTo>
                    <a:pt x="82" y="136"/>
                  </a:lnTo>
                  <a:lnTo>
                    <a:pt x="91" y="128"/>
                  </a:lnTo>
                  <a:lnTo>
                    <a:pt x="95" y="117"/>
                  </a:lnTo>
                  <a:lnTo>
                    <a:pt x="97" y="102"/>
                  </a:lnTo>
                  <a:lnTo>
                    <a:pt x="95" y="102"/>
                  </a:lnTo>
                  <a:lnTo>
                    <a:pt x="89" y="102"/>
                  </a:lnTo>
                  <a:lnTo>
                    <a:pt x="81" y="105"/>
                  </a:lnTo>
                  <a:lnTo>
                    <a:pt x="72" y="109"/>
                  </a:lnTo>
                  <a:lnTo>
                    <a:pt x="64" y="116"/>
                  </a:lnTo>
                  <a:lnTo>
                    <a:pt x="55" y="126"/>
                  </a:lnTo>
                  <a:lnTo>
                    <a:pt x="51" y="141"/>
                  </a:lnTo>
                  <a:lnTo>
                    <a:pt x="51" y="46"/>
                  </a:lnTo>
                  <a:lnTo>
                    <a:pt x="51" y="43"/>
                  </a:lnTo>
                  <a:lnTo>
                    <a:pt x="51" y="37"/>
                  </a:lnTo>
                  <a:lnTo>
                    <a:pt x="49" y="31"/>
                  </a:lnTo>
                  <a:lnTo>
                    <a:pt x="46" y="23"/>
                  </a:lnTo>
                  <a:lnTo>
                    <a:pt x="41" y="15"/>
                  </a:lnTo>
                  <a:lnTo>
                    <a:pt x="33" y="6"/>
                  </a:lnTo>
                  <a:lnTo>
                    <a:pt x="22" y="2"/>
                  </a:lnTo>
                  <a:lnTo>
                    <a:pt x="7" y="0"/>
                  </a:lnTo>
                  <a:lnTo>
                    <a:pt x="7" y="2"/>
                  </a:lnTo>
                  <a:lnTo>
                    <a:pt x="8" y="9"/>
                  </a:lnTo>
                  <a:lnTo>
                    <a:pt x="11" y="17"/>
                  </a:lnTo>
                  <a:lnTo>
                    <a:pt x="16" y="27"/>
                  </a:lnTo>
                  <a:lnTo>
                    <a:pt x="23" y="36"/>
                  </a:lnTo>
                  <a:lnTo>
                    <a:pt x="34" y="43"/>
                  </a:lnTo>
                  <a:lnTo>
                    <a:pt x="46" y="46"/>
                  </a:lnTo>
                  <a:lnTo>
                    <a:pt x="46" y="113"/>
                  </a:lnTo>
                  <a:lnTo>
                    <a:pt x="46" y="112"/>
                  </a:lnTo>
                  <a:lnTo>
                    <a:pt x="46" y="106"/>
                  </a:lnTo>
                  <a:lnTo>
                    <a:pt x="43" y="98"/>
                  </a:lnTo>
                  <a:lnTo>
                    <a:pt x="41" y="90"/>
                  </a:lnTo>
                  <a:lnTo>
                    <a:pt x="35" y="82"/>
                  </a:lnTo>
                  <a:lnTo>
                    <a:pt x="27" y="75"/>
                  </a:lnTo>
                  <a:lnTo>
                    <a:pt x="16" y="70"/>
                  </a:lnTo>
                  <a:lnTo>
                    <a:pt x="0" y="67"/>
                  </a:lnTo>
                  <a:lnTo>
                    <a:pt x="0" y="70"/>
                  </a:lnTo>
                  <a:lnTo>
                    <a:pt x="0" y="75"/>
                  </a:lnTo>
                  <a:lnTo>
                    <a:pt x="0" y="82"/>
                  </a:lnTo>
                  <a:lnTo>
                    <a:pt x="3" y="91"/>
                  </a:lnTo>
                  <a:lnTo>
                    <a:pt x="7" y="100"/>
                  </a:lnTo>
                  <a:lnTo>
                    <a:pt x="15" y="109"/>
                  </a:lnTo>
                  <a:lnTo>
                    <a:pt x="28" y="114"/>
                  </a:lnTo>
                  <a:lnTo>
                    <a:pt x="46" y="118"/>
                  </a:lnTo>
                  <a:lnTo>
                    <a:pt x="46" y="209"/>
                  </a:lnTo>
                  <a:lnTo>
                    <a:pt x="46" y="207"/>
                  </a:lnTo>
                  <a:lnTo>
                    <a:pt x="45" y="202"/>
                  </a:lnTo>
                  <a:lnTo>
                    <a:pt x="43" y="195"/>
                  </a:lnTo>
                  <a:lnTo>
                    <a:pt x="39" y="188"/>
                  </a:lnTo>
                  <a:lnTo>
                    <a:pt x="34" y="182"/>
                  </a:lnTo>
                  <a:lnTo>
                    <a:pt x="24" y="178"/>
                  </a:lnTo>
                  <a:lnTo>
                    <a:pt x="12" y="175"/>
                  </a:lnTo>
                  <a:lnTo>
                    <a:pt x="12" y="178"/>
                  </a:lnTo>
                  <a:lnTo>
                    <a:pt x="11" y="182"/>
                  </a:lnTo>
                  <a:lnTo>
                    <a:pt x="11" y="188"/>
                  </a:lnTo>
                  <a:lnTo>
                    <a:pt x="14" y="197"/>
                  </a:lnTo>
                  <a:lnTo>
                    <a:pt x="19" y="205"/>
                  </a:lnTo>
                  <a:lnTo>
                    <a:pt x="30" y="211"/>
                  </a:lnTo>
                  <a:lnTo>
                    <a:pt x="46" y="215"/>
                  </a:lnTo>
                  <a:lnTo>
                    <a:pt x="46" y="373"/>
                  </a:lnTo>
                  <a:lnTo>
                    <a:pt x="51" y="373"/>
                  </a:lnTo>
                  <a:close/>
                </a:path>
              </a:pathLst>
            </a:custGeom>
            <a:solidFill>
              <a:srgbClr val="D7D7D7"/>
            </a:solidFill>
            <a:ln w="0">
              <a:solidFill>
                <a:srgbClr val="D7D7D7"/>
              </a:solidFill>
              <a:prstDash val="solid"/>
              <a:round/>
              <a:headEnd/>
              <a:tailEnd/>
            </a:ln>
          </p:spPr>
          <p:txBody>
            <a:bodyPr/>
            <a:lstStyle/>
            <a:p>
              <a:pPr algn="l" rtl="0" eaLnBrk="0" fontAlgn="base" hangingPunct="0">
                <a:spcBef>
                  <a:spcPct val="0"/>
                </a:spcBef>
                <a:spcAft>
                  <a:spcPct val="0"/>
                </a:spcAft>
              </a:pPr>
              <a:endParaRPr lang="fa-IR">
                <a:solidFill>
                  <a:srgbClr val="DDE89A"/>
                </a:solidFill>
                <a:latin typeface="Calibri" pitchFamily="34" charset="0"/>
                <a:cs typeface="B Mitra" pitchFamily="2" charset="-78"/>
              </a:endParaRPr>
            </a:p>
          </p:txBody>
        </p:sp>
      </p:grpSp>
      <p:sp>
        <p:nvSpPr>
          <p:cNvPr id="7171" name="Freeform 25"/>
          <p:cNvSpPr>
            <a:spLocks/>
          </p:cNvSpPr>
          <p:nvPr/>
        </p:nvSpPr>
        <p:spPr bwMode="gray">
          <a:xfrm>
            <a:off x="95250" y="6446838"/>
            <a:ext cx="8970963" cy="314325"/>
          </a:xfrm>
          <a:custGeom>
            <a:avLst/>
            <a:gdLst>
              <a:gd name="T0" fmla="*/ 2147483646 w 5651"/>
              <a:gd name="T1" fmla="*/ 2147483646 h 198"/>
              <a:gd name="T2" fmla="*/ 2147483646 w 5651"/>
              <a:gd name="T3" fmla="*/ 2147483646 h 198"/>
              <a:gd name="T4" fmla="*/ 2147483646 w 5651"/>
              <a:gd name="T5" fmla="*/ 2147483646 h 198"/>
              <a:gd name="T6" fmla="*/ 2147483646 w 5651"/>
              <a:gd name="T7" fmla="*/ 2147483646 h 198"/>
              <a:gd name="T8" fmla="*/ 2147483646 w 5651"/>
              <a:gd name="T9" fmla="*/ 2147483646 h 198"/>
              <a:gd name="T10" fmla="*/ 0 w 5651"/>
              <a:gd name="T11" fmla="*/ 0 h 198"/>
              <a:gd name="T12" fmla="*/ 2147483646 w 5651"/>
              <a:gd name="T13" fmla="*/ 2147483646 h 19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651" h="198">
                <a:moveTo>
                  <a:pt x="4" y="198"/>
                </a:moveTo>
                <a:lnTo>
                  <a:pt x="5651" y="198"/>
                </a:lnTo>
                <a:lnTo>
                  <a:pt x="5646" y="94"/>
                </a:lnTo>
                <a:lnTo>
                  <a:pt x="1491" y="94"/>
                </a:lnTo>
                <a:lnTo>
                  <a:pt x="1343" y="2"/>
                </a:lnTo>
                <a:lnTo>
                  <a:pt x="0" y="0"/>
                </a:lnTo>
                <a:lnTo>
                  <a:pt x="4" y="19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l" rtl="0" eaLnBrk="0" fontAlgn="base" hangingPunct="0">
              <a:spcBef>
                <a:spcPct val="0"/>
              </a:spcBef>
              <a:spcAft>
                <a:spcPct val="0"/>
              </a:spcAft>
            </a:pPr>
            <a:endParaRPr lang="fa-IR">
              <a:solidFill>
                <a:srgbClr val="DDE89A"/>
              </a:solidFill>
              <a:latin typeface="Calibri" pitchFamily="34" charset="0"/>
              <a:cs typeface="B Mitra" pitchFamily="2" charset="-78"/>
            </a:endParaRPr>
          </a:p>
        </p:txBody>
      </p:sp>
      <p:sp>
        <p:nvSpPr>
          <p:cNvPr id="7172" name="Freeform 26"/>
          <p:cNvSpPr>
            <a:spLocks/>
          </p:cNvSpPr>
          <p:nvPr/>
        </p:nvSpPr>
        <p:spPr bwMode="gray">
          <a:xfrm>
            <a:off x="95250" y="6491288"/>
            <a:ext cx="8975725" cy="279400"/>
          </a:xfrm>
          <a:custGeom>
            <a:avLst/>
            <a:gdLst>
              <a:gd name="T0" fmla="*/ 0 w 5650"/>
              <a:gd name="T1" fmla="*/ 2147483646 h 176"/>
              <a:gd name="T2" fmla="*/ 2147483646 w 5650"/>
              <a:gd name="T3" fmla="*/ 2147483646 h 176"/>
              <a:gd name="T4" fmla="*/ 2147483646 w 5650"/>
              <a:gd name="T5" fmla="*/ 2147483646 h 176"/>
              <a:gd name="T6" fmla="*/ 2147483646 w 5650"/>
              <a:gd name="T7" fmla="*/ 2147483646 h 176"/>
              <a:gd name="T8" fmla="*/ 2147483646 w 5650"/>
              <a:gd name="T9" fmla="*/ 2147483646 h 176"/>
              <a:gd name="T10" fmla="*/ 0 w 5650"/>
              <a:gd name="T11" fmla="*/ 0 h 176"/>
              <a:gd name="T12" fmla="*/ 0 w 5650"/>
              <a:gd name="T13" fmla="*/ 2147483646 h 17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650" h="176">
                <a:moveTo>
                  <a:pt x="0" y="176"/>
                </a:moveTo>
                <a:lnTo>
                  <a:pt x="5650" y="169"/>
                </a:lnTo>
                <a:lnTo>
                  <a:pt x="5646" y="95"/>
                </a:lnTo>
                <a:lnTo>
                  <a:pt x="1478" y="95"/>
                </a:lnTo>
                <a:lnTo>
                  <a:pt x="1317" y="3"/>
                </a:lnTo>
                <a:lnTo>
                  <a:pt x="0" y="0"/>
                </a:lnTo>
                <a:lnTo>
                  <a:pt x="0" y="17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l" rtl="0" eaLnBrk="0" fontAlgn="base" hangingPunct="0">
              <a:spcBef>
                <a:spcPct val="0"/>
              </a:spcBef>
              <a:spcAft>
                <a:spcPct val="0"/>
              </a:spcAft>
            </a:pPr>
            <a:endParaRPr lang="fa-IR">
              <a:solidFill>
                <a:srgbClr val="DDE89A"/>
              </a:solidFill>
              <a:latin typeface="Calibri" pitchFamily="34" charset="0"/>
              <a:cs typeface="B Mitra" pitchFamily="2" charset="-78"/>
            </a:endParaRPr>
          </a:p>
        </p:txBody>
      </p:sp>
      <p:sp>
        <p:nvSpPr>
          <p:cNvPr id="7173" name="Freeform 27" descr="Dark upward diagonal"/>
          <p:cNvSpPr>
            <a:spLocks/>
          </p:cNvSpPr>
          <p:nvPr/>
        </p:nvSpPr>
        <p:spPr bwMode="gray">
          <a:xfrm>
            <a:off x="92075" y="98425"/>
            <a:ext cx="8956675" cy="179388"/>
          </a:xfrm>
          <a:custGeom>
            <a:avLst/>
            <a:gdLst>
              <a:gd name="T0" fmla="*/ 0 w 5639"/>
              <a:gd name="T1" fmla="*/ 0 h 113"/>
              <a:gd name="T2" fmla="*/ 2147483646 w 5639"/>
              <a:gd name="T3" fmla="*/ 0 h 113"/>
              <a:gd name="T4" fmla="*/ 2147483646 w 5639"/>
              <a:gd name="T5" fmla="*/ 2147483646 h 113"/>
              <a:gd name="T6" fmla="*/ 2147483646 w 5639"/>
              <a:gd name="T7" fmla="*/ 2147483646 h 113"/>
              <a:gd name="T8" fmla="*/ 0 w 5639"/>
              <a:gd name="T9" fmla="*/ 2147483646 h 113"/>
              <a:gd name="T10" fmla="*/ 0 w 5639"/>
              <a:gd name="T11" fmla="*/ 0 h 1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639" h="113">
                <a:moveTo>
                  <a:pt x="0" y="0"/>
                </a:moveTo>
                <a:lnTo>
                  <a:pt x="5582" y="0"/>
                </a:lnTo>
                <a:cubicBezTo>
                  <a:pt x="5630" y="3"/>
                  <a:pt x="5639" y="45"/>
                  <a:pt x="5639" y="45"/>
                </a:cubicBezTo>
                <a:lnTo>
                  <a:pt x="5636" y="113"/>
                </a:lnTo>
                <a:lnTo>
                  <a:pt x="0" y="113"/>
                </a:lnTo>
                <a:lnTo>
                  <a:pt x="0" y="0"/>
                </a:lnTo>
                <a:close/>
              </a:path>
            </a:pathLst>
          </a:custGeom>
          <a:pattFill prst="dkUpDiag">
            <a:fgClr>
              <a:schemeClr val="accent1"/>
            </a:fgClr>
            <a:bgClr>
              <a:schemeClr val="bg1"/>
            </a:bgClr>
          </a:patt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l" rtl="0" eaLnBrk="0" fontAlgn="base" hangingPunct="0">
              <a:spcBef>
                <a:spcPct val="0"/>
              </a:spcBef>
              <a:spcAft>
                <a:spcPct val="0"/>
              </a:spcAft>
            </a:pPr>
            <a:endParaRPr lang="fa-IR">
              <a:solidFill>
                <a:srgbClr val="DDE89A"/>
              </a:solidFill>
              <a:latin typeface="Calibri" pitchFamily="34" charset="0"/>
              <a:cs typeface="B Mitra" pitchFamily="2" charset="-78"/>
            </a:endParaRPr>
          </a:p>
        </p:txBody>
      </p:sp>
      <p:sp>
        <p:nvSpPr>
          <p:cNvPr id="7174" name="Freeform 28"/>
          <p:cNvSpPr>
            <a:spLocks/>
          </p:cNvSpPr>
          <p:nvPr/>
        </p:nvSpPr>
        <p:spPr bwMode="gray">
          <a:xfrm>
            <a:off x="92075" y="307975"/>
            <a:ext cx="8955088" cy="938213"/>
          </a:xfrm>
          <a:custGeom>
            <a:avLst/>
            <a:gdLst>
              <a:gd name="T0" fmla="*/ 2147483646 w 5446"/>
              <a:gd name="T1" fmla="*/ 0 h 531"/>
              <a:gd name="T2" fmla="*/ 0 w 5446"/>
              <a:gd name="T3" fmla="*/ 0 h 531"/>
              <a:gd name="T4" fmla="*/ 2147483646 w 5446"/>
              <a:gd name="T5" fmla="*/ 2147483646 h 531"/>
              <a:gd name="T6" fmla="*/ 2147483646 w 5446"/>
              <a:gd name="T7" fmla="*/ 2147483646 h 531"/>
              <a:gd name="T8" fmla="*/ 2147483646 w 5446"/>
              <a:gd name="T9" fmla="*/ 2147483646 h 531"/>
              <a:gd name="T10" fmla="*/ 2147483646 w 5446"/>
              <a:gd name="T11" fmla="*/ 2147483646 h 531"/>
              <a:gd name="T12" fmla="*/ 2147483646 w 5446"/>
              <a:gd name="T13" fmla="*/ 0 h 5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446" h="531">
                <a:moveTo>
                  <a:pt x="5446" y="0"/>
                </a:moveTo>
                <a:lnTo>
                  <a:pt x="0" y="0"/>
                </a:lnTo>
                <a:lnTo>
                  <a:pt x="2" y="470"/>
                </a:lnTo>
                <a:lnTo>
                  <a:pt x="4078" y="474"/>
                </a:lnTo>
                <a:lnTo>
                  <a:pt x="4178" y="527"/>
                </a:lnTo>
                <a:lnTo>
                  <a:pt x="5446" y="531"/>
                </a:lnTo>
                <a:lnTo>
                  <a:pt x="5446" y="0"/>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l" rtl="0" eaLnBrk="0" fontAlgn="base" hangingPunct="0">
              <a:spcBef>
                <a:spcPct val="0"/>
              </a:spcBef>
              <a:spcAft>
                <a:spcPct val="0"/>
              </a:spcAft>
            </a:pPr>
            <a:endParaRPr lang="fa-IR">
              <a:solidFill>
                <a:srgbClr val="DDE89A"/>
              </a:solidFill>
              <a:latin typeface="Calibri" pitchFamily="34" charset="0"/>
              <a:cs typeface="B Mitra" pitchFamily="2" charset="-78"/>
            </a:endParaRPr>
          </a:p>
        </p:txBody>
      </p:sp>
      <p:sp>
        <p:nvSpPr>
          <p:cNvPr id="1053" name="Freeform 29"/>
          <p:cNvSpPr>
            <a:spLocks/>
          </p:cNvSpPr>
          <p:nvPr/>
        </p:nvSpPr>
        <p:spPr bwMode="gray">
          <a:xfrm>
            <a:off x="92075" y="306388"/>
            <a:ext cx="8955088" cy="836612"/>
          </a:xfrm>
          <a:custGeom>
            <a:avLst/>
            <a:gdLst/>
            <a:ahLst/>
            <a:cxnLst>
              <a:cxn ang="0">
                <a:pos x="5446" y="0"/>
              </a:cxn>
              <a:cxn ang="0">
                <a:pos x="0" y="0"/>
              </a:cxn>
              <a:cxn ang="0">
                <a:pos x="2" y="470"/>
              </a:cxn>
              <a:cxn ang="0">
                <a:pos x="4078" y="474"/>
              </a:cxn>
              <a:cxn ang="0">
                <a:pos x="4178" y="527"/>
              </a:cxn>
              <a:cxn ang="0">
                <a:pos x="5446" y="531"/>
              </a:cxn>
              <a:cxn ang="0">
                <a:pos x="5446" y="0"/>
              </a:cxn>
            </a:cxnLst>
            <a:rect l="0" t="0" r="r" b="b"/>
            <a:pathLst>
              <a:path w="5446" h="531">
                <a:moveTo>
                  <a:pt x="5446" y="0"/>
                </a:moveTo>
                <a:lnTo>
                  <a:pt x="0" y="0"/>
                </a:lnTo>
                <a:lnTo>
                  <a:pt x="2" y="470"/>
                </a:lnTo>
                <a:lnTo>
                  <a:pt x="4078" y="474"/>
                </a:lnTo>
                <a:lnTo>
                  <a:pt x="4178" y="527"/>
                </a:lnTo>
                <a:lnTo>
                  <a:pt x="5446" y="531"/>
                </a:lnTo>
                <a:lnTo>
                  <a:pt x="5446" y="0"/>
                </a:lnTo>
                <a:close/>
              </a:path>
            </a:pathLst>
          </a:custGeom>
          <a:gradFill rotWithShape="0">
            <a:gsLst>
              <a:gs pos="0">
                <a:schemeClr val="bg1"/>
              </a:gs>
              <a:gs pos="100000">
                <a:schemeClr val="bg1">
                  <a:gamma/>
                  <a:tint val="66667"/>
                  <a:invGamma/>
                </a:schemeClr>
              </a:gs>
            </a:gsLst>
            <a:lin ang="0" scaled="1"/>
          </a:gradFill>
          <a:ln w="9525">
            <a:noFill/>
            <a:round/>
            <a:headEnd/>
            <a:tailEnd/>
          </a:ln>
          <a:effectLst/>
        </p:spPr>
        <p:txBody>
          <a:bodyPr/>
          <a:lstStyle/>
          <a:p>
            <a:pPr algn="l" rtl="0" fontAlgn="base">
              <a:spcBef>
                <a:spcPct val="0"/>
              </a:spcBef>
              <a:spcAft>
                <a:spcPct val="0"/>
              </a:spcAft>
              <a:defRPr/>
            </a:pPr>
            <a:endParaRPr lang="zh-TW" altLang="en-US">
              <a:solidFill>
                <a:srgbClr val="DDE89A"/>
              </a:solidFill>
              <a:cs typeface="B Mitra" pitchFamily="2" charset="-78"/>
            </a:endParaRPr>
          </a:p>
        </p:txBody>
      </p:sp>
      <p:sp>
        <p:nvSpPr>
          <p:cNvPr id="7176" name="Rectangle 32"/>
          <p:cNvSpPr>
            <a:spLocks noChangeArrowheads="1"/>
          </p:cNvSpPr>
          <p:nvPr/>
        </p:nvSpPr>
        <p:spPr bwMode="gray">
          <a:xfrm flipV="1">
            <a:off x="95250" y="6723063"/>
            <a:ext cx="8977313" cy="55562"/>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gn="r" rtl="1" eaLnBrk="0" hangingPunct="0">
              <a:defRPr>
                <a:solidFill>
                  <a:schemeClr val="tx1"/>
                </a:solidFill>
                <a:latin typeface="Calibri" panose="020F0502020204030204" pitchFamily="34" charset="0"/>
                <a:cs typeface="B Mitra" panose="00000400000000000000" pitchFamily="2" charset="-78"/>
              </a:defRPr>
            </a:lvl1pPr>
            <a:lvl2pPr marL="742950" indent="-285750" algn="r" rtl="1" eaLnBrk="0" hangingPunct="0">
              <a:defRPr>
                <a:solidFill>
                  <a:schemeClr val="tx1"/>
                </a:solidFill>
                <a:latin typeface="Calibri" panose="020F0502020204030204" pitchFamily="34" charset="0"/>
                <a:cs typeface="B Mitra" panose="00000400000000000000" pitchFamily="2" charset="-78"/>
              </a:defRPr>
            </a:lvl2pPr>
            <a:lvl3pPr marL="1143000" indent="-228600" algn="r" rtl="1" eaLnBrk="0" hangingPunct="0">
              <a:defRPr>
                <a:solidFill>
                  <a:schemeClr val="tx1"/>
                </a:solidFill>
                <a:latin typeface="Calibri" panose="020F0502020204030204" pitchFamily="34" charset="0"/>
                <a:cs typeface="B Mitra" panose="00000400000000000000" pitchFamily="2" charset="-78"/>
              </a:defRPr>
            </a:lvl3pPr>
            <a:lvl4pPr marL="1600200" indent="-228600" algn="r" rtl="1" eaLnBrk="0" hangingPunct="0">
              <a:defRPr>
                <a:solidFill>
                  <a:schemeClr val="tx1"/>
                </a:solidFill>
                <a:latin typeface="Calibri" panose="020F0502020204030204" pitchFamily="34" charset="0"/>
                <a:cs typeface="B Mitra" panose="00000400000000000000" pitchFamily="2" charset="-78"/>
              </a:defRPr>
            </a:lvl4pPr>
            <a:lvl5pPr marL="2057400" indent="-228600" algn="r" rtl="1" eaLnBrk="0" hangingPunct="0">
              <a:defRPr>
                <a:solidFill>
                  <a:schemeClr val="tx1"/>
                </a:solidFill>
                <a:latin typeface="Calibri" panose="020F0502020204030204" pitchFamily="34" charset="0"/>
                <a:cs typeface="B Mitra" panose="00000400000000000000" pitchFamily="2" charset="-78"/>
              </a:defRPr>
            </a:lvl5pPr>
            <a:lvl6pPr marL="25146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6pPr>
            <a:lvl7pPr marL="29718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7pPr>
            <a:lvl8pPr marL="34290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8pPr>
            <a:lvl9pPr marL="38862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9pPr>
          </a:lstStyle>
          <a:p>
            <a:pPr algn="l" rtl="0" eaLnBrk="1" fontAlgn="base" hangingPunct="1">
              <a:spcBef>
                <a:spcPct val="0"/>
              </a:spcBef>
              <a:spcAft>
                <a:spcPct val="0"/>
              </a:spcAft>
              <a:defRPr/>
            </a:pPr>
            <a:endParaRPr lang="zh-TW" altLang="en-US">
              <a:solidFill>
                <a:srgbClr val="DDE89A"/>
              </a:solidFill>
              <a:latin typeface="Arial" panose="020B0604020202020204" pitchFamily="34" charset="0"/>
            </a:endParaRPr>
          </a:p>
        </p:txBody>
      </p:sp>
      <p:sp>
        <p:nvSpPr>
          <p:cNvPr id="7177" name="Freeform 35"/>
          <p:cNvSpPr>
            <a:spLocks/>
          </p:cNvSpPr>
          <p:nvPr/>
        </p:nvSpPr>
        <p:spPr bwMode="gray">
          <a:xfrm>
            <a:off x="6896100" y="1047750"/>
            <a:ext cx="2155825" cy="52388"/>
          </a:xfrm>
          <a:custGeom>
            <a:avLst/>
            <a:gdLst>
              <a:gd name="T0" fmla="*/ 0 w 1358"/>
              <a:gd name="T1" fmla="*/ 2147483646 h 33"/>
              <a:gd name="T2" fmla="*/ 2147483646 w 1358"/>
              <a:gd name="T3" fmla="*/ 0 h 33"/>
              <a:gd name="T4" fmla="*/ 2147483646 w 1358"/>
              <a:gd name="T5" fmla="*/ 2147483646 h 33"/>
              <a:gd name="T6" fmla="*/ 2147483646 w 1358"/>
              <a:gd name="T7" fmla="*/ 2147483646 h 33"/>
              <a:gd name="T8" fmla="*/ 0 w 1358"/>
              <a:gd name="T9" fmla="*/ 2147483646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58" h="33">
                <a:moveTo>
                  <a:pt x="0" y="2"/>
                </a:moveTo>
                <a:lnTo>
                  <a:pt x="1358" y="0"/>
                </a:lnTo>
                <a:lnTo>
                  <a:pt x="1356" y="32"/>
                </a:lnTo>
                <a:lnTo>
                  <a:pt x="60" y="33"/>
                </a:lnTo>
                <a:lnTo>
                  <a:pt x="0" y="2"/>
                </a:lnTo>
                <a:close/>
              </a:path>
            </a:pathLst>
          </a:custGeom>
          <a:solidFill>
            <a:srgbClr val="FFFFFF">
              <a:alpha val="30196"/>
            </a:srgbClr>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l" rtl="0" eaLnBrk="0" fontAlgn="base" hangingPunct="0">
              <a:spcBef>
                <a:spcPct val="0"/>
              </a:spcBef>
              <a:spcAft>
                <a:spcPct val="0"/>
              </a:spcAft>
            </a:pPr>
            <a:endParaRPr lang="fa-IR">
              <a:solidFill>
                <a:srgbClr val="DDE89A"/>
              </a:solidFill>
              <a:latin typeface="Calibri" pitchFamily="34" charset="0"/>
              <a:cs typeface="B Mitra" pitchFamily="2" charset="-78"/>
            </a:endParaRPr>
          </a:p>
        </p:txBody>
      </p:sp>
      <p:sp>
        <p:nvSpPr>
          <p:cNvPr id="7178" name="Rectangle 2"/>
          <p:cNvSpPr>
            <a:spLocks noGrp="1" noChangeArrowheads="1"/>
          </p:cNvSpPr>
          <p:nvPr>
            <p:ph type="title"/>
          </p:nvPr>
        </p:nvSpPr>
        <p:spPr bwMode="gray">
          <a:xfrm>
            <a:off x="457200" y="238125"/>
            <a:ext cx="6477000" cy="8683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zh-CN" altLang="en-US"/>
              <a:t>单击此处编辑母版标题样式</a:t>
            </a:r>
          </a:p>
        </p:txBody>
      </p:sp>
      <p:sp>
        <p:nvSpPr>
          <p:cNvPr id="7179" name="Rectangle 3"/>
          <p:cNvSpPr>
            <a:spLocks noGrp="1" noChangeArrowheads="1"/>
          </p:cNvSpPr>
          <p:nvPr>
            <p:ph type="body" idx="1"/>
          </p:nvPr>
        </p:nvSpPr>
        <p:spPr bwMode="gray">
          <a:xfrm>
            <a:off x="457200" y="1438275"/>
            <a:ext cx="8229600" cy="473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1028" name="Rectangle 4"/>
          <p:cNvSpPr>
            <a:spLocks noGrp="1" noChangeArrowheads="1"/>
          </p:cNvSpPr>
          <p:nvPr>
            <p:ph type="dt" sz="half" idx="2"/>
          </p:nvPr>
        </p:nvSpPr>
        <p:spPr bwMode="gray">
          <a:xfrm>
            <a:off x="3048000" y="6311900"/>
            <a:ext cx="1712913" cy="290513"/>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l" rtl="0" eaLnBrk="1" hangingPunct="1">
              <a:defRPr sz="1000">
                <a:solidFill>
                  <a:srgbClr val="000000"/>
                </a:solidFill>
                <a:latin typeface="Arial" charset="0"/>
                <a:ea typeface="SimSun" pitchFamily="2" charset="-122"/>
                <a:cs typeface="+mn-cs"/>
              </a:defRPr>
            </a:lvl1pPr>
          </a:lstStyle>
          <a:p>
            <a:pPr fontAlgn="base">
              <a:spcBef>
                <a:spcPct val="0"/>
              </a:spcBef>
              <a:spcAft>
                <a:spcPct val="0"/>
              </a:spcAft>
              <a:defRPr/>
            </a:pPr>
            <a:fld id="{C190AA9D-AB6F-4E2D-97B8-B36297FC6603}" type="datetime1">
              <a:rPr lang="zh-TW" altLang="en-US"/>
              <a:pPr fontAlgn="base">
                <a:spcBef>
                  <a:spcPct val="0"/>
                </a:spcBef>
                <a:spcAft>
                  <a:spcPct val="0"/>
                </a:spcAft>
                <a:defRPr/>
              </a:pPr>
              <a:t>2025/12/20</a:t>
            </a:fld>
            <a:endParaRPr lang="en-US" altLang="zh-CN"/>
          </a:p>
        </p:txBody>
      </p:sp>
      <p:sp>
        <p:nvSpPr>
          <p:cNvPr id="1029" name="Rectangle 5"/>
          <p:cNvSpPr>
            <a:spLocks noGrp="1" noChangeArrowheads="1"/>
          </p:cNvSpPr>
          <p:nvPr>
            <p:ph type="ftr" sz="quarter" idx="3"/>
          </p:nvPr>
        </p:nvSpPr>
        <p:spPr bwMode="gray">
          <a:xfrm>
            <a:off x="4830763" y="6323013"/>
            <a:ext cx="2311400" cy="290512"/>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rtl="0" eaLnBrk="1" hangingPunct="1">
              <a:defRPr sz="1000">
                <a:solidFill>
                  <a:srgbClr val="000000"/>
                </a:solidFill>
                <a:latin typeface="Arial" charset="0"/>
                <a:ea typeface="SimSun" pitchFamily="2" charset="-122"/>
                <a:cs typeface="+mn-cs"/>
              </a:defRPr>
            </a:lvl1pPr>
          </a:lstStyle>
          <a:p>
            <a:pPr fontAlgn="base">
              <a:spcBef>
                <a:spcPct val="0"/>
              </a:spcBef>
              <a:spcAft>
                <a:spcPct val="0"/>
              </a:spcAft>
              <a:defRPr/>
            </a:pPr>
            <a:endParaRPr lang="en-US" altLang="zh-CN"/>
          </a:p>
        </p:txBody>
      </p:sp>
      <p:sp>
        <p:nvSpPr>
          <p:cNvPr id="1030" name="Rectangle 6"/>
          <p:cNvSpPr>
            <a:spLocks noGrp="1" noChangeArrowheads="1"/>
          </p:cNvSpPr>
          <p:nvPr>
            <p:ph type="sldNum" sz="quarter" idx="4"/>
          </p:nvPr>
        </p:nvSpPr>
        <p:spPr bwMode="gray">
          <a:xfrm>
            <a:off x="7116763" y="6323013"/>
            <a:ext cx="1616075" cy="290512"/>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1" hangingPunct="1">
              <a:defRPr sz="1000">
                <a:solidFill>
                  <a:srgbClr val="000000"/>
                </a:solidFill>
                <a:latin typeface="Arial" pitchFamily="34" charset="0"/>
                <a:ea typeface="SimSun" pitchFamily="2" charset="-122"/>
              </a:defRPr>
            </a:lvl1pPr>
          </a:lstStyle>
          <a:p>
            <a:pPr rtl="0" fontAlgn="base">
              <a:spcBef>
                <a:spcPct val="0"/>
              </a:spcBef>
              <a:spcAft>
                <a:spcPct val="0"/>
              </a:spcAft>
            </a:pPr>
            <a:fld id="{65E2C72D-077E-4321-A938-193DAA24D98B}" type="slidenum">
              <a:rPr lang="zh-CN" altLang="en-US">
                <a:cs typeface="B Mitra" pitchFamily="2" charset="-78"/>
              </a:rPr>
              <a:pPr rtl="0" fontAlgn="base">
                <a:spcBef>
                  <a:spcPct val="0"/>
                </a:spcBef>
                <a:spcAft>
                  <a:spcPct val="0"/>
                </a:spcAft>
              </a:pPr>
              <a:t>‹#›</a:t>
            </a:fld>
            <a:endParaRPr lang="en-US" altLang="zh-CN">
              <a:cs typeface="B Mitra" pitchFamily="2" charset="-78"/>
            </a:endParaRPr>
          </a:p>
        </p:txBody>
      </p:sp>
      <p:sp>
        <p:nvSpPr>
          <p:cNvPr id="7183" name="Text Box 37"/>
          <p:cNvSpPr txBox="1">
            <a:spLocks noChangeArrowheads="1"/>
          </p:cNvSpPr>
          <p:nvPr/>
        </p:nvSpPr>
        <p:spPr bwMode="gray">
          <a:xfrm>
            <a:off x="144463" y="6443663"/>
            <a:ext cx="184150"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rtl="0">
              <a:defRPr>
                <a:solidFill>
                  <a:schemeClr val="tx1"/>
                </a:solidFill>
                <a:latin typeface="Calibri" pitchFamily="34" charset="0"/>
                <a:cs typeface="B Mitra" pitchFamily="2" charset="-78"/>
              </a:defRPr>
            </a:lvl1pPr>
            <a:lvl2pPr marL="742950" indent="-285750" algn="l" rtl="0">
              <a:defRPr>
                <a:solidFill>
                  <a:schemeClr val="tx1"/>
                </a:solidFill>
                <a:latin typeface="Calibri" pitchFamily="34" charset="0"/>
                <a:cs typeface="B Mitra" pitchFamily="2" charset="-78"/>
              </a:defRPr>
            </a:lvl2pPr>
            <a:lvl3pPr marL="1143000" indent="-228600" algn="l" rtl="0">
              <a:defRPr>
                <a:solidFill>
                  <a:schemeClr val="tx1"/>
                </a:solidFill>
                <a:latin typeface="Calibri" pitchFamily="34" charset="0"/>
                <a:cs typeface="B Mitra" pitchFamily="2" charset="-78"/>
              </a:defRPr>
            </a:lvl3pPr>
            <a:lvl4pPr marL="1600200" indent="-228600" algn="l" rtl="0">
              <a:defRPr>
                <a:solidFill>
                  <a:schemeClr val="tx1"/>
                </a:solidFill>
                <a:latin typeface="Calibri" pitchFamily="34" charset="0"/>
                <a:cs typeface="B Mitra" pitchFamily="2" charset="-78"/>
              </a:defRPr>
            </a:lvl4pPr>
            <a:lvl5pPr marL="2057400" indent="-228600" algn="l" rtl="0">
              <a:defRPr>
                <a:solidFill>
                  <a:schemeClr val="tx1"/>
                </a:solidFill>
                <a:latin typeface="Calibri" pitchFamily="34" charset="0"/>
                <a:cs typeface="B Mitra" pitchFamily="2" charset="-78"/>
              </a:defRPr>
            </a:lvl5pPr>
            <a:lvl6pPr marL="2514600" indent="-228600" fontAlgn="base">
              <a:spcBef>
                <a:spcPct val="0"/>
              </a:spcBef>
              <a:spcAft>
                <a:spcPct val="0"/>
              </a:spcAft>
              <a:defRPr>
                <a:solidFill>
                  <a:schemeClr val="tx1"/>
                </a:solidFill>
                <a:latin typeface="Calibri" pitchFamily="34" charset="0"/>
                <a:cs typeface="B Mitra" pitchFamily="2" charset="-78"/>
              </a:defRPr>
            </a:lvl6pPr>
            <a:lvl7pPr marL="2971800" indent="-228600" fontAlgn="base">
              <a:spcBef>
                <a:spcPct val="0"/>
              </a:spcBef>
              <a:spcAft>
                <a:spcPct val="0"/>
              </a:spcAft>
              <a:defRPr>
                <a:solidFill>
                  <a:schemeClr val="tx1"/>
                </a:solidFill>
                <a:latin typeface="Calibri" pitchFamily="34" charset="0"/>
                <a:cs typeface="B Mitra" pitchFamily="2" charset="-78"/>
              </a:defRPr>
            </a:lvl7pPr>
            <a:lvl8pPr marL="3429000" indent="-228600" fontAlgn="base">
              <a:spcBef>
                <a:spcPct val="0"/>
              </a:spcBef>
              <a:spcAft>
                <a:spcPct val="0"/>
              </a:spcAft>
              <a:defRPr>
                <a:solidFill>
                  <a:schemeClr val="tx1"/>
                </a:solidFill>
                <a:latin typeface="Calibri" pitchFamily="34" charset="0"/>
                <a:cs typeface="B Mitra" pitchFamily="2" charset="-78"/>
              </a:defRPr>
            </a:lvl8pPr>
            <a:lvl9pPr marL="3886200" indent="-228600" fontAlgn="base">
              <a:spcBef>
                <a:spcPct val="0"/>
              </a:spcBef>
              <a:spcAft>
                <a:spcPct val="0"/>
              </a:spcAft>
              <a:defRPr>
                <a:solidFill>
                  <a:schemeClr val="tx1"/>
                </a:solidFill>
                <a:latin typeface="Calibri" pitchFamily="34" charset="0"/>
                <a:cs typeface="B Mitra" pitchFamily="2" charset="-78"/>
              </a:defRPr>
            </a:lvl9pPr>
          </a:lstStyle>
          <a:p>
            <a:pPr fontAlgn="base">
              <a:spcBef>
                <a:spcPct val="0"/>
              </a:spcBef>
              <a:spcAft>
                <a:spcPct val="0"/>
              </a:spcAft>
              <a:defRPr/>
            </a:pPr>
            <a:endParaRPr lang="en-US" altLang="zh-CN" sz="1100" i="1">
              <a:solidFill>
                <a:srgbClr val="FFFFFF"/>
              </a:solidFill>
              <a:latin typeface="Times New Roman" pitchFamily="18" charset="0"/>
              <a:ea typeface="SimSun" pitchFamily="2" charset="-122"/>
            </a:endParaRPr>
          </a:p>
        </p:txBody>
      </p:sp>
      <p:sp>
        <p:nvSpPr>
          <p:cNvPr id="7184" name="Rectangle 30" descr="7"/>
          <p:cNvSpPr>
            <a:spLocks noChangeArrowheads="1"/>
          </p:cNvSpPr>
          <p:nvPr/>
        </p:nvSpPr>
        <p:spPr bwMode="gray">
          <a:xfrm>
            <a:off x="8245475" y="415925"/>
            <a:ext cx="534988" cy="546100"/>
          </a:xfrm>
          <a:prstGeom prst="rect">
            <a:avLst/>
          </a:prstGeom>
          <a:blipFill dpi="0" rotWithShape="1">
            <a:blip r:embed="rId17"/>
            <a:srcRect/>
            <a:stretch>
              <a:fillRect/>
            </a:stretch>
          </a:blipFill>
          <a:ln w="9525">
            <a:solidFill>
              <a:srgbClr val="FFFFFF"/>
            </a:solidFill>
            <a:miter lim="800000"/>
            <a:headEnd/>
            <a:tailEnd/>
          </a:ln>
        </p:spPr>
        <p:txBody>
          <a:bodyPr wrap="none" anchor="ctr"/>
          <a:lstStyle>
            <a:lvl1pPr algn="r" rtl="1" eaLnBrk="0" hangingPunct="0">
              <a:defRPr>
                <a:solidFill>
                  <a:schemeClr val="tx1"/>
                </a:solidFill>
                <a:latin typeface="Calibri" panose="020F0502020204030204" pitchFamily="34" charset="0"/>
                <a:cs typeface="B Mitra" panose="00000400000000000000" pitchFamily="2" charset="-78"/>
              </a:defRPr>
            </a:lvl1pPr>
            <a:lvl2pPr marL="742950" indent="-285750" algn="r" rtl="1" eaLnBrk="0" hangingPunct="0">
              <a:defRPr>
                <a:solidFill>
                  <a:schemeClr val="tx1"/>
                </a:solidFill>
                <a:latin typeface="Calibri" panose="020F0502020204030204" pitchFamily="34" charset="0"/>
                <a:cs typeface="B Mitra" panose="00000400000000000000" pitchFamily="2" charset="-78"/>
              </a:defRPr>
            </a:lvl2pPr>
            <a:lvl3pPr marL="1143000" indent="-228600" algn="r" rtl="1" eaLnBrk="0" hangingPunct="0">
              <a:defRPr>
                <a:solidFill>
                  <a:schemeClr val="tx1"/>
                </a:solidFill>
                <a:latin typeface="Calibri" panose="020F0502020204030204" pitchFamily="34" charset="0"/>
                <a:cs typeface="B Mitra" panose="00000400000000000000" pitchFamily="2" charset="-78"/>
              </a:defRPr>
            </a:lvl3pPr>
            <a:lvl4pPr marL="1600200" indent="-228600" algn="r" rtl="1" eaLnBrk="0" hangingPunct="0">
              <a:defRPr>
                <a:solidFill>
                  <a:schemeClr val="tx1"/>
                </a:solidFill>
                <a:latin typeface="Calibri" panose="020F0502020204030204" pitchFamily="34" charset="0"/>
                <a:cs typeface="B Mitra" panose="00000400000000000000" pitchFamily="2" charset="-78"/>
              </a:defRPr>
            </a:lvl4pPr>
            <a:lvl5pPr marL="2057400" indent="-228600" algn="r" rtl="1" eaLnBrk="0" hangingPunct="0">
              <a:defRPr>
                <a:solidFill>
                  <a:schemeClr val="tx1"/>
                </a:solidFill>
                <a:latin typeface="Calibri" panose="020F0502020204030204" pitchFamily="34" charset="0"/>
                <a:cs typeface="B Mitra" panose="00000400000000000000" pitchFamily="2" charset="-78"/>
              </a:defRPr>
            </a:lvl5pPr>
            <a:lvl6pPr marL="25146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6pPr>
            <a:lvl7pPr marL="29718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7pPr>
            <a:lvl8pPr marL="34290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8pPr>
            <a:lvl9pPr marL="38862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9pPr>
          </a:lstStyle>
          <a:p>
            <a:pPr algn="l" rtl="0" eaLnBrk="1" fontAlgn="base" hangingPunct="1">
              <a:spcBef>
                <a:spcPct val="0"/>
              </a:spcBef>
              <a:spcAft>
                <a:spcPct val="0"/>
              </a:spcAft>
              <a:defRPr/>
            </a:pPr>
            <a:endParaRPr lang="zh-TW" altLang="en-US">
              <a:solidFill>
                <a:srgbClr val="DDE89A"/>
              </a:solidFill>
              <a:latin typeface="Arial" panose="020B0604020202020204" pitchFamily="34" charset="0"/>
            </a:endParaRPr>
          </a:p>
        </p:txBody>
      </p:sp>
      <p:sp>
        <p:nvSpPr>
          <p:cNvPr id="7185" name="Rectangle 31" descr="4"/>
          <p:cNvSpPr>
            <a:spLocks noChangeArrowheads="1"/>
          </p:cNvSpPr>
          <p:nvPr/>
        </p:nvSpPr>
        <p:spPr bwMode="gray">
          <a:xfrm>
            <a:off x="7620000" y="415925"/>
            <a:ext cx="534988" cy="546100"/>
          </a:xfrm>
          <a:prstGeom prst="rect">
            <a:avLst/>
          </a:prstGeom>
          <a:blipFill dpi="0" rotWithShape="1">
            <a:blip r:embed="rId18"/>
            <a:srcRect/>
            <a:stretch>
              <a:fillRect/>
            </a:stretch>
          </a:blipFill>
          <a:ln w="9525">
            <a:solidFill>
              <a:srgbClr val="FFFFFF"/>
            </a:solidFill>
            <a:miter lim="800000"/>
            <a:headEnd/>
            <a:tailEnd/>
          </a:ln>
        </p:spPr>
        <p:txBody>
          <a:bodyPr wrap="none" anchor="ctr"/>
          <a:lstStyle>
            <a:lvl1pPr algn="r" rtl="1" eaLnBrk="0" hangingPunct="0">
              <a:defRPr>
                <a:solidFill>
                  <a:schemeClr val="tx1"/>
                </a:solidFill>
                <a:latin typeface="Calibri" panose="020F0502020204030204" pitchFamily="34" charset="0"/>
                <a:cs typeface="B Mitra" panose="00000400000000000000" pitchFamily="2" charset="-78"/>
              </a:defRPr>
            </a:lvl1pPr>
            <a:lvl2pPr marL="742950" indent="-285750" algn="r" rtl="1" eaLnBrk="0" hangingPunct="0">
              <a:defRPr>
                <a:solidFill>
                  <a:schemeClr val="tx1"/>
                </a:solidFill>
                <a:latin typeface="Calibri" panose="020F0502020204030204" pitchFamily="34" charset="0"/>
                <a:cs typeface="B Mitra" panose="00000400000000000000" pitchFamily="2" charset="-78"/>
              </a:defRPr>
            </a:lvl2pPr>
            <a:lvl3pPr marL="1143000" indent="-228600" algn="r" rtl="1" eaLnBrk="0" hangingPunct="0">
              <a:defRPr>
                <a:solidFill>
                  <a:schemeClr val="tx1"/>
                </a:solidFill>
                <a:latin typeface="Calibri" panose="020F0502020204030204" pitchFamily="34" charset="0"/>
                <a:cs typeface="B Mitra" panose="00000400000000000000" pitchFamily="2" charset="-78"/>
              </a:defRPr>
            </a:lvl3pPr>
            <a:lvl4pPr marL="1600200" indent="-228600" algn="r" rtl="1" eaLnBrk="0" hangingPunct="0">
              <a:defRPr>
                <a:solidFill>
                  <a:schemeClr val="tx1"/>
                </a:solidFill>
                <a:latin typeface="Calibri" panose="020F0502020204030204" pitchFamily="34" charset="0"/>
                <a:cs typeface="B Mitra" panose="00000400000000000000" pitchFamily="2" charset="-78"/>
              </a:defRPr>
            </a:lvl4pPr>
            <a:lvl5pPr marL="2057400" indent="-228600" algn="r" rtl="1" eaLnBrk="0" hangingPunct="0">
              <a:defRPr>
                <a:solidFill>
                  <a:schemeClr val="tx1"/>
                </a:solidFill>
                <a:latin typeface="Calibri" panose="020F0502020204030204" pitchFamily="34" charset="0"/>
                <a:cs typeface="B Mitra" panose="00000400000000000000" pitchFamily="2" charset="-78"/>
              </a:defRPr>
            </a:lvl5pPr>
            <a:lvl6pPr marL="25146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6pPr>
            <a:lvl7pPr marL="29718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7pPr>
            <a:lvl8pPr marL="34290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8pPr>
            <a:lvl9pPr marL="38862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9pPr>
          </a:lstStyle>
          <a:p>
            <a:pPr algn="l" rtl="0" eaLnBrk="1" fontAlgn="base" hangingPunct="1">
              <a:spcBef>
                <a:spcPct val="0"/>
              </a:spcBef>
              <a:spcAft>
                <a:spcPct val="0"/>
              </a:spcAft>
              <a:defRPr/>
            </a:pPr>
            <a:endParaRPr lang="zh-TW" altLang="en-US">
              <a:solidFill>
                <a:srgbClr val="DDE89A"/>
              </a:solidFill>
              <a:latin typeface="Arial" panose="020B0604020202020204" pitchFamily="34" charset="0"/>
            </a:endParaRPr>
          </a:p>
        </p:txBody>
      </p:sp>
      <p:sp>
        <p:nvSpPr>
          <p:cNvPr id="7186" name="Rectangle 36"/>
          <p:cNvSpPr>
            <a:spLocks noChangeArrowheads="1"/>
          </p:cNvSpPr>
          <p:nvPr/>
        </p:nvSpPr>
        <p:spPr bwMode="gray">
          <a:xfrm>
            <a:off x="7000875" y="415925"/>
            <a:ext cx="534988" cy="546100"/>
          </a:xfrm>
          <a:prstGeom prst="rect">
            <a:avLst/>
          </a:prstGeom>
          <a:solidFill>
            <a:srgbClr val="FFFFFF">
              <a:alpha val="30196"/>
            </a:srgbClr>
          </a:solidFill>
          <a:ln w="9525">
            <a:solidFill>
              <a:srgbClr val="FFFFFF"/>
            </a:solidFill>
            <a:miter lim="800000"/>
            <a:headEnd/>
            <a:tailEnd/>
          </a:ln>
        </p:spPr>
        <p:txBody>
          <a:bodyPr wrap="none" anchor="ctr"/>
          <a:lstStyle>
            <a:lvl1pPr algn="r" rtl="1" eaLnBrk="0" hangingPunct="0">
              <a:defRPr>
                <a:solidFill>
                  <a:schemeClr val="tx1"/>
                </a:solidFill>
                <a:latin typeface="Calibri" panose="020F0502020204030204" pitchFamily="34" charset="0"/>
                <a:cs typeface="B Mitra" panose="00000400000000000000" pitchFamily="2" charset="-78"/>
              </a:defRPr>
            </a:lvl1pPr>
            <a:lvl2pPr marL="742950" indent="-285750" algn="r" rtl="1" eaLnBrk="0" hangingPunct="0">
              <a:defRPr>
                <a:solidFill>
                  <a:schemeClr val="tx1"/>
                </a:solidFill>
                <a:latin typeface="Calibri" panose="020F0502020204030204" pitchFamily="34" charset="0"/>
                <a:cs typeface="B Mitra" panose="00000400000000000000" pitchFamily="2" charset="-78"/>
              </a:defRPr>
            </a:lvl2pPr>
            <a:lvl3pPr marL="1143000" indent="-228600" algn="r" rtl="1" eaLnBrk="0" hangingPunct="0">
              <a:defRPr>
                <a:solidFill>
                  <a:schemeClr val="tx1"/>
                </a:solidFill>
                <a:latin typeface="Calibri" panose="020F0502020204030204" pitchFamily="34" charset="0"/>
                <a:cs typeface="B Mitra" panose="00000400000000000000" pitchFamily="2" charset="-78"/>
              </a:defRPr>
            </a:lvl3pPr>
            <a:lvl4pPr marL="1600200" indent="-228600" algn="r" rtl="1" eaLnBrk="0" hangingPunct="0">
              <a:defRPr>
                <a:solidFill>
                  <a:schemeClr val="tx1"/>
                </a:solidFill>
                <a:latin typeface="Calibri" panose="020F0502020204030204" pitchFamily="34" charset="0"/>
                <a:cs typeface="B Mitra" panose="00000400000000000000" pitchFamily="2" charset="-78"/>
              </a:defRPr>
            </a:lvl4pPr>
            <a:lvl5pPr marL="2057400" indent="-228600" algn="r" rtl="1" eaLnBrk="0" hangingPunct="0">
              <a:defRPr>
                <a:solidFill>
                  <a:schemeClr val="tx1"/>
                </a:solidFill>
                <a:latin typeface="Calibri" panose="020F0502020204030204" pitchFamily="34" charset="0"/>
                <a:cs typeface="B Mitra" panose="00000400000000000000" pitchFamily="2" charset="-78"/>
              </a:defRPr>
            </a:lvl5pPr>
            <a:lvl6pPr marL="25146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6pPr>
            <a:lvl7pPr marL="29718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7pPr>
            <a:lvl8pPr marL="34290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8pPr>
            <a:lvl9pPr marL="3886200" indent="-228600" algn="r" rtl="1" eaLnBrk="0" fontAlgn="base" hangingPunct="0">
              <a:spcBef>
                <a:spcPct val="0"/>
              </a:spcBef>
              <a:spcAft>
                <a:spcPct val="0"/>
              </a:spcAft>
              <a:defRPr>
                <a:solidFill>
                  <a:schemeClr val="tx1"/>
                </a:solidFill>
                <a:latin typeface="Calibri" panose="020F0502020204030204" pitchFamily="34" charset="0"/>
                <a:cs typeface="B Mitra" panose="00000400000000000000" pitchFamily="2" charset="-78"/>
              </a:defRPr>
            </a:lvl9pPr>
          </a:lstStyle>
          <a:p>
            <a:pPr algn="l" rtl="0" eaLnBrk="1" fontAlgn="base" hangingPunct="1">
              <a:spcBef>
                <a:spcPct val="0"/>
              </a:spcBef>
              <a:spcAft>
                <a:spcPct val="0"/>
              </a:spcAft>
              <a:defRPr/>
            </a:pPr>
            <a:endParaRPr lang="zh-TW" altLang="en-US">
              <a:solidFill>
                <a:srgbClr val="DDE89A"/>
              </a:solidFill>
              <a:latin typeface="Arial" panose="020B0604020202020204" pitchFamily="34" charset="0"/>
            </a:endParaRPr>
          </a:p>
        </p:txBody>
      </p:sp>
    </p:spTree>
    <p:extLst>
      <p:ext uri="{BB962C8B-B14F-4D97-AF65-F5344CB8AC3E}">
        <p14:creationId xmlns:p14="http://schemas.microsoft.com/office/powerpoint/2010/main" val="1968298701"/>
      </p:ext>
    </p:extLst>
  </p:cSld>
  <p:clrMap bg1="dk2" tx1="lt1" bg2="dk1"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Lst>
  <p:hf hdr="0" ftr="0" dt="0"/>
  <p:txStyles>
    <p:titleStyle>
      <a:lvl1pPr algn="l" rtl="0" eaLnBrk="0" fontAlgn="base" hangingPunct="0">
        <a:spcBef>
          <a:spcPct val="0"/>
        </a:spcBef>
        <a:spcAft>
          <a:spcPct val="0"/>
        </a:spcAft>
        <a:defRPr sz="4400" b="1">
          <a:solidFill>
            <a:srgbClr val="FFFFFF"/>
          </a:solidFill>
          <a:latin typeface="+mj-lt"/>
          <a:ea typeface="DFKai-SB" pitchFamily="65" charset="-120"/>
          <a:cs typeface="+mj-cs"/>
        </a:defRPr>
      </a:lvl1pPr>
      <a:lvl2pPr algn="l" rtl="0" eaLnBrk="0" fontAlgn="base" hangingPunct="0">
        <a:spcBef>
          <a:spcPct val="0"/>
        </a:spcBef>
        <a:spcAft>
          <a:spcPct val="0"/>
        </a:spcAft>
        <a:defRPr sz="4400" b="1">
          <a:solidFill>
            <a:srgbClr val="FFFFFF"/>
          </a:solidFill>
          <a:latin typeface="Arial" pitchFamily="34" charset="0"/>
          <a:ea typeface="DFKai-SB" pitchFamily="65" charset="-120"/>
        </a:defRPr>
      </a:lvl2pPr>
      <a:lvl3pPr algn="l" rtl="0" eaLnBrk="0" fontAlgn="base" hangingPunct="0">
        <a:spcBef>
          <a:spcPct val="0"/>
        </a:spcBef>
        <a:spcAft>
          <a:spcPct val="0"/>
        </a:spcAft>
        <a:defRPr sz="4400" b="1">
          <a:solidFill>
            <a:srgbClr val="FFFFFF"/>
          </a:solidFill>
          <a:latin typeface="Arial" pitchFamily="34" charset="0"/>
          <a:ea typeface="DFKai-SB" pitchFamily="65" charset="-120"/>
        </a:defRPr>
      </a:lvl3pPr>
      <a:lvl4pPr algn="l" rtl="0" eaLnBrk="0" fontAlgn="base" hangingPunct="0">
        <a:spcBef>
          <a:spcPct val="0"/>
        </a:spcBef>
        <a:spcAft>
          <a:spcPct val="0"/>
        </a:spcAft>
        <a:defRPr sz="4400" b="1">
          <a:solidFill>
            <a:srgbClr val="FFFFFF"/>
          </a:solidFill>
          <a:latin typeface="Arial" pitchFamily="34" charset="0"/>
          <a:ea typeface="DFKai-SB" pitchFamily="65" charset="-120"/>
        </a:defRPr>
      </a:lvl4pPr>
      <a:lvl5pPr algn="l" rtl="0" eaLnBrk="0" fontAlgn="base" hangingPunct="0">
        <a:spcBef>
          <a:spcPct val="0"/>
        </a:spcBef>
        <a:spcAft>
          <a:spcPct val="0"/>
        </a:spcAft>
        <a:defRPr sz="4400" b="1">
          <a:solidFill>
            <a:srgbClr val="FFFFFF"/>
          </a:solidFill>
          <a:latin typeface="Arial" pitchFamily="34" charset="0"/>
          <a:ea typeface="DFKai-SB" pitchFamily="65" charset="-120"/>
        </a:defRPr>
      </a:lvl5pPr>
      <a:lvl6pPr marL="457200" algn="l" rtl="0" eaLnBrk="1" fontAlgn="base" hangingPunct="1">
        <a:spcBef>
          <a:spcPct val="0"/>
        </a:spcBef>
        <a:spcAft>
          <a:spcPct val="0"/>
        </a:spcAft>
        <a:defRPr sz="4400" b="1">
          <a:solidFill>
            <a:srgbClr val="FFFFFF"/>
          </a:solidFill>
          <a:latin typeface="Arial" pitchFamily="34" charset="0"/>
        </a:defRPr>
      </a:lvl6pPr>
      <a:lvl7pPr marL="914400" algn="l" rtl="0" eaLnBrk="1" fontAlgn="base" hangingPunct="1">
        <a:spcBef>
          <a:spcPct val="0"/>
        </a:spcBef>
        <a:spcAft>
          <a:spcPct val="0"/>
        </a:spcAft>
        <a:defRPr sz="4400" b="1">
          <a:solidFill>
            <a:srgbClr val="FFFFFF"/>
          </a:solidFill>
          <a:latin typeface="Arial" pitchFamily="34" charset="0"/>
        </a:defRPr>
      </a:lvl7pPr>
      <a:lvl8pPr marL="1371600" algn="l" rtl="0" eaLnBrk="1" fontAlgn="base" hangingPunct="1">
        <a:spcBef>
          <a:spcPct val="0"/>
        </a:spcBef>
        <a:spcAft>
          <a:spcPct val="0"/>
        </a:spcAft>
        <a:defRPr sz="4400" b="1">
          <a:solidFill>
            <a:srgbClr val="FFFFFF"/>
          </a:solidFill>
          <a:latin typeface="Arial" pitchFamily="34" charset="0"/>
        </a:defRPr>
      </a:lvl8pPr>
      <a:lvl9pPr marL="1828800" algn="l" rtl="0" eaLnBrk="1" fontAlgn="base" hangingPunct="1">
        <a:spcBef>
          <a:spcPct val="0"/>
        </a:spcBef>
        <a:spcAft>
          <a:spcPct val="0"/>
        </a:spcAft>
        <a:defRPr sz="4400" b="1">
          <a:solidFill>
            <a:srgbClr val="FFFFFF"/>
          </a:solidFill>
          <a:latin typeface="Arial" pitchFamily="34" charset="0"/>
        </a:defRPr>
      </a:lvl9pPr>
    </p:titleStyle>
    <p:bodyStyle>
      <a:lvl1pPr marL="342900" indent="-342900" algn="l" rtl="0" eaLnBrk="0" fontAlgn="base" hangingPunct="0">
        <a:spcBef>
          <a:spcPct val="20000"/>
        </a:spcBef>
        <a:spcAft>
          <a:spcPct val="0"/>
        </a:spcAft>
        <a:buChar char="•"/>
        <a:defRPr sz="3200">
          <a:solidFill>
            <a:srgbClr val="000000"/>
          </a:solidFill>
          <a:latin typeface="+mn-lt"/>
          <a:ea typeface="DFKai-SB" pitchFamily="65" charset="-120"/>
          <a:cs typeface="+mn-cs"/>
        </a:defRPr>
      </a:lvl1pPr>
      <a:lvl2pPr marL="742950" indent="-285750" algn="l" rtl="0" eaLnBrk="0" fontAlgn="base" hangingPunct="0">
        <a:spcBef>
          <a:spcPct val="20000"/>
        </a:spcBef>
        <a:spcAft>
          <a:spcPct val="0"/>
        </a:spcAft>
        <a:buChar char="–"/>
        <a:defRPr sz="2800">
          <a:solidFill>
            <a:srgbClr val="000000"/>
          </a:solidFill>
          <a:latin typeface="+mn-lt"/>
          <a:ea typeface="DFKai-SB" pitchFamily="65" charset="-120"/>
        </a:defRPr>
      </a:lvl2pPr>
      <a:lvl3pPr marL="1143000" indent="-228600" algn="l" rtl="0" eaLnBrk="0" fontAlgn="base" hangingPunct="0">
        <a:spcBef>
          <a:spcPct val="20000"/>
        </a:spcBef>
        <a:spcAft>
          <a:spcPct val="0"/>
        </a:spcAft>
        <a:buChar char="•"/>
        <a:defRPr sz="2400">
          <a:solidFill>
            <a:srgbClr val="000000"/>
          </a:solidFill>
          <a:latin typeface="+mn-lt"/>
          <a:ea typeface="DFKai-SB" pitchFamily="65" charset="-120"/>
        </a:defRPr>
      </a:lvl3pPr>
      <a:lvl4pPr marL="1600200" indent="-228600" algn="l" rtl="0" eaLnBrk="0" fontAlgn="base" hangingPunct="0">
        <a:spcBef>
          <a:spcPct val="20000"/>
        </a:spcBef>
        <a:spcAft>
          <a:spcPct val="0"/>
        </a:spcAft>
        <a:buChar char="–"/>
        <a:defRPr sz="2000">
          <a:solidFill>
            <a:srgbClr val="000000"/>
          </a:solidFill>
          <a:latin typeface="+mn-lt"/>
          <a:ea typeface="DFKai-SB" pitchFamily="65" charset="-120"/>
        </a:defRPr>
      </a:lvl4pPr>
      <a:lvl5pPr marL="2057400" indent="-228600" algn="l" rtl="0" eaLnBrk="0" fontAlgn="base" hangingPunct="0">
        <a:spcBef>
          <a:spcPct val="20000"/>
        </a:spcBef>
        <a:spcAft>
          <a:spcPct val="0"/>
        </a:spcAft>
        <a:buChar char="»"/>
        <a:defRPr sz="2000">
          <a:solidFill>
            <a:srgbClr val="000000"/>
          </a:solidFill>
          <a:latin typeface="+mn-lt"/>
          <a:ea typeface="DFKai-SB" pitchFamily="65" charset="-120"/>
        </a:defRPr>
      </a:lvl5pPr>
      <a:lvl6pPr marL="2514600" indent="-228600" algn="l" rtl="0" eaLnBrk="1" fontAlgn="base" hangingPunct="1">
        <a:spcBef>
          <a:spcPct val="20000"/>
        </a:spcBef>
        <a:spcAft>
          <a:spcPct val="0"/>
        </a:spcAft>
        <a:buChar char="»"/>
        <a:defRPr sz="2000">
          <a:solidFill>
            <a:srgbClr val="000000"/>
          </a:solidFill>
          <a:latin typeface="+mn-lt"/>
        </a:defRPr>
      </a:lvl6pPr>
      <a:lvl7pPr marL="2971800" indent="-228600" algn="l" rtl="0" eaLnBrk="1" fontAlgn="base" hangingPunct="1">
        <a:spcBef>
          <a:spcPct val="20000"/>
        </a:spcBef>
        <a:spcAft>
          <a:spcPct val="0"/>
        </a:spcAft>
        <a:buChar char="»"/>
        <a:defRPr sz="2000">
          <a:solidFill>
            <a:srgbClr val="000000"/>
          </a:solidFill>
          <a:latin typeface="+mn-lt"/>
        </a:defRPr>
      </a:lvl7pPr>
      <a:lvl8pPr marL="3429000" indent="-228600" algn="l" rtl="0" eaLnBrk="1" fontAlgn="base" hangingPunct="1">
        <a:spcBef>
          <a:spcPct val="20000"/>
        </a:spcBef>
        <a:spcAft>
          <a:spcPct val="0"/>
        </a:spcAft>
        <a:buChar char="»"/>
        <a:defRPr sz="2000">
          <a:solidFill>
            <a:srgbClr val="000000"/>
          </a:solidFill>
          <a:latin typeface="+mn-lt"/>
        </a:defRPr>
      </a:lvl8pPr>
      <a:lvl9pPr marL="3886200" indent="-228600" algn="l" rtl="0" eaLnBrk="1" fontAlgn="base" hangingPunct="1">
        <a:spcBef>
          <a:spcPct val="20000"/>
        </a:spcBef>
        <a:spcAft>
          <a:spcPct val="0"/>
        </a:spcAft>
        <a:buChar char="»"/>
        <a:defRPr sz="2000">
          <a:solidFill>
            <a:srgbClr val="000000"/>
          </a:solidFill>
          <a:latin typeface="+mn-lt"/>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10.jpg"/></Relationships>
</file>

<file path=ppt/slides/_rels/slide36.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hyperlink" Target="https://www.analyticsvidhya.com/blog/2021/04/a-complete-beginners-guide-to-data-visualization/" TargetMode="External"/><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10.jpg"/></Relationships>
</file>

<file path=ppt/slides/_rels/slide71.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10.jpg"/></Relationships>
</file>

<file path=ppt/slides/_rels/slide72.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10.jpg"/></Relationships>
</file>

<file path=ppt/slides/_rels/slide73.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2.xml"/><Relationship Id="rId4" Type="http://schemas.openxmlformats.org/officeDocument/2006/relationships/image" Target="../media/image10.jpg"/></Relationships>
</file>

<file path=ppt/slides/_rels/slide87.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3" Type="http://schemas.openxmlformats.org/officeDocument/2006/relationships/hyperlink" Target="https://doi.org/10.21105/joss.03021" TargetMode="External"/><Relationship Id="rId2" Type="http://schemas.openxmlformats.org/officeDocument/2006/relationships/hyperlink" Target="https://www.geeksforgeeks.org/machine-learning/classification-in-data-mining/" TargetMode="Externa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hyperlink" Target="https://www.kaggle.com/" TargetMode="External"/><Relationship Id="rId4" Type="http://schemas.openxmlformats.org/officeDocument/2006/relationships/hyperlink" Target="https://doi.org/10.1109/MCSE.2007.55" TargetMode="External"/></Relationships>
</file>

<file path=ppt/slides/_rels/slide125.xml.rels><?xml version="1.0" encoding="UTF-8" standalone="yes"?>
<Relationships xmlns="http://schemas.openxmlformats.org/package/2006/relationships"><Relationship Id="rId3" Type="http://schemas.openxmlformats.org/officeDocument/2006/relationships/hyperlink" Target="https://chat.openai.com/" TargetMode="External"/><Relationship Id="rId2" Type="http://schemas.openxmlformats.org/officeDocument/2006/relationships/hyperlink" Target="https://www.kaggle.com/datasets/redwankarimsony/heart-disease-data" TargetMode="Externa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hyperlink" Target="https://www.geeksforgeeks.org/pandas/introduction-to-pandas-in-python" TargetMode="External"/><Relationship Id="rId4" Type="http://schemas.openxmlformats.org/officeDocument/2006/relationships/hyperlink" Target="https://numpy.org/doc/stable/user/whatisnumpy.html" TargetMode="External"/></Relationships>
</file>

<file path=ppt/slides/_rels/slide126.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hyperlink" Target="https://realpython.com/ref/stdlib/os/"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EAB95C6-00B7-C2B4-40C3-C202456C5D53}"/>
              </a:ext>
            </a:extLst>
          </p:cNvPr>
          <p:cNvSpPr txBox="1"/>
          <p:nvPr/>
        </p:nvSpPr>
        <p:spPr>
          <a:xfrm>
            <a:off x="197768" y="2037837"/>
            <a:ext cx="8748464" cy="584775"/>
          </a:xfrm>
          <a:prstGeom prst="rect">
            <a:avLst/>
          </a:prstGeom>
          <a:noFill/>
        </p:spPr>
        <p:txBody>
          <a:bodyPr wrap="square" rtlCol="0">
            <a:spAutoFit/>
          </a:bodyPr>
          <a:lstStyle/>
          <a:p>
            <a:r>
              <a:rPr lang="en-US" sz="3200" b="1" dirty="0">
                <a:solidFill>
                  <a:srgbClr val="0C0D03"/>
                </a:solidFill>
                <a:latin typeface="Times New Roman" panose="02020603050405020304" pitchFamily="18" charset="0"/>
                <a:cs typeface="Times New Roman" panose="02020603050405020304" pitchFamily="18" charset="0"/>
              </a:rPr>
              <a:t>Basic Concept of Classification (Data Mining)</a:t>
            </a:r>
          </a:p>
        </p:txBody>
      </p:sp>
      <p:sp>
        <p:nvSpPr>
          <p:cNvPr id="3" name="TextBox 2">
            <a:extLst>
              <a:ext uri="{FF2B5EF4-FFF2-40B4-BE49-F238E27FC236}">
                <a16:creationId xmlns:a16="http://schemas.microsoft.com/office/drawing/2014/main" id="{584A8367-7778-BE85-751C-A4DECCFC4E2C}"/>
              </a:ext>
            </a:extLst>
          </p:cNvPr>
          <p:cNvSpPr txBox="1"/>
          <p:nvPr/>
        </p:nvSpPr>
        <p:spPr>
          <a:xfrm>
            <a:off x="4355976" y="5229200"/>
            <a:ext cx="4536504" cy="584775"/>
          </a:xfrm>
          <a:prstGeom prst="rect">
            <a:avLst/>
          </a:prstGeom>
          <a:noFill/>
        </p:spPr>
        <p:txBody>
          <a:bodyPr wrap="square" rtlCol="0">
            <a:spAutoFit/>
          </a:bodyPr>
          <a:lstStyle/>
          <a:p>
            <a:pPr algn="ctr"/>
            <a:r>
              <a:rPr lang="en-US" sz="3200" b="1" dirty="0">
                <a:solidFill>
                  <a:srgbClr val="0C0D03"/>
                </a:solidFill>
                <a:latin typeface="Times New Roman" panose="02020603050405020304" pitchFamily="18" charset="0"/>
                <a:cs typeface="Times New Roman" panose="02020603050405020304" pitchFamily="18" charset="0"/>
              </a:rPr>
              <a:t>By : Ali </a:t>
            </a:r>
            <a:r>
              <a:rPr lang="en-US" sz="3200" b="1" dirty="0" err="1">
                <a:solidFill>
                  <a:srgbClr val="0C0D03"/>
                </a:solidFill>
                <a:latin typeface="Times New Roman" panose="02020603050405020304" pitchFamily="18" charset="0"/>
                <a:cs typeface="Times New Roman" panose="02020603050405020304" pitchFamily="18" charset="0"/>
              </a:rPr>
              <a:t>pourfereydoon</a:t>
            </a:r>
            <a:endParaRPr lang="en-US" sz="3200" b="1" dirty="0">
              <a:solidFill>
                <a:srgbClr val="0C0D03"/>
              </a:solidFill>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9272B60F-6858-8B8F-09FC-F448C1BB9F2A}"/>
              </a:ext>
            </a:extLst>
          </p:cNvPr>
          <p:cNvSpPr txBox="1"/>
          <p:nvPr/>
        </p:nvSpPr>
        <p:spPr>
          <a:xfrm>
            <a:off x="-108520" y="2613092"/>
            <a:ext cx="8748464" cy="523220"/>
          </a:xfrm>
          <a:prstGeom prst="rect">
            <a:avLst/>
          </a:prstGeom>
          <a:noFill/>
        </p:spPr>
        <p:txBody>
          <a:bodyPr wrap="square" rtlCol="0">
            <a:spAutoFit/>
          </a:bodyPr>
          <a:lstStyle/>
          <a:p>
            <a:r>
              <a:rPr lang="en-US" sz="2800" b="1" dirty="0">
                <a:solidFill>
                  <a:srgbClr val="0C0D03"/>
                </a:solidFill>
                <a:latin typeface="Times New Roman" panose="02020603050405020304" pitchFamily="18" charset="0"/>
                <a:cs typeface="Times New Roman" panose="02020603050405020304" pitchFamily="18" charset="0"/>
              </a:rPr>
              <a:t>Predicting Heart Disease Using Machine Learning</a:t>
            </a:r>
          </a:p>
        </p:txBody>
      </p:sp>
      <p:pic>
        <p:nvPicPr>
          <p:cNvPr id="6" name="Picture 5">
            <a:extLst>
              <a:ext uri="{FF2B5EF4-FFF2-40B4-BE49-F238E27FC236}">
                <a16:creationId xmlns:a16="http://schemas.microsoft.com/office/drawing/2014/main" id="{5ECD9069-5BD8-89A4-9D15-C9B794C07450}"/>
              </a:ext>
            </a:extLst>
          </p:cNvPr>
          <p:cNvPicPr>
            <a:picLocks noChangeAspect="1"/>
          </p:cNvPicPr>
          <p:nvPr/>
        </p:nvPicPr>
        <p:blipFill>
          <a:blip r:embed="rId2">
            <a:alphaModFix amt="85000"/>
            <a:extLst>
              <a:ext uri="{28A0092B-C50C-407E-A947-70E740481C1C}">
                <a14:useLocalDpi xmlns:a14="http://schemas.microsoft.com/office/drawing/2010/main" val="0"/>
              </a:ext>
            </a:extLst>
          </a:blip>
          <a:stretch>
            <a:fillRect/>
          </a:stretch>
        </p:blipFill>
        <p:spPr>
          <a:xfrm>
            <a:off x="197768" y="188640"/>
            <a:ext cx="1181346" cy="1181346"/>
          </a:xfrm>
          <a:prstGeom prst="rect">
            <a:avLst/>
          </a:prstGeom>
        </p:spPr>
      </p:pic>
    </p:spTree>
    <p:extLst>
      <p:ext uri="{BB962C8B-B14F-4D97-AF65-F5344CB8AC3E}">
        <p14:creationId xmlns:p14="http://schemas.microsoft.com/office/powerpoint/2010/main" val="32712565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6915" name="Slide Number Placeholder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2</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9B0FCBC6-8F18-8B71-062A-AB4AAC7D4B10}"/>
              </a:ext>
            </a:extLst>
          </p:cNvPr>
          <p:cNvSpPr/>
          <p:nvPr/>
        </p:nvSpPr>
        <p:spPr bwMode="auto">
          <a:xfrm>
            <a:off x="2291506" y="1628800"/>
            <a:ext cx="4560987" cy="576064"/>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4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1</a:t>
            </a:r>
          </a:p>
        </p:txBody>
      </p:sp>
      <p:sp>
        <p:nvSpPr>
          <p:cNvPr id="3" name="TextBox 2">
            <a:extLst>
              <a:ext uri="{FF2B5EF4-FFF2-40B4-BE49-F238E27FC236}">
                <a16:creationId xmlns:a16="http://schemas.microsoft.com/office/drawing/2014/main" id="{9D2ABF44-4FC1-AB45-AAB4-3A3DDFB639C8}"/>
              </a:ext>
            </a:extLst>
          </p:cNvPr>
          <p:cNvSpPr txBox="1"/>
          <p:nvPr/>
        </p:nvSpPr>
        <p:spPr>
          <a:xfrm>
            <a:off x="755576" y="2828835"/>
            <a:ext cx="7632848" cy="1323439"/>
          </a:xfrm>
          <a:prstGeom prst="rect">
            <a:avLst/>
          </a:prstGeom>
          <a:noFill/>
        </p:spPr>
        <p:txBody>
          <a:bodyPr wrap="square" rtlCol="0">
            <a:spAutoFit/>
          </a:bodyPr>
          <a:lstStyle/>
          <a:p>
            <a:pPr algn="ctr"/>
            <a:r>
              <a:rPr lang="en-US" sz="4000" b="1" dirty="0">
                <a:solidFill>
                  <a:srgbClr val="0C0D03"/>
                </a:solidFill>
                <a:latin typeface="Times New Roman" panose="02020603050405020304" pitchFamily="18" charset="0"/>
                <a:cs typeface="Times New Roman" panose="02020603050405020304" pitchFamily="18" charset="0"/>
              </a:rPr>
              <a:t>What is a Data Mining and classification:</a:t>
            </a:r>
          </a:p>
        </p:txBody>
      </p:sp>
      <p:pic>
        <p:nvPicPr>
          <p:cNvPr id="4" name="Picture 3">
            <a:extLst>
              <a:ext uri="{FF2B5EF4-FFF2-40B4-BE49-F238E27FC236}">
                <a16:creationId xmlns:a16="http://schemas.microsoft.com/office/drawing/2014/main" id="{837D4355-9769-E910-4B1D-CCEFDAAB3131}"/>
              </a:ext>
            </a:extLst>
          </p:cNvPr>
          <p:cNvPicPr>
            <a:picLocks noChangeAspect="1"/>
          </p:cNvPicPr>
          <p:nvPr/>
        </p:nvPicPr>
        <p:blipFill>
          <a:blip r:embed="rId2">
            <a:alphaModFix amt="85000"/>
            <a:extLst>
              <a:ext uri="{28A0092B-C50C-407E-A947-70E740481C1C}">
                <a14:useLocalDpi xmlns:a14="http://schemas.microsoft.com/office/drawing/2010/main" val="0"/>
              </a:ext>
            </a:extLst>
          </a:blip>
          <a:stretch>
            <a:fillRect/>
          </a:stretch>
        </p:blipFill>
        <p:spPr>
          <a:xfrm>
            <a:off x="197768" y="188640"/>
            <a:ext cx="1181346" cy="1181346"/>
          </a:xfrm>
          <a:prstGeom prst="rect">
            <a:avLst/>
          </a:prstGeom>
        </p:spPr>
      </p:pic>
    </p:spTree>
    <p:extLst>
      <p:ext uri="{BB962C8B-B14F-4D97-AF65-F5344CB8AC3E}">
        <p14:creationId xmlns:p14="http://schemas.microsoft.com/office/powerpoint/2010/main" val="70229534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B59275-E4CE-4A79-99EB-5155FB8C3ADE}"/>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8C8C05B7-3E4B-8277-341C-70C0CFCA1586}"/>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3</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C8CA636F-5AAF-413B-75A6-D59230E3ED93}"/>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1</a:t>
            </a:r>
          </a:p>
        </p:txBody>
      </p:sp>
      <p:sp>
        <p:nvSpPr>
          <p:cNvPr id="3" name="TextBox 2">
            <a:extLst>
              <a:ext uri="{FF2B5EF4-FFF2-40B4-BE49-F238E27FC236}">
                <a16:creationId xmlns:a16="http://schemas.microsoft.com/office/drawing/2014/main" id="{EDC4CA1F-318B-4A9B-6398-F7672A75DF25}"/>
              </a:ext>
            </a:extLst>
          </p:cNvPr>
          <p:cNvSpPr txBox="1"/>
          <p:nvPr/>
        </p:nvSpPr>
        <p:spPr>
          <a:xfrm>
            <a:off x="755576" y="1136067"/>
            <a:ext cx="7632848" cy="646331"/>
          </a:xfrm>
          <a:prstGeom prst="rect">
            <a:avLst/>
          </a:prstGeom>
          <a:noFill/>
        </p:spPr>
        <p:txBody>
          <a:bodyPr wrap="square" rtlCol="0">
            <a:spAutoFit/>
          </a:bodyPr>
          <a:lstStyle/>
          <a:p>
            <a:pPr algn="ctr"/>
            <a:r>
              <a:rPr lang="en-US" sz="3600" b="1" dirty="0">
                <a:solidFill>
                  <a:srgbClr val="0C0D03"/>
                </a:solidFill>
                <a:latin typeface="Times New Roman" panose="02020603050405020304" pitchFamily="18" charset="0"/>
                <a:cs typeface="Times New Roman" panose="02020603050405020304" pitchFamily="18" charset="0"/>
              </a:rPr>
              <a:t>introduction</a:t>
            </a:r>
          </a:p>
        </p:txBody>
      </p:sp>
      <p:sp>
        <p:nvSpPr>
          <p:cNvPr id="5" name="Rectangle: Rounded Corners 4">
            <a:extLst>
              <a:ext uri="{FF2B5EF4-FFF2-40B4-BE49-F238E27FC236}">
                <a16:creationId xmlns:a16="http://schemas.microsoft.com/office/drawing/2014/main" id="{D624F3F2-3F76-64CD-2BA7-0DC7211AE6E6}"/>
              </a:ext>
            </a:extLst>
          </p:cNvPr>
          <p:cNvSpPr/>
          <p:nvPr/>
        </p:nvSpPr>
        <p:spPr bwMode="auto">
          <a:xfrm>
            <a:off x="755576" y="1937792"/>
            <a:ext cx="8064896" cy="4155503"/>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   </a:t>
            </a:r>
            <a:r>
              <a:rPr lang="en-US" sz="2400" b="1" dirty="0">
                <a:solidFill>
                  <a:srgbClr val="0C0D03"/>
                </a:solidFill>
                <a:latin typeface="Times New Roman" panose="02020603050405020304" pitchFamily="18" charset="0"/>
                <a:cs typeface="Times New Roman" panose="02020603050405020304" pitchFamily="18" charset="0"/>
              </a:rPr>
              <a:t>Data mining</a:t>
            </a:r>
            <a:r>
              <a:rPr lang="en-US" sz="2000" dirty="0">
                <a:solidFill>
                  <a:srgbClr val="0C0D03"/>
                </a:solidFill>
                <a:latin typeface="Times New Roman" panose="02020603050405020304" pitchFamily="18" charset="0"/>
                <a:cs typeface="Times New Roman" panose="02020603050405020304" pitchFamily="18" charset="0"/>
              </a:rPr>
              <a:t> in general terms means mining or digging deep into data that is in different forms to gain patterns, and to gain knowledge on that pattern. In the process of data mining, large data sets are first sorted, then patterns are identified and relationships are established to perform data analysis and solve problems. </a:t>
            </a:r>
            <a:endParaRPr kumimoji="0" lang="en-US" sz="2000" b="0" i="0" u="none" strike="noStrike" cap="none" normalizeH="0" baseline="0" dirty="0">
              <a:ln>
                <a:noFill/>
              </a:ln>
              <a:solidFill>
                <a:srgbClr val="0C0D03"/>
              </a:solidFill>
              <a:effectLst/>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01FCC9CD-475C-3A56-333B-A9704A94A9EF}"/>
              </a:ext>
            </a:extLst>
          </p:cNvPr>
          <p:cNvPicPr>
            <a:picLocks noChangeAspect="1"/>
          </p:cNvPicPr>
          <p:nvPr/>
        </p:nvPicPr>
        <p:blipFill>
          <a:blip r:embed="rId2"/>
          <a:stretch>
            <a:fillRect/>
          </a:stretch>
        </p:blipFill>
        <p:spPr>
          <a:xfrm>
            <a:off x="2915816" y="4015543"/>
            <a:ext cx="4413887" cy="1896020"/>
          </a:xfrm>
          <a:prstGeom prst="rect">
            <a:avLst/>
          </a:prstGeom>
        </p:spPr>
      </p:pic>
      <p:pic>
        <p:nvPicPr>
          <p:cNvPr id="6" name="Picture 5">
            <a:extLst>
              <a:ext uri="{FF2B5EF4-FFF2-40B4-BE49-F238E27FC236}">
                <a16:creationId xmlns:a16="http://schemas.microsoft.com/office/drawing/2014/main" id="{2FD853DD-3DD8-03BF-4AD7-5810F3ED3B78}"/>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25536390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DE1B99-3AED-3360-9846-1BE3D3CF0AEB}"/>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0365C8AA-7751-7F2F-5BC9-799C0EAECF6F}"/>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4</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1EEEC376-CAC3-3020-4561-C625DB01E37B}"/>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1</a:t>
            </a:r>
          </a:p>
        </p:txBody>
      </p:sp>
      <p:sp>
        <p:nvSpPr>
          <p:cNvPr id="3" name="TextBox 2">
            <a:extLst>
              <a:ext uri="{FF2B5EF4-FFF2-40B4-BE49-F238E27FC236}">
                <a16:creationId xmlns:a16="http://schemas.microsoft.com/office/drawing/2014/main" id="{14A10789-6068-4E5A-096A-7128AEE290D3}"/>
              </a:ext>
            </a:extLst>
          </p:cNvPr>
          <p:cNvSpPr txBox="1"/>
          <p:nvPr/>
        </p:nvSpPr>
        <p:spPr>
          <a:xfrm>
            <a:off x="755576" y="1136067"/>
            <a:ext cx="7632848" cy="646331"/>
          </a:xfrm>
          <a:prstGeom prst="rect">
            <a:avLst/>
          </a:prstGeom>
          <a:noFill/>
        </p:spPr>
        <p:txBody>
          <a:bodyPr wrap="square" rtlCol="0">
            <a:spAutoFit/>
          </a:bodyPr>
          <a:lstStyle/>
          <a:p>
            <a:pPr algn="ctr"/>
            <a:r>
              <a:rPr lang="en-US" sz="3600" b="1" dirty="0">
                <a:solidFill>
                  <a:srgbClr val="0C0D03"/>
                </a:solidFill>
                <a:latin typeface="Times New Roman" panose="02020603050405020304" pitchFamily="18" charset="0"/>
                <a:cs typeface="Times New Roman" panose="02020603050405020304" pitchFamily="18" charset="0"/>
              </a:rPr>
              <a:t>introduction</a:t>
            </a:r>
          </a:p>
        </p:txBody>
      </p:sp>
      <p:sp>
        <p:nvSpPr>
          <p:cNvPr id="5" name="Rectangle: Rounded Corners 4">
            <a:extLst>
              <a:ext uri="{FF2B5EF4-FFF2-40B4-BE49-F238E27FC236}">
                <a16:creationId xmlns:a16="http://schemas.microsoft.com/office/drawing/2014/main" id="{375AB9EF-A376-8373-3FC6-FB6B62ABE0DB}"/>
              </a:ext>
            </a:extLst>
          </p:cNvPr>
          <p:cNvSpPr/>
          <p:nvPr/>
        </p:nvSpPr>
        <p:spPr bwMode="auto">
          <a:xfrm>
            <a:off x="755576" y="1937792"/>
            <a:ext cx="8064896" cy="4155503"/>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   </a:t>
            </a:r>
            <a:r>
              <a:rPr lang="en-US" sz="2400" b="1" dirty="0">
                <a:solidFill>
                  <a:srgbClr val="0C0D03"/>
                </a:solidFill>
                <a:latin typeface="Times New Roman" panose="02020603050405020304" pitchFamily="18" charset="0"/>
                <a:cs typeface="Times New Roman" panose="02020603050405020304" pitchFamily="18" charset="0"/>
              </a:rPr>
              <a:t>Classification:</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Classification is a widely used technique in data mining and is applied in a variety of domains, such as email filtering, sentiment analysis, and medical diagnosis.</a:t>
            </a:r>
          </a:p>
          <a:p>
            <a:pPr algn="just" rtl="0" fontAlgn="base">
              <a:lnSpc>
                <a:spcPts val="3000"/>
              </a:lnSpc>
              <a:spcBef>
                <a:spcPct val="0"/>
              </a:spcBef>
              <a:spcAft>
                <a:spcPct val="0"/>
              </a:spcAft>
            </a:pPr>
            <a:r>
              <a:rPr lang="en-US" sz="2400" b="1" dirty="0">
                <a:solidFill>
                  <a:srgbClr val="0C0D03"/>
                </a:solidFill>
                <a:latin typeface="Times New Roman" panose="02020603050405020304" pitchFamily="18" charset="0"/>
                <a:cs typeface="Times New Roman" panose="02020603050405020304" pitchFamily="18" charset="0"/>
              </a:rPr>
              <a:t> </a:t>
            </a:r>
            <a:r>
              <a:rPr lang="en-US" sz="2000" b="1" dirty="0">
                <a:solidFill>
                  <a:srgbClr val="0C0D03"/>
                </a:solidFill>
                <a:latin typeface="Times New Roman" panose="02020603050405020304" pitchFamily="18" charset="0"/>
                <a:cs typeface="Times New Roman" panose="02020603050405020304" pitchFamily="18" charset="0"/>
              </a:rPr>
              <a:t>Classification </a:t>
            </a:r>
            <a:r>
              <a:rPr lang="en-US" sz="2000" dirty="0">
                <a:solidFill>
                  <a:srgbClr val="0C0D03"/>
                </a:solidFill>
                <a:latin typeface="Times New Roman" panose="02020603050405020304" pitchFamily="18" charset="0"/>
                <a:cs typeface="Times New Roman" panose="02020603050405020304" pitchFamily="18" charset="0"/>
              </a:rPr>
              <a:t>is a task in data mining that involves assigning a class label to each instance in a dataset based on its features. The goal of classification is to build a model that accurately predicts the class labels of new instances based on their features.</a:t>
            </a:r>
          </a:p>
        </p:txBody>
      </p:sp>
      <p:pic>
        <p:nvPicPr>
          <p:cNvPr id="4" name="Picture 3">
            <a:extLst>
              <a:ext uri="{FF2B5EF4-FFF2-40B4-BE49-F238E27FC236}">
                <a16:creationId xmlns:a16="http://schemas.microsoft.com/office/drawing/2014/main" id="{0A9C5F0E-B496-6411-8A1C-1DD0D878D212}"/>
              </a:ext>
            </a:extLst>
          </p:cNvPr>
          <p:cNvPicPr>
            <a:picLocks noChangeAspect="1"/>
          </p:cNvPicPr>
          <p:nvPr/>
        </p:nvPicPr>
        <p:blipFill>
          <a:blip r:embed="rId2">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30928441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9FDEE-A726-1DFF-FF42-ABF55EBD40D5}"/>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817261AA-F742-5B5F-82BC-7F7325E78AAF}"/>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5</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E937971E-72A7-E36F-57A9-AD6507892655}"/>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1</a:t>
            </a:r>
          </a:p>
        </p:txBody>
      </p:sp>
      <p:sp>
        <p:nvSpPr>
          <p:cNvPr id="3" name="TextBox 2">
            <a:extLst>
              <a:ext uri="{FF2B5EF4-FFF2-40B4-BE49-F238E27FC236}">
                <a16:creationId xmlns:a16="http://schemas.microsoft.com/office/drawing/2014/main" id="{CA30C28F-4121-E307-4A6F-2C691904A1D4}"/>
              </a:ext>
            </a:extLst>
          </p:cNvPr>
          <p:cNvSpPr txBox="1"/>
          <p:nvPr/>
        </p:nvSpPr>
        <p:spPr>
          <a:xfrm>
            <a:off x="755576" y="1136067"/>
            <a:ext cx="7632848" cy="646331"/>
          </a:xfrm>
          <a:prstGeom prst="rect">
            <a:avLst/>
          </a:prstGeom>
          <a:noFill/>
        </p:spPr>
        <p:txBody>
          <a:bodyPr wrap="square" rtlCol="0">
            <a:spAutoFit/>
          </a:bodyPr>
          <a:lstStyle/>
          <a:p>
            <a:pPr algn="ctr"/>
            <a:r>
              <a:rPr lang="en-US" sz="3600" b="1" dirty="0">
                <a:solidFill>
                  <a:srgbClr val="0C0D03"/>
                </a:solidFill>
                <a:latin typeface="Times New Roman" panose="02020603050405020304" pitchFamily="18" charset="0"/>
                <a:cs typeface="Times New Roman" panose="02020603050405020304" pitchFamily="18" charset="0"/>
              </a:rPr>
              <a:t>introduction</a:t>
            </a:r>
          </a:p>
        </p:txBody>
      </p:sp>
      <p:sp>
        <p:nvSpPr>
          <p:cNvPr id="5" name="Rectangle: Rounded Corners 4">
            <a:extLst>
              <a:ext uri="{FF2B5EF4-FFF2-40B4-BE49-F238E27FC236}">
                <a16:creationId xmlns:a16="http://schemas.microsoft.com/office/drawing/2014/main" id="{5CB17853-92E3-7650-3C64-836301715388}"/>
              </a:ext>
            </a:extLst>
          </p:cNvPr>
          <p:cNvSpPr/>
          <p:nvPr/>
        </p:nvSpPr>
        <p:spPr bwMode="auto">
          <a:xfrm>
            <a:off x="755576" y="1937792"/>
            <a:ext cx="8064896" cy="4155503"/>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There are two main types of classification: </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binary classification and multi-class classification. Binary classification involves classifying instances into two classes, such as "spam" or "not spam", while multi-class classification involves classifying instances into more than two classes.</a:t>
            </a:r>
          </a:p>
          <a:p>
            <a:pPr marL="0" marR="0" indent="0" algn="just" defTabSz="914400" rtl="0" eaLnBrk="1" fontAlgn="base" latinLnBrk="0" hangingPunct="1">
              <a:lnSpc>
                <a:spcPts val="3000"/>
              </a:lnSpc>
              <a:spcBef>
                <a:spcPct val="0"/>
              </a:spcBef>
              <a:spcAft>
                <a:spcPct val="0"/>
              </a:spcAft>
              <a:buClrTx/>
              <a:buSzTx/>
              <a:buFontTx/>
              <a:buNone/>
              <a:tabLst/>
            </a:pPr>
            <a:endParaRPr lang="en-US" sz="2000"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000" dirty="0">
              <a:solidFill>
                <a:srgbClr val="0C0D03"/>
              </a:solidFill>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8FC7370A-462C-C488-8673-6A403B8B6570}"/>
              </a:ext>
            </a:extLst>
          </p:cNvPr>
          <p:cNvPicPr>
            <a:picLocks noChangeAspect="1"/>
          </p:cNvPicPr>
          <p:nvPr/>
        </p:nvPicPr>
        <p:blipFill>
          <a:blip r:embed="rId2">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16757369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05F130-364C-4B79-247A-5EE57EE4E89A}"/>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ABB9CE06-CC95-1DCE-FE78-8CEA8FDC51B8}"/>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6</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8C2419C0-38C2-930D-7C4D-2DF156A25FBD}"/>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1</a:t>
            </a:r>
          </a:p>
        </p:txBody>
      </p:sp>
      <p:sp>
        <p:nvSpPr>
          <p:cNvPr id="3" name="TextBox 2">
            <a:extLst>
              <a:ext uri="{FF2B5EF4-FFF2-40B4-BE49-F238E27FC236}">
                <a16:creationId xmlns:a16="http://schemas.microsoft.com/office/drawing/2014/main" id="{26CFD011-D2F0-1E2D-4D50-717797F7E332}"/>
              </a:ext>
            </a:extLst>
          </p:cNvPr>
          <p:cNvSpPr txBox="1"/>
          <p:nvPr/>
        </p:nvSpPr>
        <p:spPr>
          <a:xfrm>
            <a:off x="755576" y="1136067"/>
            <a:ext cx="7632848" cy="646331"/>
          </a:xfrm>
          <a:prstGeom prst="rect">
            <a:avLst/>
          </a:prstGeom>
          <a:noFill/>
        </p:spPr>
        <p:txBody>
          <a:bodyPr wrap="square" rtlCol="0">
            <a:spAutoFit/>
          </a:bodyPr>
          <a:lstStyle/>
          <a:p>
            <a:pPr algn="ctr"/>
            <a:r>
              <a:rPr lang="en-US" sz="3600" b="1" dirty="0">
                <a:solidFill>
                  <a:srgbClr val="0C0D03"/>
                </a:solidFill>
                <a:latin typeface="Times New Roman" panose="02020603050405020304" pitchFamily="18" charset="0"/>
                <a:cs typeface="Times New Roman" panose="02020603050405020304" pitchFamily="18" charset="0"/>
              </a:rPr>
              <a:t>introduction</a:t>
            </a:r>
          </a:p>
        </p:txBody>
      </p:sp>
      <p:sp>
        <p:nvSpPr>
          <p:cNvPr id="5" name="Rectangle: Rounded Corners 4">
            <a:extLst>
              <a:ext uri="{FF2B5EF4-FFF2-40B4-BE49-F238E27FC236}">
                <a16:creationId xmlns:a16="http://schemas.microsoft.com/office/drawing/2014/main" id="{7050736F-C421-BA43-4D0E-B42A5171D340}"/>
              </a:ext>
            </a:extLst>
          </p:cNvPr>
          <p:cNvSpPr/>
          <p:nvPr/>
        </p:nvSpPr>
        <p:spPr bwMode="auto">
          <a:xfrm>
            <a:off x="755576" y="1937792"/>
            <a:ext cx="8064896" cy="4155503"/>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Binary: </a:t>
            </a:r>
            <a:r>
              <a:rPr lang="en-US" sz="2000" dirty="0">
                <a:solidFill>
                  <a:srgbClr val="0C0D03"/>
                </a:solidFill>
                <a:latin typeface="Times New Roman" panose="02020603050405020304" pitchFamily="18" charset="0"/>
                <a:cs typeface="Times New Roman" panose="02020603050405020304" pitchFamily="18" charset="0"/>
              </a:rPr>
              <a:t>Possesses only two values i.e. True or False </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Example: Suppose there is a survey evaluating some products. We need to check whether it’s useful or not</a:t>
            </a:r>
          </a:p>
          <a:p>
            <a:pPr marL="0" marR="0" indent="0" algn="just" defTabSz="914400" rtl="0" eaLnBrk="1" fontAlgn="base" latinLnBrk="0" hangingPunct="1">
              <a:lnSpc>
                <a:spcPts val="3000"/>
              </a:lnSpc>
              <a:spcBef>
                <a:spcPct val="0"/>
              </a:spcBef>
              <a:spcAft>
                <a:spcPct val="0"/>
              </a:spcAft>
              <a:buClrTx/>
              <a:buSzTx/>
              <a:buFontTx/>
              <a:buNone/>
              <a:tabLst/>
            </a:pPr>
            <a:endParaRPr lang="en-US" sz="2000"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Nominal: </a:t>
            </a:r>
            <a:r>
              <a:rPr lang="en-US" sz="2000" dirty="0">
                <a:solidFill>
                  <a:srgbClr val="0C0D03"/>
                </a:solidFill>
                <a:latin typeface="Times New Roman" panose="02020603050405020304" pitchFamily="18" charset="0"/>
                <a:cs typeface="Times New Roman" panose="02020603050405020304" pitchFamily="18" charset="0"/>
              </a:rPr>
              <a:t>When more than two outcomes are possible. It is in Alphabet form rather than being in Integer form. </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Example: One needs to choose some material but of different colors. So, the color might be Yellow, Green, Black, Red. </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Different Colors: Red, Green, Black, Yellow</a:t>
            </a:r>
          </a:p>
          <a:p>
            <a:pPr marL="0" marR="0" indent="0" algn="just" defTabSz="914400" rtl="0" eaLnBrk="1" fontAlgn="base" latinLnBrk="0" hangingPunct="1">
              <a:lnSpc>
                <a:spcPts val="3000"/>
              </a:lnSpc>
              <a:spcBef>
                <a:spcPct val="0"/>
              </a:spcBef>
              <a:spcAft>
                <a:spcPct val="0"/>
              </a:spcAft>
              <a:buClrTx/>
              <a:buSzTx/>
              <a:buFontTx/>
              <a:buNone/>
              <a:tabLst/>
            </a:pPr>
            <a:endParaRPr lang="en-US" sz="2000"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000"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000" dirty="0">
              <a:solidFill>
                <a:srgbClr val="0C0D03"/>
              </a:solidFill>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2424ED72-B6E5-D97E-8623-623687C320D1}"/>
              </a:ext>
            </a:extLst>
          </p:cNvPr>
          <p:cNvPicPr>
            <a:picLocks noChangeAspect="1"/>
          </p:cNvPicPr>
          <p:nvPr/>
        </p:nvPicPr>
        <p:blipFill>
          <a:blip r:embed="rId2">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12453949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6D568-2EF4-3EC1-F73D-E1D348B0F145}"/>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EE098808-5BA0-C94C-7505-3A2B12EFC530}"/>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7</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01E5954D-7F1E-1028-3EBA-99AC16892D0D}"/>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1</a:t>
            </a:r>
          </a:p>
        </p:txBody>
      </p:sp>
      <p:sp>
        <p:nvSpPr>
          <p:cNvPr id="3" name="TextBox 2">
            <a:extLst>
              <a:ext uri="{FF2B5EF4-FFF2-40B4-BE49-F238E27FC236}">
                <a16:creationId xmlns:a16="http://schemas.microsoft.com/office/drawing/2014/main" id="{6A1C5875-AAFF-B050-FBC4-C21554E01EE0}"/>
              </a:ext>
            </a:extLst>
          </p:cNvPr>
          <p:cNvSpPr txBox="1"/>
          <p:nvPr/>
        </p:nvSpPr>
        <p:spPr>
          <a:xfrm>
            <a:off x="755576" y="1136067"/>
            <a:ext cx="7632848" cy="646331"/>
          </a:xfrm>
          <a:prstGeom prst="rect">
            <a:avLst/>
          </a:prstGeom>
          <a:noFill/>
        </p:spPr>
        <p:txBody>
          <a:bodyPr wrap="square" rtlCol="0">
            <a:spAutoFit/>
          </a:bodyPr>
          <a:lstStyle/>
          <a:p>
            <a:pPr algn="ctr"/>
            <a:r>
              <a:rPr lang="en-US" sz="3600" b="1" dirty="0">
                <a:solidFill>
                  <a:srgbClr val="0C0D03"/>
                </a:solidFill>
                <a:latin typeface="Times New Roman" panose="02020603050405020304" pitchFamily="18" charset="0"/>
                <a:cs typeface="Times New Roman" panose="02020603050405020304" pitchFamily="18" charset="0"/>
              </a:rPr>
              <a:t>introduction</a:t>
            </a:r>
          </a:p>
        </p:txBody>
      </p:sp>
      <p:sp>
        <p:nvSpPr>
          <p:cNvPr id="5" name="Rectangle: Rounded Corners 4">
            <a:extLst>
              <a:ext uri="{FF2B5EF4-FFF2-40B4-BE49-F238E27FC236}">
                <a16:creationId xmlns:a16="http://schemas.microsoft.com/office/drawing/2014/main" id="{C4DC3E14-F9E6-3DDB-D7A1-974862F4E74F}"/>
              </a:ext>
            </a:extLst>
          </p:cNvPr>
          <p:cNvSpPr/>
          <p:nvPr/>
        </p:nvSpPr>
        <p:spPr bwMode="auto">
          <a:xfrm>
            <a:off x="755576" y="1937792"/>
            <a:ext cx="8064896" cy="4155503"/>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 Ordinal: </a:t>
            </a:r>
            <a:r>
              <a:rPr lang="en-US" sz="2000" dirty="0">
                <a:solidFill>
                  <a:srgbClr val="0C0D03"/>
                </a:solidFill>
                <a:latin typeface="Times New Roman" panose="02020603050405020304" pitchFamily="18" charset="0"/>
                <a:cs typeface="Times New Roman" panose="02020603050405020304" pitchFamily="18" charset="0"/>
              </a:rPr>
              <a:t>Values that must have some meaningful order. </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    Example: Suppose there are grade sheets of few students which might contain different grades as per their performance such as A, B, C, D </a:t>
            </a:r>
          </a:p>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Continuous: </a:t>
            </a:r>
            <a:r>
              <a:rPr lang="en-US" sz="2000" dirty="0">
                <a:solidFill>
                  <a:srgbClr val="0C0D03"/>
                </a:solidFill>
                <a:latin typeface="Times New Roman" panose="02020603050405020304" pitchFamily="18" charset="0"/>
                <a:cs typeface="Times New Roman" panose="02020603050405020304" pitchFamily="18" charset="0"/>
              </a:rPr>
              <a:t>May have an infinite number of values, it is in float type </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    Example: Measuring the weight of few Students in a sequence or orderly manner i.e. 50, 51, 52, 53 </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    Weight: 50, 51, 52, 53</a:t>
            </a:r>
          </a:p>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  Discrete: </a:t>
            </a:r>
            <a:r>
              <a:rPr lang="en-US" sz="2000" dirty="0">
                <a:solidFill>
                  <a:srgbClr val="0C0D03"/>
                </a:solidFill>
                <a:latin typeface="Times New Roman" panose="02020603050405020304" pitchFamily="18" charset="0"/>
                <a:cs typeface="Times New Roman" panose="02020603050405020304" pitchFamily="18" charset="0"/>
              </a:rPr>
              <a:t>Finite number of values. </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    Example: Marks of a Student in a few subjects: 65, 70, 75, 80, 90 </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    Marks: 65, 70, 75, 80, 90</a:t>
            </a:r>
          </a:p>
          <a:p>
            <a:pPr marL="0" marR="0" indent="0" algn="just" defTabSz="914400" rtl="0" eaLnBrk="1" fontAlgn="base" latinLnBrk="0" hangingPunct="1">
              <a:lnSpc>
                <a:spcPts val="3000"/>
              </a:lnSpc>
              <a:spcBef>
                <a:spcPct val="0"/>
              </a:spcBef>
              <a:spcAft>
                <a:spcPct val="0"/>
              </a:spcAft>
              <a:buClrTx/>
              <a:buSzTx/>
              <a:buFontTx/>
              <a:buNone/>
              <a:tabLst/>
            </a:pPr>
            <a:endParaRPr lang="en-US" sz="2000"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000" dirty="0">
              <a:solidFill>
                <a:srgbClr val="0C0D03"/>
              </a:solidFill>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CFEB0064-526F-C764-BACB-9F8486DF99F5}"/>
              </a:ext>
            </a:extLst>
          </p:cNvPr>
          <p:cNvPicPr>
            <a:picLocks noChangeAspect="1"/>
          </p:cNvPicPr>
          <p:nvPr/>
        </p:nvPicPr>
        <p:blipFill>
          <a:blip r:embed="rId2">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78339533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F1E106-7B7F-BDBB-123C-741EDB3FEE69}"/>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27CFBD04-AD1E-9595-0ADB-6D92D51D9590}"/>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8</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E9E52BF5-2BA8-6A23-6620-8BECD4D2B99C}"/>
              </a:ext>
            </a:extLst>
          </p:cNvPr>
          <p:cNvSpPr/>
          <p:nvPr/>
        </p:nvSpPr>
        <p:spPr bwMode="auto">
          <a:xfrm>
            <a:off x="2291506" y="1628800"/>
            <a:ext cx="4560987" cy="576064"/>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4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a:t>
            </a:r>
            <a:r>
              <a:rPr lang="en-US" sz="2400" b="1" dirty="0">
                <a:solidFill>
                  <a:schemeClr val="accent5">
                    <a:lumMod val="20000"/>
                    <a:lumOff val="80000"/>
                  </a:schemeClr>
                </a:solidFill>
                <a:latin typeface="Times New Roman" panose="02020603050405020304" pitchFamily="18" charset="0"/>
                <a:cs typeface="Times New Roman" panose="02020603050405020304" pitchFamily="18" charset="0"/>
              </a:rPr>
              <a:t>2</a:t>
            </a:r>
          </a:p>
        </p:txBody>
      </p:sp>
      <p:sp>
        <p:nvSpPr>
          <p:cNvPr id="3" name="TextBox 2">
            <a:extLst>
              <a:ext uri="{FF2B5EF4-FFF2-40B4-BE49-F238E27FC236}">
                <a16:creationId xmlns:a16="http://schemas.microsoft.com/office/drawing/2014/main" id="{250C221F-B8AD-546A-9E76-24087AA5547A}"/>
              </a:ext>
            </a:extLst>
          </p:cNvPr>
          <p:cNvSpPr txBox="1"/>
          <p:nvPr/>
        </p:nvSpPr>
        <p:spPr>
          <a:xfrm>
            <a:off x="251520" y="2828835"/>
            <a:ext cx="8640960" cy="1077218"/>
          </a:xfrm>
          <a:prstGeom prst="rect">
            <a:avLst/>
          </a:prstGeom>
          <a:noFill/>
        </p:spPr>
        <p:txBody>
          <a:bodyPr wrap="square" rtlCol="0">
            <a:spAutoFit/>
          </a:bodyPr>
          <a:lstStyle/>
          <a:p>
            <a:pPr algn="ctr"/>
            <a:r>
              <a:rPr lang="en-US" sz="3200" b="1" dirty="0">
                <a:solidFill>
                  <a:srgbClr val="0C0D03"/>
                </a:solidFill>
                <a:latin typeface="Times New Roman" panose="02020603050405020304" pitchFamily="18" charset="0"/>
                <a:cs typeface="Times New Roman" panose="02020603050405020304" pitchFamily="18" charset="0"/>
              </a:rPr>
              <a:t>The process of building a classification model typically involves the following steps:</a:t>
            </a:r>
          </a:p>
        </p:txBody>
      </p:sp>
      <p:pic>
        <p:nvPicPr>
          <p:cNvPr id="4" name="Picture 3">
            <a:extLst>
              <a:ext uri="{FF2B5EF4-FFF2-40B4-BE49-F238E27FC236}">
                <a16:creationId xmlns:a16="http://schemas.microsoft.com/office/drawing/2014/main" id="{D723E55B-7F82-3702-781B-0DAE3AB8BD48}"/>
              </a:ext>
            </a:extLst>
          </p:cNvPr>
          <p:cNvPicPr>
            <a:picLocks noChangeAspect="1"/>
          </p:cNvPicPr>
          <p:nvPr/>
        </p:nvPicPr>
        <p:blipFill>
          <a:blip r:embed="rId2">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19066602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382B17-6440-B156-28D3-EFA81B9CFFAF}"/>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51FEE5FF-F6DF-54F9-F571-70790AF2C8A0}"/>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9</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F0F58343-0DEF-0629-962F-1F15A4D8B9A8}"/>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2</a:t>
            </a:r>
          </a:p>
        </p:txBody>
      </p:sp>
      <p:sp>
        <p:nvSpPr>
          <p:cNvPr id="3" name="TextBox 2">
            <a:extLst>
              <a:ext uri="{FF2B5EF4-FFF2-40B4-BE49-F238E27FC236}">
                <a16:creationId xmlns:a16="http://schemas.microsoft.com/office/drawing/2014/main" id="{26030AC8-CCA0-013C-D86F-CBD82153D14E}"/>
              </a:ext>
            </a:extLst>
          </p:cNvPr>
          <p:cNvSpPr txBox="1"/>
          <p:nvPr/>
        </p:nvSpPr>
        <p:spPr>
          <a:xfrm>
            <a:off x="1259632" y="1197622"/>
            <a:ext cx="7632848" cy="646331"/>
          </a:xfrm>
          <a:prstGeom prst="rect">
            <a:avLst/>
          </a:prstGeom>
          <a:noFill/>
        </p:spPr>
        <p:txBody>
          <a:bodyPr wrap="square" rtlCol="0">
            <a:spAutoFit/>
          </a:bodyPr>
          <a:lstStyle/>
          <a:p>
            <a:pPr algn="ctr"/>
            <a:r>
              <a:rPr lang="en-US" sz="3600" b="1" dirty="0">
                <a:solidFill>
                  <a:srgbClr val="0C0D03"/>
                </a:solidFill>
                <a:latin typeface="Times New Roman" panose="02020603050405020304" pitchFamily="18" charset="0"/>
                <a:cs typeface="Times New Roman" panose="02020603050405020304" pitchFamily="18" charset="0"/>
              </a:rPr>
              <a:t>Data Collection: </a:t>
            </a:r>
          </a:p>
        </p:txBody>
      </p:sp>
      <p:sp>
        <p:nvSpPr>
          <p:cNvPr id="4" name="Rectangle: Rounded Corners 3">
            <a:extLst>
              <a:ext uri="{FF2B5EF4-FFF2-40B4-BE49-F238E27FC236}">
                <a16:creationId xmlns:a16="http://schemas.microsoft.com/office/drawing/2014/main" id="{A0E9792D-4E31-67C1-7767-D79C676702BE}"/>
              </a:ext>
            </a:extLst>
          </p:cNvPr>
          <p:cNvSpPr/>
          <p:nvPr/>
        </p:nvSpPr>
        <p:spPr bwMode="auto">
          <a:xfrm>
            <a:off x="755576" y="1937793"/>
            <a:ext cx="8064896" cy="365144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R="0" algn="just" defTabSz="914400" rtl="0" eaLnBrk="1" fontAlgn="base" latinLnBrk="0" hangingPunct="1">
              <a:lnSpc>
                <a:spcPts val="3000"/>
              </a:lnSpc>
              <a:spcBef>
                <a:spcPct val="0"/>
              </a:spcBef>
              <a:spcAft>
                <a:spcPct val="0"/>
              </a:spcAft>
              <a:buClrTx/>
              <a:buSzTx/>
              <a:tabLst/>
            </a:pPr>
            <a:r>
              <a:rPr lang="en-US" sz="2000" dirty="0">
                <a:solidFill>
                  <a:srgbClr val="0C0D03"/>
                </a:solidFill>
                <a:latin typeface="Times New Roman" panose="02020603050405020304" pitchFamily="18" charset="0"/>
                <a:cs typeface="Times New Roman" panose="02020603050405020304" pitchFamily="18" charset="0"/>
              </a:rPr>
              <a:t>The first step in building a classification model is data collection. In this step, the data relevant to the problem at hand is collected. The data should be representative of the problem and should contain all the necessary attributes and labels needed for classification. The data can be collected from various sources, such as surveys, questionnaires, websites, and databases.</a:t>
            </a:r>
          </a:p>
        </p:txBody>
      </p:sp>
      <p:pic>
        <p:nvPicPr>
          <p:cNvPr id="5" name="Picture 4">
            <a:extLst>
              <a:ext uri="{FF2B5EF4-FFF2-40B4-BE49-F238E27FC236}">
                <a16:creationId xmlns:a16="http://schemas.microsoft.com/office/drawing/2014/main" id="{F9D87D2D-F4FF-FAF5-7361-D43A591B08A1}"/>
              </a:ext>
            </a:extLst>
          </p:cNvPr>
          <p:cNvPicPr>
            <a:picLocks noChangeAspect="1"/>
          </p:cNvPicPr>
          <p:nvPr/>
        </p:nvPicPr>
        <p:blipFill>
          <a:blip r:embed="rId2">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98170964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657E49-982B-5BD3-2207-354965B026EC}"/>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3547AFEC-5665-5C66-FBB9-1A92D728CFCA}"/>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10</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2457F2FF-B80E-2EE0-3BE0-0F3F0C85415E}"/>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2</a:t>
            </a:r>
          </a:p>
        </p:txBody>
      </p:sp>
      <p:sp>
        <p:nvSpPr>
          <p:cNvPr id="3" name="TextBox 2">
            <a:extLst>
              <a:ext uri="{FF2B5EF4-FFF2-40B4-BE49-F238E27FC236}">
                <a16:creationId xmlns:a16="http://schemas.microsoft.com/office/drawing/2014/main" id="{DD6BAED6-0AB6-045E-7F80-292B25C3D31A}"/>
              </a:ext>
            </a:extLst>
          </p:cNvPr>
          <p:cNvSpPr txBox="1"/>
          <p:nvPr/>
        </p:nvSpPr>
        <p:spPr>
          <a:xfrm>
            <a:off x="1259632" y="1197622"/>
            <a:ext cx="7632848" cy="646331"/>
          </a:xfrm>
          <a:prstGeom prst="rect">
            <a:avLst/>
          </a:prstGeom>
          <a:noFill/>
        </p:spPr>
        <p:txBody>
          <a:bodyPr wrap="square" rtlCol="0">
            <a:spAutoFit/>
          </a:bodyPr>
          <a:lstStyle/>
          <a:p>
            <a:pPr algn="ctr"/>
            <a:r>
              <a:rPr lang="en-US" sz="3600" b="1" dirty="0">
                <a:solidFill>
                  <a:srgbClr val="0C0D03"/>
                </a:solidFill>
                <a:latin typeface="Times New Roman" panose="02020603050405020304" pitchFamily="18" charset="0"/>
                <a:cs typeface="Times New Roman" panose="02020603050405020304" pitchFamily="18" charset="0"/>
              </a:rPr>
              <a:t>Data Preprocessing:</a:t>
            </a:r>
          </a:p>
        </p:txBody>
      </p:sp>
      <p:sp>
        <p:nvSpPr>
          <p:cNvPr id="4" name="Rectangle: Rounded Corners 3">
            <a:extLst>
              <a:ext uri="{FF2B5EF4-FFF2-40B4-BE49-F238E27FC236}">
                <a16:creationId xmlns:a16="http://schemas.microsoft.com/office/drawing/2014/main" id="{9379B57C-8B13-E432-4ADB-BF75F9F2959D}"/>
              </a:ext>
            </a:extLst>
          </p:cNvPr>
          <p:cNvSpPr/>
          <p:nvPr/>
        </p:nvSpPr>
        <p:spPr bwMode="auto">
          <a:xfrm>
            <a:off x="755576" y="1937793"/>
            <a:ext cx="8064896" cy="365144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R="0" algn="just" defTabSz="914400" rtl="0" eaLnBrk="1" fontAlgn="base" latinLnBrk="0" hangingPunct="1">
              <a:lnSpc>
                <a:spcPts val="3000"/>
              </a:lnSpc>
              <a:spcBef>
                <a:spcPct val="0"/>
              </a:spcBef>
              <a:spcAft>
                <a:spcPct val="0"/>
              </a:spcAft>
              <a:buClrTx/>
              <a:buSzTx/>
              <a:tabLst/>
            </a:pPr>
            <a:r>
              <a:rPr lang="en-US" sz="2000" dirty="0">
                <a:solidFill>
                  <a:srgbClr val="0C0D03"/>
                </a:solidFill>
                <a:latin typeface="Times New Roman" panose="02020603050405020304" pitchFamily="18" charset="0"/>
                <a:cs typeface="Times New Roman" panose="02020603050405020304" pitchFamily="18" charset="0"/>
              </a:rPr>
              <a:t>The second step in building a classification model is data preprocessing. The collected data needs to be preprocessed to ensure its quality. This involves handling missing values, dealing with outliers, and transforming the data into a format suitable for analysis. Data preprocessing also involves converting the data into numerical form, as most classification algorithms require numerical input.</a:t>
            </a:r>
          </a:p>
        </p:txBody>
      </p:sp>
      <p:pic>
        <p:nvPicPr>
          <p:cNvPr id="5" name="Picture 4">
            <a:extLst>
              <a:ext uri="{FF2B5EF4-FFF2-40B4-BE49-F238E27FC236}">
                <a16:creationId xmlns:a16="http://schemas.microsoft.com/office/drawing/2014/main" id="{1F0F3633-A8C3-B729-3B05-9AADB74EE60E}"/>
              </a:ext>
            </a:extLst>
          </p:cNvPr>
          <p:cNvPicPr>
            <a:picLocks noChangeAspect="1"/>
          </p:cNvPicPr>
          <p:nvPr/>
        </p:nvPicPr>
        <p:blipFill>
          <a:blip r:embed="rId2">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7398143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0EE6D4-37D8-E35B-8CA7-760A81DE510C}"/>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D6F8ABCD-6969-C756-D4E9-EBCE51659CC0}"/>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11</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4D7B3784-F498-6AFA-4B14-654AF6E461FB}"/>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2</a:t>
            </a:r>
          </a:p>
        </p:txBody>
      </p:sp>
      <p:sp>
        <p:nvSpPr>
          <p:cNvPr id="3" name="TextBox 2">
            <a:extLst>
              <a:ext uri="{FF2B5EF4-FFF2-40B4-BE49-F238E27FC236}">
                <a16:creationId xmlns:a16="http://schemas.microsoft.com/office/drawing/2014/main" id="{3912B9A1-EE64-7C6B-66CE-16A7BE4983AA}"/>
              </a:ext>
            </a:extLst>
          </p:cNvPr>
          <p:cNvSpPr txBox="1"/>
          <p:nvPr/>
        </p:nvSpPr>
        <p:spPr>
          <a:xfrm>
            <a:off x="1259632" y="1197622"/>
            <a:ext cx="7632848" cy="646331"/>
          </a:xfrm>
          <a:prstGeom prst="rect">
            <a:avLst/>
          </a:prstGeom>
          <a:noFill/>
        </p:spPr>
        <p:txBody>
          <a:bodyPr wrap="square" rtlCol="0">
            <a:spAutoFit/>
          </a:bodyPr>
          <a:lstStyle/>
          <a:p>
            <a:pPr algn="ctr"/>
            <a:r>
              <a:rPr lang="en-US" sz="3600" b="1" dirty="0">
                <a:solidFill>
                  <a:srgbClr val="0C0D03"/>
                </a:solidFill>
                <a:latin typeface="Times New Roman" panose="02020603050405020304" pitchFamily="18" charset="0"/>
                <a:cs typeface="Times New Roman" panose="02020603050405020304" pitchFamily="18" charset="0"/>
              </a:rPr>
              <a:t>Data Preprocessing:</a:t>
            </a:r>
          </a:p>
        </p:txBody>
      </p:sp>
      <p:sp>
        <p:nvSpPr>
          <p:cNvPr id="4" name="Rectangle: Rounded Corners 3">
            <a:extLst>
              <a:ext uri="{FF2B5EF4-FFF2-40B4-BE49-F238E27FC236}">
                <a16:creationId xmlns:a16="http://schemas.microsoft.com/office/drawing/2014/main" id="{76AAFBF6-91F1-54F7-F61F-3E5B6692E4DD}"/>
              </a:ext>
            </a:extLst>
          </p:cNvPr>
          <p:cNvSpPr/>
          <p:nvPr/>
        </p:nvSpPr>
        <p:spPr bwMode="auto">
          <a:xfrm>
            <a:off x="755576" y="1937793"/>
            <a:ext cx="8064896" cy="365144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R="0" algn="just" defTabSz="914400" rtl="0" eaLnBrk="1" fontAlgn="base" latinLnBrk="0" hangingPunct="1">
              <a:lnSpc>
                <a:spcPts val="3000"/>
              </a:lnSpc>
              <a:spcBef>
                <a:spcPct val="0"/>
              </a:spcBef>
              <a:spcAft>
                <a:spcPct val="0"/>
              </a:spcAft>
              <a:buClrTx/>
              <a:buSzTx/>
              <a:tabLst/>
            </a:pPr>
            <a:r>
              <a:rPr lang="en-US" sz="2400" b="1" dirty="0">
                <a:solidFill>
                  <a:srgbClr val="0C0D03"/>
                </a:solidFill>
                <a:latin typeface="Times New Roman" panose="02020603050405020304" pitchFamily="18" charset="0"/>
                <a:cs typeface="Times New Roman" panose="02020603050405020304" pitchFamily="18" charset="0"/>
              </a:rPr>
              <a:t>Handling Missing Values: </a:t>
            </a:r>
            <a:r>
              <a:rPr lang="en-US" sz="2000" dirty="0">
                <a:solidFill>
                  <a:srgbClr val="0C0D03"/>
                </a:solidFill>
                <a:latin typeface="Times New Roman" panose="02020603050405020304" pitchFamily="18" charset="0"/>
                <a:cs typeface="Times New Roman" panose="02020603050405020304" pitchFamily="18" charset="0"/>
              </a:rPr>
              <a:t>Missing values in the dataset can be handled by replacing them with the mean, median, or mode of the corresponding feature or by removing the entire record.</a:t>
            </a:r>
          </a:p>
          <a:p>
            <a:pPr marR="0" algn="just" defTabSz="914400" rtl="0" eaLnBrk="1" fontAlgn="base" latinLnBrk="0" hangingPunct="1">
              <a:lnSpc>
                <a:spcPts val="3000"/>
              </a:lnSpc>
              <a:spcBef>
                <a:spcPct val="0"/>
              </a:spcBef>
              <a:spcAft>
                <a:spcPct val="0"/>
              </a:spcAft>
              <a:buClrTx/>
              <a:buSzTx/>
              <a:tabLst/>
            </a:pPr>
            <a:endParaRPr lang="en-US" sz="2000" dirty="0">
              <a:solidFill>
                <a:srgbClr val="0C0D03"/>
              </a:solidFill>
              <a:latin typeface="Times New Roman" panose="02020603050405020304" pitchFamily="18" charset="0"/>
              <a:cs typeface="Times New Roman" panose="02020603050405020304" pitchFamily="18" charset="0"/>
            </a:endParaRPr>
          </a:p>
          <a:p>
            <a:pPr marR="0" algn="just" defTabSz="914400" rtl="0" eaLnBrk="1" fontAlgn="base" latinLnBrk="0" hangingPunct="1">
              <a:lnSpc>
                <a:spcPts val="3000"/>
              </a:lnSpc>
              <a:spcBef>
                <a:spcPct val="0"/>
              </a:spcBef>
              <a:spcAft>
                <a:spcPct val="0"/>
              </a:spcAft>
              <a:buClrTx/>
              <a:buSzTx/>
              <a:tabLst/>
            </a:pPr>
            <a:r>
              <a:rPr lang="en-US" sz="2400" b="1" dirty="0">
                <a:solidFill>
                  <a:srgbClr val="0C0D03"/>
                </a:solidFill>
                <a:latin typeface="Times New Roman" panose="02020603050405020304" pitchFamily="18" charset="0"/>
                <a:cs typeface="Times New Roman" panose="02020603050405020304" pitchFamily="18" charset="0"/>
              </a:rPr>
              <a:t>Dealing with Outliers: </a:t>
            </a:r>
            <a:r>
              <a:rPr lang="en-US" sz="2000" dirty="0">
                <a:solidFill>
                  <a:srgbClr val="0C0D03"/>
                </a:solidFill>
                <a:latin typeface="Times New Roman" panose="02020603050405020304" pitchFamily="18" charset="0"/>
                <a:cs typeface="Times New Roman" panose="02020603050405020304" pitchFamily="18" charset="0"/>
              </a:rPr>
              <a:t>Outliers in the dataset can be detected using various statistical techniques such as z-score analysis, boxplots, and scatterplots. Outliers can be removed from the dataset or replaced with the mean, median, or mode of the corresponding feature.</a:t>
            </a:r>
          </a:p>
        </p:txBody>
      </p:sp>
      <p:pic>
        <p:nvPicPr>
          <p:cNvPr id="5" name="Picture 4">
            <a:extLst>
              <a:ext uri="{FF2B5EF4-FFF2-40B4-BE49-F238E27FC236}">
                <a16:creationId xmlns:a16="http://schemas.microsoft.com/office/drawing/2014/main" id="{5236AEFD-E11D-E38A-D894-5D7AFA6A4697}"/>
              </a:ext>
            </a:extLst>
          </p:cNvPr>
          <p:cNvPicPr>
            <a:picLocks noChangeAspect="1"/>
          </p:cNvPicPr>
          <p:nvPr/>
        </p:nvPicPr>
        <p:blipFill>
          <a:blip r:embed="rId2">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33426262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BA4D3D-6860-DEA1-2FC2-E94D9EF31B98}"/>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C83D410C-C675-6432-D997-6A2DB801732E}"/>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12</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4D74136B-7250-908B-F445-88D7206B345D}"/>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2</a:t>
            </a:r>
          </a:p>
        </p:txBody>
      </p:sp>
      <p:sp>
        <p:nvSpPr>
          <p:cNvPr id="3" name="TextBox 2">
            <a:extLst>
              <a:ext uri="{FF2B5EF4-FFF2-40B4-BE49-F238E27FC236}">
                <a16:creationId xmlns:a16="http://schemas.microsoft.com/office/drawing/2014/main" id="{EAB88376-E6A8-3B3E-8D49-3937C38BBFA6}"/>
              </a:ext>
            </a:extLst>
          </p:cNvPr>
          <p:cNvSpPr txBox="1"/>
          <p:nvPr/>
        </p:nvSpPr>
        <p:spPr>
          <a:xfrm>
            <a:off x="1259632" y="1197622"/>
            <a:ext cx="7632848" cy="646331"/>
          </a:xfrm>
          <a:prstGeom prst="rect">
            <a:avLst/>
          </a:prstGeom>
          <a:noFill/>
        </p:spPr>
        <p:txBody>
          <a:bodyPr wrap="square" rtlCol="0">
            <a:spAutoFit/>
          </a:bodyPr>
          <a:lstStyle/>
          <a:p>
            <a:pPr algn="ctr"/>
            <a:r>
              <a:rPr lang="en-US" sz="3600" b="1" dirty="0">
                <a:solidFill>
                  <a:srgbClr val="0C0D03"/>
                </a:solidFill>
                <a:latin typeface="Times New Roman" panose="02020603050405020304" pitchFamily="18" charset="0"/>
                <a:cs typeface="Times New Roman" panose="02020603050405020304" pitchFamily="18" charset="0"/>
              </a:rPr>
              <a:t>Data Preprocessing:</a:t>
            </a:r>
          </a:p>
        </p:txBody>
      </p:sp>
      <p:sp>
        <p:nvSpPr>
          <p:cNvPr id="4" name="Rectangle: Rounded Corners 3">
            <a:extLst>
              <a:ext uri="{FF2B5EF4-FFF2-40B4-BE49-F238E27FC236}">
                <a16:creationId xmlns:a16="http://schemas.microsoft.com/office/drawing/2014/main" id="{A2F384DA-3B84-4EF5-45A3-A7AD1C217C31}"/>
              </a:ext>
            </a:extLst>
          </p:cNvPr>
          <p:cNvSpPr/>
          <p:nvPr/>
        </p:nvSpPr>
        <p:spPr bwMode="auto">
          <a:xfrm>
            <a:off x="755576" y="1937793"/>
            <a:ext cx="8064896" cy="365144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R="0" algn="just" defTabSz="914400" rtl="0" eaLnBrk="1" fontAlgn="base" latinLnBrk="0" hangingPunct="1">
              <a:lnSpc>
                <a:spcPts val="3000"/>
              </a:lnSpc>
              <a:spcBef>
                <a:spcPct val="0"/>
              </a:spcBef>
              <a:spcAft>
                <a:spcPct val="0"/>
              </a:spcAft>
              <a:buClrTx/>
              <a:buSzTx/>
              <a:tabLst/>
            </a:pPr>
            <a:r>
              <a:rPr lang="en-US" sz="2400" b="1" dirty="0">
                <a:solidFill>
                  <a:srgbClr val="0C0D03"/>
                </a:solidFill>
                <a:latin typeface="Times New Roman" panose="02020603050405020304" pitchFamily="18" charset="0"/>
                <a:cs typeface="Times New Roman" panose="02020603050405020304" pitchFamily="18" charset="0"/>
              </a:rPr>
              <a:t>Data Transformation: </a:t>
            </a:r>
            <a:r>
              <a:rPr lang="en-US" sz="2000" dirty="0">
                <a:solidFill>
                  <a:srgbClr val="0C0D03"/>
                </a:solidFill>
                <a:latin typeface="Times New Roman" panose="02020603050405020304" pitchFamily="18" charset="0"/>
                <a:cs typeface="Times New Roman" panose="02020603050405020304" pitchFamily="18" charset="0"/>
              </a:rPr>
              <a:t>Data transformation involves scaling or normalizing the data to bring it into a common scale. This is done to ensure that all features have the same level of importance in the analysis.</a:t>
            </a:r>
          </a:p>
          <a:p>
            <a:pPr marR="0" algn="just" defTabSz="914400" rtl="0" eaLnBrk="1" fontAlgn="base" latinLnBrk="0" hangingPunct="1">
              <a:lnSpc>
                <a:spcPts val="3000"/>
              </a:lnSpc>
              <a:spcBef>
                <a:spcPct val="0"/>
              </a:spcBef>
              <a:spcAft>
                <a:spcPct val="0"/>
              </a:spcAft>
              <a:buClrTx/>
              <a:buSzTx/>
              <a:tabLst/>
            </a:pPr>
            <a:endParaRPr lang="en-US" sz="2000" dirty="0">
              <a:solidFill>
                <a:srgbClr val="0C0D03"/>
              </a:solidFill>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8BB4E9B7-6891-7C1E-0950-03D18B55ACBC}"/>
              </a:ext>
            </a:extLst>
          </p:cNvPr>
          <p:cNvPicPr>
            <a:picLocks noChangeAspect="1"/>
          </p:cNvPicPr>
          <p:nvPr/>
        </p:nvPicPr>
        <p:blipFill>
          <a:blip r:embed="rId2">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10209907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AF9C48-5D31-2C52-5A65-B903C4103AF8}"/>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302A48BB-2C16-2EFF-3ECC-49F187C88CA3}"/>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13</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1287AD02-10AA-D935-83AF-233D99AA969C}"/>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2</a:t>
            </a:r>
          </a:p>
        </p:txBody>
      </p:sp>
      <p:sp>
        <p:nvSpPr>
          <p:cNvPr id="3" name="TextBox 2">
            <a:extLst>
              <a:ext uri="{FF2B5EF4-FFF2-40B4-BE49-F238E27FC236}">
                <a16:creationId xmlns:a16="http://schemas.microsoft.com/office/drawing/2014/main" id="{695D5135-4845-46C9-F3C2-F1817DBA901D}"/>
              </a:ext>
            </a:extLst>
          </p:cNvPr>
          <p:cNvSpPr txBox="1"/>
          <p:nvPr/>
        </p:nvSpPr>
        <p:spPr>
          <a:xfrm>
            <a:off x="1259632" y="1197622"/>
            <a:ext cx="7632848" cy="646331"/>
          </a:xfrm>
          <a:prstGeom prst="rect">
            <a:avLst/>
          </a:prstGeom>
          <a:noFill/>
        </p:spPr>
        <p:txBody>
          <a:bodyPr wrap="square" rtlCol="0">
            <a:spAutoFit/>
          </a:bodyPr>
          <a:lstStyle/>
          <a:p>
            <a:pPr algn="ctr"/>
            <a:r>
              <a:rPr lang="en-US" sz="3600" b="1" dirty="0">
                <a:solidFill>
                  <a:srgbClr val="0C0D03"/>
                </a:solidFill>
                <a:latin typeface="Times New Roman" panose="02020603050405020304" pitchFamily="18" charset="0"/>
                <a:cs typeface="Times New Roman" panose="02020603050405020304" pitchFamily="18" charset="0"/>
              </a:rPr>
              <a:t>Feature Selection:</a:t>
            </a:r>
          </a:p>
        </p:txBody>
      </p:sp>
      <p:sp>
        <p:nvSpPr>
          <p:cNvPr id="4" name="Rectangle: Rounded Corners 3">
            <a:extLst>
              <a:ext uri="{FF2B5EF4-FFF2-40B4-BE49-F238E27FC236}">
                <a16:creationId xmlns:a16="http://schemas.microsoft.com/office/drawing/2014/main" id="{D6608340-0706-22FD-BF95-CA30418F5BD8}"/>
              </a:ext>
            </a:extLst>
          </p:cNvPr>
          <p:cNvSpPr/>
          <p:nvPr/>
        </p:nvSpPr>
        <p:spPr bwMode="auto">
          <a:xfrm>
            <a:off x="755576" y="1937793"/>
            <a:ext cx="8064896" cy="365144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R="0" algn="just" defTabSz="914400" rtl="0" eaLnBrk="1" fontAlgn="base" latinLnBrk="0" hangingPunct="1">
              <a:lnSpc>
                <a:spcPts val="3000"/>
              </a:lnSpc>
              <a:spcBef>
                <a:spcPct val="0"/>
              </a:spcBef>
              <a:spcAft>
                <a:spcPct val="0"/>
              </a:spcAft>
              <a:buClrTx/>
              <a:buSzTx/>
              <a:tabLst/>
            </a:pPr>
            <a:r>
              <a:rPr lang="en-US" sz="2400" b="1" dirty="0">
                <a:solidFill>
                  <a:srgbClr val="0C0D03"/>
                </a:solidFill>
                <a:latin typeface="Times New Roman" panose="02020603050405020304" pitchFamily="18" charset="0"/>
                <a:cs typeface="Times New Roman" panose="02020603050405020304" pitchFamily="18" charset="0"/>
              </a:rPr>
              <a:t>The third step in building a classification </a:t>
            </a:r>
            <a:r>
              <a:rPr lang="en-US" sz="2000" dirty="0">
                <a:solidFill>
                  <a:srgbClr val="0C0D03"/>
                </a:solidFill>
                <a:latin typeface="Times New Roman" panose="02020603050405020304" pitchFamily="18" charset="0"/>
                <a:cs typeface="Times New Roman" panose="02020603050405020304" pitchFamily="18" charset="0"/>
              </a:rPr>
              <a:t>model is feature selection. Feature selection involves identifying the most relevant attributes in the dataset for classification. This can be done using various techniques, such as correlation analysis, information gain, and principal component analysis.</a:t>
            </a:r>
          </a:p>
          <a:p>
            <a:pPr marR="0" algn="just" defTabSz="914400" rtl="0" eaLnBrk="1" fontAlgn="base" latinLnBrk="0" hangingPunct="1">
              <a:lnSpc>
                <a:spcPts val="3000"/>
              </a:lnSpc>
              <a:spcBef>
                <a:spcPct val="0"/>
              </a:spcBef>
              <a:spcAft>
                <a:spcPct val="0"/>
              </a:spcAft>
              <a:buClrTx/>
              <a:buSzTx/>
              <a:tabLst/>
            </a:pPr>
            <a:endParaRPr lang="en-US" sz="2000" dirty="0">
              <a:solidFill>
                <a:srgbClr val="0C0D03"/>
              </a:solidFill>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440907A1-BD02-CF55-163D-D51F5ADB507D}"/>
              </a:ext>
            </a:extLst>
          </p:cNvPr>
          <p:cNvPicPr>
            <a:picLocks noChangeAspect="1"/>
          </p:cNvPicPr>
          <p:nvPr/>
        </p:nvPicPr>
        <p:blipFill>
          <a:blip r:embed="rId2">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33832812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12D86F-0AB8-EE54-5A82-B98BB086C63A}"/>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F50B9E44-A8DB-D76E-10AA-6D5ABC1CFBF0}"/>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14</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6218DF2C-A3AE-0617-4DFC-A98BEA9601C1}"/>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2</a:t>
            </a:r>
          </a:p>
        </p:txBody>
      </p:sp>
      <p:sp>
        <p:nvSpPr>
          <p:cNvPr id="3" name="TextBox 2">
            <a:extLst>
              <a:ext uri="{FF2B5EF4-FFF2-40B4-BE49-F238E27FC236}">
                <a16:creationId xmlns:a16="http://schemas.microsoft.com/office/drawing/2014/main" id="{DD87C8C7-97A1-D991-956F-C842EAD4396F}"/>
              </a:ext>
            </a:extLst>
          </p:cNvPr>
          <p:cNvSpPr txBox="1"/>
          <p:nvPr/>
        </p:nvSpPr>
        <p:spPr>
          <a:xfrm>
            <a:off x="1259632" y="1197622"/>
            <a:ext cx="7632848" cy="646331"/>
          </a:xfrm>
          <a:prstGeom prst="rect">
            <a:avLst/>
          </a:prstGeom>
          <a:noFill/>
        </p:spPr>
        <p:txBody>
          <a:bodyPr wrap="square" rtlCol="0">
            <a:spAutoFit/>
          </a:bodyPr>
          <a:lstStyle/>
          <a:p>
            <a:pPr algn="ctr"/>
            <a:r>
              <a:rPr lang="en-US" sz="3600" b="1" dirty="0">
                <a:solidFill>
                  <a:srgbClr val="0C0D03"/>
                </a:solidFill>
                <a:latin typeface="Times New Roman" panose="02020603050405020304" pitchFamily="18" charset="0"/>
                <a:cs typeface="Times New Roman" panose="02020603050405020304" pitchFamily="18" charset="0"/>
              </a:rPr>
              <a:t>Feature Selection:</a:t>
            </a:r>
          </a:p>
        </p:txBody>
      </p:sp>
      <p:sp>
        <p:nvSpPr>
          <p:cNvPr id="4" name="Rectangle: Rounded Corners 3">
            <a:extLst>
              <a:ext uri="{FF2B5EF4-FFF2-40B4-BE49-F238E27FC236}">
                <a16:creationId xmlns:a16="http://schemas.microsoft.com/office/drawing/2014/main" id="{9CC25223-A146-80F1-D218-BE248C6400F8}"/>
              </a:ext>
            </a:extLst>
          </p:cNvPr>
          <p:cNvSpPr/>
          <p:nvPr/>
        </p:nvSpPr>
        <p:spPr bwMode="auto">
          <a:xfrm>
            <a:off x="755576" y="1937793"/>
            <a:ext cx="8064896" cy="365144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R="0" algn="just" defTabSz="914400" rtl="0" eaLnBrk="1" fontAlgn="base" latinLnBrk="0" hangingPunct="1">
              <a:lnSpc>
                <a:spcPts val="3000"/>
              </a:lnSpc>
              <a:spcBef>
                <a:spcPct val="0"/>
              </a:spcBef>
              <a:spcAft>
                <a:spcPct val="0"/>
              </a:spcAft>
              <a:buClrTx/>
              <a:buSzTx/>
              <a:tabLst/>
            </a:pPr>
            <a:r>
              <a:rPr lang="en-US" sz="2400" b="1" dirty="0">
                <a:solidFill>
                  <a:srgbClr val="0C0D03"/>
                </a:solidFill>
                <a:latin typeface="Times New Roman" panose="02020603050405020304" pitchFamily="18" charset="0"/>
                <a:cs typeface="Times New Roman" panose="02020603050405020304" pitchFamily="18" charset="0"/>
              </a:rPr>
              <a:t>Correlation Analysis: </a:t>
            </a:r>
            <a:r>
              <a:rPr lang="en-US" sz="2000" dirty="0">
                <a:solidFill>
                  <a:srgbClr val="0C0D03"/>
                </a:solidFill>
                <a:latin typeface="Times New Roman" panose="02020603050405020304" pitchFamily="18" charset="0"/>
                <a:cs typeface="Times New Roman" panose="02020603050405020304" pitchFamily="18" charset="0"/>
              </a:rPr>
              <a:t>Correlation analysis involves identifying the correlation between the features in the dataset. Features that are highly correlated with each other can be removed as they do not provide additional information for classification.</a:t>
            </a:r>
          </a:p>
          <a:p>
            <a:pPr marR="0" algn="just" defTabSz="914400" rtl="0" eaLnBrk="1" fontAlgn="base" latinLnBrk="0" hangingPunct="1">
              <a:lnSpc>
                <a:spcPts val="3000"/>
              </a:lnSpc>
              <a:spcBef>
                <a:spcPct val="0"/>
              </a:spcBef>
              <a:spcAft>
                <a:spcPct val="0"/>
              </a:spcAft>
              <a:buClrTx/>
              <a:buSzTx/>
              <a:tabLst/>
            </a:pPr>
            <a:endParaRPr lang="en-US" sz="2000" dirty="0">
              <a:solidFill>
                <a:srgbClr val="0C0D03"/>
              </a:solidFill>
              <a:latin typeface="Times New Roman" panose="02020603050405020304" pitchFamily="18" charset="0"/>
              <a:cs typeface="Times New Roman" panose="02020603050405020304" pitchFamily="18" charset="0"/>
            </a:endParaRPr>
          </a:p>
          <a:p>
            <a:pPr marR="0" algn="just" defTabSz="914400" rtl="0" eaLnBrk="1" fontAlgn="base" latinLnBrk="0" hangingPunct="1">
              <a:lnSpc>
                <a:spcPts val="3000"/>
              </a:lnSpc>
              <a:spcBef>
                <a:spcPct val="0"/>
              </a:spcBef>
              <a:spcAft>
                <a:spcPct val="0"/>
              </a:spcAft>
              <a:buClrTx/>
              <a:buSzTx/>
              <a:tabLst/>
            </a:pPr>
            <a:r>
              <a:rPr lang="en-US" sz="2400" b="1" dirty="0">
                <a:solidFill>
                  <a:srgbClr val="0C0D03"/>
                </a:solidFill>
                <a:latin typeface="Times New Roman" panose="02020603050405020304" pitchFamily="18" charset="0"/>
                <a:cs typeface="Times New Roman" panose="02020603050405020304" pitchFamily="18" charset="0"/>
              </a:rPr>
              <a:t>Information Gain: </a:t>
            </a:r>
            <a:r>
              <a:rPr lang="en-US" sz="2000" dirty="0">
                <a:solidFill>
                  <a:srgbClr val="0C0D03"/>
                </a:solidFill>
                <a:latin typeface="Times New Roman" panose="02020603050405020304" pitchFamily="18" charset="0"/>
                <a:cs typeface="Times New Roman" panose="02020603050405020304" pitchFamily="18" charset="0"/>
              </a:rPr>
              <a:t>Information gain is a measure of the amount of information that a feature provides for classification. Features with high information gain are selected for classification.</a:t>
            </a:r>
          </a:p>
        </p:txBody>
      </p:sp>
      <p:pic>
        <p:nvPicPr>
          <p:cNvPr id="5" name="Picture 4">
            <a:extLst>
              <a:ext uri="{FF2B5EF4-FFF2-40B4-BE49-F238E27FC236}">
                <a16:creationId xmlns:a16="http://schemas.microsoft.com/office/drawing/2014/main" id="{58021F56-B716-211D-A6EC-A804788A6901}"/>
              </a:ext>
            </a:extLst>
          </p:cNvPr>
          <p:cNvPicPr>
            <a:picLocks noChangeAspect="1"/>
          </p:cNvPicPr>
          <p:nvPr/>
        </p:nvPicPr>
        <p:blipFill>
          <a:blip r:embed="rId2">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957543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B65AB2-66BB-8889-B862-F2EC935DDB35}"/>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22267908-5637-CBE5-FDB3-9544981ED06C}"/>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15</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C573D28C-B1E9-0C24-43D7-D6B791F8A07E}"/>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2</a:t>
            </a:r>
          </a:p>
        </p:txBody>
      </p:sp>
      <p:sp>
        <p:nvSpPr>
          <p:cNvPr id="3" name="TextBox 2">
            <a:extLst>
              <a:ext uri="{FF2B5EF4-FFF2-40B4-BE49-F238E27FC236}">
                <a16:creationId xmlns:a16="http://schemas.microsoft.com/office/drawing/2014/main" id="{E806C349-11F4-E83E-53B9-9D82861E3F44}"/>
              </a:ext>
            </a:extLst>
          </p:cNvPr>
          <p:cNvSpPr txBox="1"/>
          <p:nvPr/>
        </p:nvSpPr>
        <p:spPr>
          <a:xfrm>
            <a:off x="1259632" y="1197622"/>
            <a:ext cx="7632848" cy="646331"/>
          </a:xfrm>
          <a:prstGeom prst="rect">
            <a:avLst/>
          </a:prstGeom>
          <a:noFill/>
        </p:spPr>
        <p:txBody>
          <a:bodyPr wrap="square" rtlCol="0">
            <a:spAutoFit/>
          </a:bodyPr>
          <a:lstStyle/>
          <a:p>
            <a:pPr algn="ctr"/>
            <a:r>
              <a:rPr lang="en-US" sz="3600" b="1" dirty="0">
                <a:solidFill>
                  <a:srgbClr val="0C0D03"/>
                </a:solidFill>
                <a:latin typeface="Times New Roman" panose="02020603050405020304" pitchFamily="18" charset="0"/>
                <a:cs typeface="Times New Roman" panose="02020603050405020304" pitchFamily="18" charset="0"/>
              </a:rPr>
              <a:t>Model Selection:</a:t>
            </a:r>
          </a:p>
        </p:txBody>
      </p:sp>
      <p:sp>
        <p:nvSpPr>
          <p:cNvPr id="4" name="Rectangle: Rounded Corners 3">
            <a:extLst>
              <a:ext uri="{FF2B5EF4-FFF2-40B4-BE49-F238E27FC236}">
                <a16:creationId xmlns:a16="http://schemas.microsoft.com/office/drawing/2014/main" id="{70F11BDA-E365-5E7D-3E77-3F12DD95C931}"/>
              </a:ext>
            </a:extLst>
          </p:cNvPr>
          <p:cNvSpPr/>
          <p:nvPr/>
        </p:nvSpPr>
        <p:spPr bwMode="auto">
          <a:xfrm>
            <a:off x="755576" y="1937793"/>
            <a:ext cx="8064896" cy="4675732"/>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R="0" algn="just" defTabSz="914400" rtl="0" eaLnBrk="1" fontAlgn="base" latinLnBrk="0" hangingPunct="1">
              <a:lnSpc>
                <a:spcPts val="3000"/>
              </a:lnSpc>
              <a:spcBef>
                <a:spcPct val="0"/>
              </a:spcBef>
              <a:spcAft>
                <a:spcPct val="0"/>
              </a:spcAft>
              <a:buClrTx/>
              <a:buSzTx/>
              <a:tabLst/>
            </a:pPr>
            <a:r>
              <a:rPr lang="en-US" sz="2400" b="1" dirty="0">
                <a:solidFill>
                  <a:srgbClr val="0C0D03"/>
                </a:solidFill>
                <a:latin typeface="Times New Roman" panose="02020603050405020304" pitchFamily="18" charset="0"/>
                <a:cs typeface="Times New Roman" panose="02020603050405020304" pitchFamily="18" charset="0"/>
              </a:rPr>
              <a:t>The fourth step in building a classification model is model selection. </a:t>
            </a:r>
            <a:r>
              <a:rPr lang="en-US" sz="2000" dirty="0">
                <a:solidFill>
                  <a:srgbClr val="0C0D03"/>
                </a:solidFill>
                <a:latin typeface="Times New Roman" panose="02020603050405020304" pitchFamily="18" charset="0"/>
                <a:cs typeface="Times New Roman" panose="02020603050405020304" pitchFamily="18" charset="0"/>
              </a:rPr>
              <a:t>Model selection involves selecting the appropriate classification algorithm for the problem at hand. There are several algorithms available, such as :</a:t>
            </a:r>
          </a:p>
          <a:p>
            <a:pPr marR="0" algn="just" defTabSz="914400" rtl="0" eaLnBrk="1" fontAlgn="base" latinLnBrk="0" hangingPunct="1">
              <a:lnSpc>
                <a:spcPts val="3000"/>
              </a:lnSpc>
              <a:spcBef>
                <a:spcPct val="0"/>
              </a:spcBef>
              <a:spcAft>
                <a:spcPct val="0"/>
              </a:spcAft>
              <a:buClrTx/>
              <a:buSzTx/>
              <a:tabLst/>
            </a:pPr>
            <a:r>
              <a:rPr lang="en-US" sz="2000" b="1" dirty="0">
                <a:solidFill>
                  <a:srgbClr val="0C0D03"/>
                </a:solidFill>
                <a:latin typeface="Times New Roman" panose="02020603050405020304" pitchFamily="18" charset="0"/>
                <a:cs typeface="Times New Roman" panose="02020603050405020304" pitchFamily="18" charset="0"/>
              </a:rPr>
              <a:t>Classifiers Of Machine Learning: </a:t>
            </a:r>
            <a:endParaRPr lang="en-US" sz="2000" dirty="0">
              <a:solidFill>
                <a:srgbClr val="0C0D03"/>
              </a:solidFill>
              <a:latin typeface="Times New Roman" panose="02020603050405020304" pitchFamily="18" charset="0"/>
              <a:cs typeface="Times New Roman" panose="02020603050405020304" pitchFamily="18" charset="0"/>
            </a:endParaRPr>
          </a:p>
          <a:p>
            <a:pPr marR="0" algn="just" defTabSz="914400" rtl="0" eaLnBrk="1" fontAlgn="base" latinLnBrk="0" hangingPunct="1">
              <a:lnSpc>
                <a:spcPts val="3000"/>
              </a:lnSpc>
              <a:spcBef>
                <a:spcPct val="0"/>
              </a:spcBef>
              <a:spcAft>
                <a:spcPct val="0"/>
              </a:spcAft>
              <a:buClrTx/>
              <a:buSzTx/>
              <a:tabLst/>
            </a:pPr>
            <a:r>
              <a:rPr lang="en-US" sz="2000" dirty="0">
                <a:solidFill>
                  <a:srgbClr val="0C0D03"/>
                </a:solidFill>
                <a:latin typeface="Times New Roman" panose="02020603050405020304" pitchFamily="18" charset="0"/>
                <a:cs typeface="Times New Roman" panose="02020603050405020304" pitchFamily="18" charset="0"/>
              </a:rPr>
              <a:t>    Decision Trees</a:t>
            </a:r>
          </a:p>
          <a:p>
            <a:pPr marR="0" algn="just" defTabSz="914400" rtl="0" eaLnBrk="1" fontAlgn="base" latinLnBrk="0" hangingPunct="1">
              <a:lnSpc>
                <a:spcPts val="3000"/>
              </a:lnSpc>
              <a:spcBef>
                <a:spcPct val="0"/>
              </a:spcBef>
              <a:spcAft>
                <a:spcPct val="0"/>
              </a:spcAft>
              <a:buClrTx/>
              <a:buSzTx/>
              <a:tabLst/>
            </a:pPr>
            <a:r>
              <a:rPr lang="en-US" sz="2000" dirty="0">
                <a:solidFill>
                  <a:srgbClr val="0C0D03"/>
                </a:solidFill>
                <a:latin typeface="Times New Roman" panose="02020603050405020304" pitchFamily="18" charset="0"/>
                <a:cs typeface="Times New Roman" panose="02020603050405020304" pitchFamily="18" charset="0"/>
              </a:rPr>
              <a:t>    Bayesian Classifiers</a:t>
            </a:r>
          </a:p>
          <a:p>
            <a:pPr marR="0" algn="just" defTabSz="914400" rtl="0" eaLnBrk="1" fontAlgn="base" latinLnBrk="0" hangingPunct="1">
              <a:lnSpc>
                <a:spcPts val="3000"/>
              </a:lnSpc>
              <a:spcBef>
                <a:spcPct val="0"/>
              </a:spcBef>
              <a:spcAft>
                <a:spcPct val="0"/>
              </a:spcAft>
              <a:buClrTx/>
              <a:buSzTx/>
              <a:tabLst/>
            </a:pPr>
            <a:r>
              <a:rPr lang="en-US" sz="2000" dirty="0">
                <a:solidFill>
                  <a:srgbClr val="0C0D03"/>
                </a:solidFill>
                <a:latin typeface="Times New Roman" panose="02020603050405020304" pitchFamily="18" charset="0"/>
                <a:cs typeface="Times New Roman" panose="02020603050405020304" pitchFamily="18" charset="0"/>
              </a:rPr>
              <a:t>    Neural Networks</a:t>
            </a:r>
          </a:p>
          <a:p>
            <a:pPr marR="0" algn="just" defTabSz="914400" rtl="0" eaLnBrk="1" fontAlgn="base" latinLnBrk="0" hangingPunct="1">
              <a:lnSpc>
                <a:spcPts val="3000"/>
              </a:lnSpc>
              <a:spcBef>
                <a:spcPct val="0"/>
              </a:spcBef>
              <a:spcAft>
                <a:spcPct val="0"/>
              </a:spcAft>
              <a:buClrTx/>
              <a:buSzTx/>
              <a:tabLst/>
            </a:pPr>
            <a:r>
              <a:rPr lang="en-US" sz="2000" dirty="0">
                <a:solidFill>
                  <a:srgbClr val="0C0D03"/>
                </a:solidFill>
                <a:latin typeface="Times New Roman" panose="02020603050405020304" pitchFamily="18" charset="0"/>
                <a:cs typeface="Times New Roman" panose="02020603050405020304" pitchFamily="18" charset="0"/>
              </a:rPr>
              <a:t>    K-Nearest </a:t>
            </a:r>
            <a:r>
              <a:rPr lang="en-US" sz="2000" dirty="0" err="1">
                <a:solidFill>
                  <a:srgbClr val="0C0D03"/>
                </a:solidFill>
                <a:latin typeface="Times New Roman" panose="02020603050405020304" pitchFamily="18" charset="0"/>
                <a:cs typeface="Times New Roman" panose="02020603050405020304" pitchFamily="18" charset="0"/>
              </a:rPr>
              <a:t>Neighbour</a:t>
            </a:r>
            <a:endParaRPr lang="en-US" sz="2000" dirty="0">
              <a:solidFill>
                <a:srgbClr val="0C0D03"/>
              </a:solidFill>
              <a:latin typeface="Times New Roman" panose="02020603050405020304" pitchFamily="18" charset="0"/>
              <a:cs typeface="Times New Roman" panose="02020603050405020304" pitchFamily="18" charset="0"/>
            </a:endParaRPr>
          </a:p>
          <a:p>
            <a:pPr marR="0" algn="just" defTabSz="914400" rtl="0" eaLnBrk="1" fontAlgn="base" latinLnBrk="0" hangingPunct="1">
              <a:lnSpc>
                <a:spcPts val="3000"/>
              </a:lnSpc>
              <a:spcBef>
                <a:spcPct val="0"/>
              </a:spcBef>
              <a:spcAft>
                <a:spcPct val="0"/>
              </a:spcAft>
              <a:buClrTx/>
              <a:buSzTx/>
              <a:tabLst/>
            </a:pPr>
            <a:r>
              <a:rPr lang="en-US" sz="2000" dirty="0">
                <a:solidFill>
                  <a:srgbClr val="0C0D03"/>
                </a:solidFill>
                <a:latin typeface="Times New Roman" panose="02020603050405020304" pitchFamily="18" charset="0"/>
                <a:cs typeface="Times New Roman" panose="02020603050405020304" pitchFamily="18" charset="0"/>
              </a:rPr>
              <a:t>    Support Vector Machines</a:t>
            </a:r>
          </a:p>
          <a:p>
            <a:pPr marR="0" algn="just" defTabSz="914400" rtl="0" eaLnBrk="1" fontAlgn="base" latinLnBrk="0" hangingPunct="1">
              <a:lnSpc>
                <a:spcPts val="3000"/>
              </a:lnSpc>
              <a:spcBef>
                <a:spcPct val="0"/>
              </a:spcBef>
              <a:spcAft>
                <a:spcPct val="0"/>
              </a:spcAft>
              <a:buClrTx/>
              <a:buSzTx/>
              <a:tabLst/>
            </a:pPr>
            <a:r>
              <a:rPr lang="en-US" sz="2000" dirty="0">
                <a:solidFill>
                  <a:srgbClr val="0C0D03"/>
                </a:solidFill>
                <a:latin typeface="Times New Roman" panose="02020603050405020304" pitchFamily="18" charset="0"/>
                <a:cs typeface="Times New Roman" panose="02020603050405020304" pitchFamily="18" charset="0"/>
              </a:rPr>
              <a:t>    Linear Regression</a:t>
            </a:r>
          </a:p>
          <a:p>
            <a:pPr marR="0" algn="just" defTabSz="914400" rtl="0" eaLnBrk="1" fontAlgn="base" latinLnBrk="0" hangingPunct="1">
              <a:lnSpc>
                <a:spcPts val="3000"/>
              </a:lnSpc>
              <a:spcBef>
                <a:spcPct val="0"/>
              </a:spcBef>
              <a:spcAft>
                <a:spcPct val="0"/>
              </a:spcAft>
              <a:buClrTx/>
              <a:buSzTx/>
              <a:tabLst/>
            </a:pPr>
            <a:r>
              <a:rPr lang="en-US" sz="2000" dirty="0">
                <a:solidFill>
                  <a:srgbClr val="0C0D03"/>
                </a:solidFill>
                <a:latin typeface="Times New Roman" panose="02020603050405020304" pitchFamily="18" charset="0"/>
                <a:cs typeface="Times New Roman" panose="02020603050405020304" pitchFamily="18" charset="0"/>
              </a:rPr>
              <a:t>    Logistic </a:t>
            </a:r>
            <a:r>
              <a:rPr lang="en-US" sz="2000" dirty="0" err="1">
                <a:solidFill>
                  <a:srgbClr val="0C0D03"/>
                </a:solidFill>
                <a:latin typeface="Times New Roman" panose="02020603050405020304" pitchFamily="18" charset="0"/>
                <a:cs typeface="Times New Roman" panose="02020603050405020304" pitchFamily="18" charset="0"/>
              </a:rPr>
              <a:t>Regressio</a:t>
            </a:r>
            <a:endParaRPr lang="en-US" sz="2000" dirty="0">
              <a:solidFill>
                <a:srgbClr val="0C0D03"/>
              </a:solidFill>
              <a:latin typeface="Times New Roman" panose="02020603050405020304" pitchFamily="18" charset="0"/>
              <a:cs typeface="Times New Roman" panose="02020603050405020304" pitchFamily="18" charset="0"/>
            </a:endParaRPr>
          </a:p>
          <a:p>
            <a:pPr marR="0" algn="just" defTabSz="914400" rtl="0" eaLnBrk="1" fontAlgn="base" latinLnBrk="0" hangingPunct="1">
              <a:lnSpc>
                <a:spcPts val="3000"/>
              </a:lnSpc>
              <a:spcBef>
                <a:spcPct val="0"/>
              </a:spcBef>
              <a:spcAft>
                <a:spcPct val="0"/>
              </a:spcAft>
              <a:buClrTx/>
              <a:buSzTx/>
              <a:tabLst/>
            </a:pPr>
            <a:endParaRPr lang="en-US" sz="2000" dirty="0">
              <a:solidFill>
                <a:srgbClr val="0C0D03"/>
              </a:solidFill>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576EE503-8FD6-5B19-CE98-86B953C2C093}"/>
              </a:ext>
            </a:extLst>
          </p:cNvPr>
          <p:cNvPicPr>
            <a:picLocks noChangeAspect="1"/>
          </p:cNvPicPr>
          <p:nvPr/>
        </p:nvPicPr>
        <p:blipFill>
          <a:blip r:embed="rId2">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199674979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336A14-8943-349A-BE8E-E1C2D5E33340}"/>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7C966E3D-CFEB-3FEF-3585-B383E6DD0B2B}"/>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16</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D381BA4C-D47B-BE84-6B28-768CFAED1A7D}"/>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2</a:t>
            </a:r>
          </a:p>
        </p:txBody>
      </p:sp>
      <p:sp>
        <p:nvSpPr>
          <p:cNvPr id="3" name="TextBox 2">
            <a:extLst>
              <a:ext uri="{FF2B5EF4-FFF2-40B4-BE49-F238E27FC236}">
                <a16:creationId xmlns:a16="http://schemas.microsoft.com/office/drawing/2014/main" id="{2D319E94-FDBF-8263-F350-D8660E76AD5A}"/>
              </a:ext>
            </a:extLst>
          </p:cNvPr>
          <p:cNvSpPr txBox="1"/>
          <p:nvPr/>
        </p:nvSpPr>
        <p:spPr>
          <a:xfrm>
            <a:off x="1259632" y="1197622"/>
            <a:ext cx="7632848" cy="646331"/>
          </a:xfrm>
          <a:prstGeom prst="rect">
            <a:avLst/>
          </a:prstGeom>
          <a:noFill/>
        </p:spPr>
        <p:txBody>
          <a:bodyPr wrap="square" rtlCol="0">
            <a:spAutoFit/>
          </a:bodyPr>
          <a:lstStyle/>
          <a:p>
            <a:pPr algn="ctr"/>
            <a:r>
              <a:rPr lang="en-US" sz="3600" b="1" dirty="0">
                <a:solidFill>
                  <a:srgbClr val="0C0D03"/>
                </a:solidFill>
                <a:latin typeface="Times New Roman" panose="02020603050405020304" pitchFamily="18" charset="0"/>
                <a:cs typeface="Times New Roman" panose="02020603050405020304" pitchFamily="18" charset="0"/>
              </a:rPr>
              <a:t>Model Selection:</a:t>
            </a:r>
          </a:p>
        </p:txBody>
      </p:sp>
      <p:sp>
        <p:nvSpPr>
          <p:cNvPr id="4" name="Rectangle: Rounded Corners 3">
            <a:extLst>
              <a:ext uri="{FF2B5EF4-FFF2-40B4-BE49-F238E27FC236}">
                <a16:creationId xmlns:a16="http://schemas.microsoft.com/office/drawing/2014/main" id="{9A929A8D-027E-2F10-4276-EDB49BBB0F62}"/>
              </a:ext>
            </a:extLst>
          </p:cNvPr>
          <p:cNvSpPr/>
          <p:nvPr/>
        </p:nvSpPr>
        <p:spPr bwMode="auto">
          <a:xfrm>
            <a:off x="755576" y="1937793"/>
            <a:ext cx="8064896" cy="365144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R="0" algn="just" defTabSz="914400" rtl="0" eaLnBrk="1" fontAlgn="base" latinLnBrk="0" hangingPunct="1">
              <a:lnSpc>
                <a:spcPts val="3000"/>
              </a:lnSpc>
              <a:spcBef>
                <a:spcPct val="0"/>
              </a:spcBef>
              <a:spcAft>
                <a:spcPct val="0"/>
              </a:spcAft>
              <a:buClrTx/>
              <a:buSzTx/>
              <a:tabLst/>
            </a:pPr>
            <a:r>
              <a:rPr lang="en-US" sz="2400" b="1" dirty="0">
                <a:solidFill>
                  <a:srgbClr val="0C0D03"/>
                </a:solidFill>
                <a:latin typeface="Times New Roman" panose="02020603050405020304" pitchFamily="18" charset="0"/>
                <a:cs typeface="Times New Roman" panose="02020603050405020304" pitchFamily="18" charset="0"/>
              </a:rPr>
              <a:t>Classifiers can be categorized into two major types:</a:t>
            </a:r>
          </a:p>
          <a:p>
            <a:pPr marR="0" algn="just" defTabSz="914400" rtl="0" eaLnBrk="1" fontAlgn="base" latinLnBrk="0" hangingPunct="1">
              <a:lnSpc>
                <a:spcPts val="3000"/>
              </a:lnSpc>
              <a:spcBef>
                <a:spcPct val="0"/>
              </a:spcBef>
              <a:spcAft>
                <a:spcPct val="0"/>
              </a:spcAft>
              <a:buClrTx/>
              <a:buSzTx/>
              <a:tabLst/>
            </a:pPr>
            <a:r>
              <a:rPr lang="en-US" sz="2000" dirty="0">
                <a:solidFill>
                  <a:srgbClr val="0C0D03"/>
                </a:solidFill>
                <a:latin typeface="Times New Roman" panose="02020603050405020304" pitchFamily="18" charset="0"/>
                <a:cs typeface="Times New Roman" panose="02020603050405020304" pitchFamily="18" charset="0"/>
              </a:rPr>
              <a:t>1.Discriminative</a:t>
            </a:r>
          </a:p>
          <a:p>
            <a:pPr marR="0" algn="just" defTabSz="914400" rtl="0" eaLnBrk="1" fontAlgn="base" latinLnBrk="0" hangingPunct="1">
              <a:lnSpc>
                <a:spcPts val="3000"/>
              </a:lnSpc>
              <a:spcBef>
                <a:spcPct val="0"/>
              </a:spcBef>
              <a:spcAft>
                <a:spcPct val="0"/>
              </a:spcAft>
              <a:buClrTx/>
              <a:buSzTx/>
              <a:tabLst/>
            </a:pPr>
            <a:r>
              <a:rPr lang="en-US" sz="2000" dirty="0">
                <a:solidFill>
                  <a:srgbClr val="0C0D03"/>
                </a:solidFill>
                <a:latin typeface="Times New Roman" panose="02020603050405020304" pitchFamily="18" charset="0"/>
                <a:cs typeface="Times New Roman" panose="02020603050405020304" pitchFamily="18" charset="0"/>
              </a:rPr>
              <a:t>2. Generative:</a:t>
            </a:r>
          </a:p>
        </p:txBody>
      </p:sp>
      <p:pic>
        <p:nvPicPr>
          <p:cNvPr id="5" name="Picture 4">
            <a:extLst>
              <a:ext uri="{FF2B5EF4-FFF2-40B4-BE49-F238E27FC236}">
                <a16:creationId xmlns:a16="http://schemas.microsoft.com/office/drawing/2014/main" id="{A3E7842B-2B78-115A-401A-71363770FFB3}"/>
              </a:ext>
            </a:extLst>
          </p:cNvPr>
          <p:cNvPicPr>
            <a:picLocks noChangeAspect="1"/>
          </p:cNvPicPr>
          <p:nvPr/>
        </p:nvPicPr>
        <p:blipFill>
          <a:blip r:embed="rId2">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302767031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66FEDB-B715-BABF-3DD5-B293055086D0}"/>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5457FE8F-76ED-C4D7-73C3-727A1AA3F52C}"/>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17</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4493E7A6-F072-EFA8-D17D-5F73344AA700}"/>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2</a:t>
            </a:r>
          </a:p>
        </p:txBody>
      </p:sp>
      <p:sp>
        <p:nvSpPr>
          <p:cNvPr id="3" name="TextBox 2">
            <a:extLst>
              <a:ext uri="{FF2B5EF4-FFF2-40B4-BE49-F238E27FC236}">
                <a16:creationId xmlns:a16="http://schemas.microsoft.com/office/drawing/2014/main" id="{0C562C29-6973-2C8E-5570-0A216AB5BB94}"/>
              </a:ext>
            </a:extLst>
          </p:cNvPr>
          <p:cNvSpPr txBox="1"/>
          <p:nvPr/>
        </p:nvSpPr>
        <p:spPr>
          <a:xfrm>
            <a:off x="1259632" y="1197622"/>
            <a:ext cx="7632848" cy="646331"/>
          </a:xfrm>
          <a:prstGeom prst="rect">
            <a:avLst/>
          </a:prstGeom>
          <a:noFill/>
        </p:spPr>
        <p:txBody>
          <a:bodyPr wrap="square" rtlCol="0">
            <a:spAutoFit/>
          </a:bodyPr>
          <a:lstStyle/>
          <a:p>
            <a:pPr algn="ctr"/>
            <a:r>
              <a:rPr lang="en-US" sz="3600" b="1" dirty="0">
                <a:solidFill>
                  <a:srgbClr val="0C0D03"/>
                </a:solidFill>
                <a:latin typeface="Times New Roman" panose="02020603050405020304" pitchFamily="18" charset="0"/>
                <a:cs typeface="Times New Roman" panose="02020603050405020304" pitchFamily="18" charset="0"/>
              </a:rPr>
              <a:t>Model Selection:</a:t>
            </a:r>
          </a:p>
        </p:txBody>
      </p:sp>
      <p:sp>
        <p:nvSpPr>
          <p:cNvPr id="4" name="Rectangle: Rounded Corners 3">
            <a:extLst>
              <a:ext uri="{FF2B5EF4-FFF2-40B4-BE49-F238E27FC236}">
                <a16:creationId xmlns:a16="http://schemas.microsoft.com/office/drawing/2014/main" id="{704E5ADD-F696-8CEA-CF78-C8605F7ACE68}"/>
              </a:ext>
            </a:extLst>
          </p:cNvPr>
          <p:cNvSpPr/>
          <p:nvPr/>
        </p:nvSpPr>
        <p:spPr bwMode="auto">
          <a:xfrm>
            <a:off x="755576" y="1937793"/>
            <a:ext cx="8064896" cy="365144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R="0" algn="just" defTabSz="914400" rtl="0" eaLnBrk="1" fontAlgn="base" latinLnBrk="0" hangingPunct="1">
              <a:lnSpc>
                <a:spcPts val="3000"/>
              </a:lnSpc>
              <a:spcBef>
                <a:spcPct val="0"/>
              </a:spcBef>
              <a:spcAft>
                <a:spcPct val="0"/>
              </a:spcAft>
              <a:buClrTx/>
              <a:buSzTx/>
              <a:tabLst/>
            </a:pPr>
            <a:r>
              <a:rPr lang="en-US" sz="2400" b="1" dirty="0">
                <a:solidFill>
                  <a:srgbClr val="0C0D03"/>
                </a:solidFill>
                <a:latin typeface="Times New Roman" panose="02020603050405020304" pitchFamily="18" charset="0"/>
                <a:cs typeface="Times New Roman" panose="02020603050405020304" pitchFamily="18" charset="0"/>
              </a:rPr>
              <a:t>Discriminative: </a:t>
            </a:r>
            <a:r>
              <a:rPr lang="en-US" sz="2000" dirty="0">
                <a:solidFill>
                  <a:srgbClr val="0C0D03"/>
                </a:solidFill>
                <a:latin typeface="Times New Roman" panose="02020603050405020304" pitchFamily="18" charset="0"/>
                <a:cs typeface="Times New Roman" panose="02020603050405020304" pitchFamily="18" charset="0"/>
              </a:rPr>
              <a:t>It is a very basic classifier and determines just one class for each row of data. It tries to model just by depending on the observed data, depends heavily on the quality of data rather than on distributions. </a:t>
            </a:r>
          </a:p>
          <a:p>
            <a:pPr marR="0" algn="just" defTabSz="914400" rtl="0" eaLnBrk="1" fontAlgn="base" latinLnBrk="0" hangingPunct="1">
              <a:lnSpc>
                <a:spcPts val="3000"/>
              </a:lnSpc>
              <a:spcBef>
                <a:spcPct val="0"/>
              </a:spcBef>
              <a:spcAft>
                <a:spcPct val="0"/>
              </a:spcAft>
              <a:buClrTx/>
              <a:buSzTx/>
              <a:tabLst/>
            </a:pPr>
            <a:r>
              <a:rPr lang="en-US" sz="2000" dirty="0">
                <a:solidFill>
                  <a:srgbClr val="0C0D03"/>
                </a:solidFill>
                <a:latin typeface="Times New Roman" panose="02020603050405020304" pitchFamily="18" charset="0"/>
                <a:cs typeface="Times New Roman" panose="02020603050405020304" pitchFamily="18" charset="0"/>
              </a:rPr>
              <a:t>Example: Logistic Regression</a:t>
            </a:r>
          </a:p>
          <a:p>
            <a:pPr marR="0" algn="just" defTabSz="914400" rtl="0" eaLnBrk="1" fontAlgn="base" latinLnBrk="0" hangingPunct="1">
              <a:lnSpc>
                <a:spcPts val="3000"/>
              </a:lnSpc>
              <a:spcBef>
                <a:spcPct val="0"/>
              </a:spcBef>
              <a:spcAft>
                <a:spcPct val="0"/>
              </a:spcAft>
              <a:buClrTx/>
              <a:buSzTx/>
              <a:tabLst/>
            </a:pPr>
            <a:endParaRPr lang="en-US" sz="2000" dirty="0">
              <a:solidFill>
                <a:srgbClr val="0C0D03"/>
              </a:solidFill>
              <a:latin typeface="Times New Roman" panose="02020603050405020304" pitchFamily="18" charset="0"/>
              <a:cs typeface="Times New Roman" panose="02020603050405020304" pitchFamily="18" charset="0"/>
            </a:endParaRPr>
          </a:p>
          <a:p>
            <a:pPr marR="0" algn="just" defTabSz="914400" rtl="0" eaLnBrk="1" fontAlgn="base" latinLnBrk="0" hangingPunct="1">
              <a:lnSpc>
                <a:spcPts val="3000"/>
              </a:lnSpc>
              <a:spcBef>
                <a:spcPct val="0"/>
              </a:spcBef>
              <a:spcAft>
                <a:spcPct val="0"/>
              </a:spcAft>
              <a:buClrTx/>
              <a:buSzTx/>
              <a:tabLst/>
            </a:pPr>
            <a:r>
              <a:rPr lang="en-US" sz="2400" b="1" dirty="0">
                <a:solidFill>
                  <a:srgbClr val="0C0D03"/>
                </a:solidFill>
                <a:latin typeface="Times New Roman" panose="02020603050405020304" pitchFamily="18" charset="0"/>
                <a:cs typeface="Times New Roman" panose="02020603050405020304" pitchFamily="18" charset="0"/>
              </a:rPr>
              <a:t>Generative: </a:t>
            </a:r>
            <a:r>
              <a:rPr lang="en-US" sz="2000" dirty="0">
                <a:solidFill>
                  <a:srgbClr val="0C0D03"/>
                </a:solidFill>
                <a:latin typeface="Times New Roman" panose="02020603050405020304" pitchFamily="18" charset="0"/>
                <a:cs typeface="Times New Roman" panose="02020603050405020304" pitchFamily="18" charset="0"/>
              </a:rPr>
              <a:t>It models the distribution of individual classes and tries to learn the model that generates the data behind the scenes by estimating assumptions and distributions of the model. Used to predict the unseen data. </a:t>
            </a:r>
          </a:p>
        </p:txBody>
      </p:sp>
      <p:pic>
        <p:nvPicPr>
          <p:cNvPr id="5" name="Picture 4">
            <a:extLst>
              <a:ext uri="{FF2B5EF4-FFF2-40B4-BE49-F238E27FC236}">
                <a16:creationId xmlns:a16="http://schemas.microsoft.com/office/drawing/2014/main" id="{4F4A6974-0D0C-84C6-C6FD-66BB742916A2}"/>
              </a:ext>
            </a:extLst>
          </p:cNvPr>
          <p:cNvPicPr>
            <a:picLocks noChangeAspect="1"/>
          </p:cNvPicPr>
          <p:nvPr/>
        </p:nvPicPr>
        <p:blipFill>
          <a:blip r:embed="rId2">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182253799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670A59-DEED-8B0D-F5DE-2292D00653D8}"/>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5E98B14C-6277-F645-6D01-FAF0013F8EEB}"/>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18</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927D237E-2C5C-C597-94C2-9505AF4C2AA8}"/>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2</a:t>
            </a:r>
          </a:p>
        </p:txBody>
      </p:sp>
      <p:sp>
        <p:nvSpPr>
          <p:cNvPr id="3" name="TextBox 2">
            <a:extLst>
              <a:ext uri="{FF2B5EF4-FFF2-40B4-BE49-F238E27FC236}">
                <a16:creationId xmlns:a16="http://schemas.microsoft.com/office/drawing/2014/main" id="{C182F170-6E4C-599F-05FF-397AB97065AA}"/>
              </a:ext>
            </a:extLst>
          </p:cNvPr>
          <p:cNvSpPr txBox="1"/>
          <p:nvPr/>
        </p:nvSpPr>
        <p:spPr>
          <a:xfrm>
            <a:off x="1259632" y="1197622"/>
            <a:ext cx="7632848" cy="646331"/>
          </a:xfrm>
          <a:prstGeom prst="rect">
            <a:avLst/>
          </a:prstGeom>
          <a:noFill/>
        </p:spPr>
        <p:txBody>
          <a:bodyPr wrap="square" rtlCol="0">
            <a:spAutoFit/>
          </a:bodyPr>
          <a:lstStyle/>
          <a:p>
            <a:pPr algn="ctr"/>
            <a:r>
              <a:rPr lang="en-US" sz="3600" b="1" dirty="0">
                <a:solidFill>
                  <a:srgbClr val="0C0D03"/>
                </a:solidFill>
                <a:latin typeface="Times New Roman" panose="02020603050405020304" pitchFamily="18" charset="0"/>
                <a:cs typeface="Times New Roman" panose="02020603050405020304" pitchFamily="18" charset="0"/>
              </a:rPr>
              <a:t>Model Selection:</a:t>
            </a:r>
          </a:p>
        </p:txBody>
      </p:sp>
      <p:sp>
        <p:nvSpPr>
          <p:cNvPr id="4" name="Rectangle: Rounded Corners 3">
            <a:extLst>
              <a:ext uri="{FF2B5EF4-FFF2-40B4-BE49-F238E27FC236}">
                <a16:creationId xmlns:a16="http://schemas.microsoft.com/office/drawing/2014/main" id="{DDD14E0A-BA38-EDAC-3BC0-40E73DD2A757}"/>
              </a:ext>
            </a:extLst>
          </p:cNvPr>
          <p:cNvSpPr/>
          <p:nvPr/>
        </p:nvSpPr>
        <p:spPr bwMode="auto">
          <a:xfrm>
            <a:off x="755576" y="1937793"/>
            <a:ext cx="8064896" cy="4385220"/>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R="0" algn="just" defTabSz="914400" rtl="0" eaLnBrk="1" fontAlgn="base" latinLnBrk="0" hangingPunct="1">
              <a:lnSpc>
                <a:spcPts val="3000"/>
              </a:lnSpc>
              <a:spcBef>
                <a:spcPct val="0"/>
              </a:spcBef>
              <a:spcAft>
                <a:spcPct val="0"/>
              </a:spcAft>
              <a:buClrTx/>
              <a:buSzTx/>
              <a:tabLst/>
            </a:pPr>
            <a:r>
              <a:rPr lang="en-US" sz="2400" b="1" dirty="0">
                <a:solidFill>
                  <a:srgbClr val="0C0D03"/>
                </a:solidFill>
                <a:latin typeface="Times New Roman" panose="02020603050405020304" pitchFamily="18" charset="0"/>
                <a:cs typeface="Times New Roman" panose="02020603050405020304" pitchFamily="18" charset="0"/>
              </a:rPr>
              <a:t>Example: Naive Bayes Classifier </a:t>
            </a:r>
          </a:p>
          <a:p>
            <a:pPr marR="0" algn="just" defTabSz="914400" rtl="0" eaLnBrk="1" fontAlgn="base" latinLnBrk="0" hangingPunct="1">
              <a:lnSpc>
                <a:spcPts val="3000"/>
              </a:lnSpc>
              <a:spcBef>
                <a:spcPct val="0"/>
              </a:spcBef>
              <a:spcAft>
                <a:spcPct val="0"/>
              </a:spcAft>
              <a:buClrTx/>
              <a:buSzTx/>
              <a:tabLst/>
            </a:pPr>
            <a:r>
              <a:rPr lang="en-US" sz="2000" dirty="0">
                <a:solidFill>
                  <a:srgbClr val="0C0D03"/>
                </a:solidFill>
                <a:latin typeface="Times New Roman" panose="02020603050405020304" pitchFamily="18" charset="0"/>
                <a:cs typeface="Times New Roman" panose="02020603050405020304" pitchFamily="18" charset="0"/>
              </a:rPr>
              <a:t>Detecting Spam emails by looking at the previous data. Suppose 100 emails and that too divided in 1:4 i.e. Class A: 25%(Spam emails) and Class B: 75%(Non-Spam emails).</a:t>
            </a:r>
          </a:p>
          <a:p>
            <a:pPr marR="0" algn="just" defTabSz="914400" rtl="0" eaLnBrk="1" fontAlgn="base" latinLnBrk="0" hangingPunct="1">
              <a:lnSpc>
                <a:spcPts val="3000"/>
              </a:lnSpc>
              <a:spcBef>
                <a:spcPct val="0"/>
              </a:spcBef>
              <a:spcAft>
                <a:spcPct val="0"/>
              </a:spcAft>
              <a:buClrTx/>
              <a:buSzTx/>
              <a:tabLst/>
            </a:pPr>
            <a:r>
              <a:rPr lang="en-US" sz="2000" dirty="0">
                <a:solidFill>
                  <a:srgbClr val="0C0D03"/>
                </a:solidFill>
                <a:latin typeface="Times New Roman" panose="02020603050405020304" pitchFamily="18" charset="0"/>
                <a:cs typeface="Times New Roman" panose="02020603050405020304" pitchFamily="18" charset="0"/>
              </a:rPr>
              <a:t> Now if a user wants to check that if an email contains the word cheap, then that may be termed as Spam.  It seems to be that in Class A(i.e. in 25% of data), 20 out of 25 emails are spam and rest not. </a:t>
            </a:r>
          </a:p>
          <a:p>
            <a:pPr marR="0" algn="just" defTabSz="914400" rtl="0" eaLnBrk="1" fontAlgn="base" latinLnBrk="0" hangingPunct="1">
              <a:lnSpc>
                <a:spcPts val="3000"/>
              </a:lnSpc>
              <a:spcBef>
                <a:spcPct val="0"/>
              </a:spcBef>
              <a:spcAft>
                <a:spcPct val="0"/>
              </a:spcAft>
              <a:buClrTx/>
              <a:buSzTx/>
              <a:tabLst/>
            </a:pPr>
            <a:r>
              <a:rPr lang="en-US" sz="2000" dirty="0">
                <a:solidFill>
                  <a:srgbClr val="0C0D03"/>
                </a:solidFill>
                <a:latin typeface="Times New Roman" panose="02020603050405020304" pitchFamily="18" charset="0"/>
                <a:cs typeface="Times New Roman" panose="02020603050405020304" pitchFamily="18" charset="0"/>
              </a:rPr>
              <a:t>And in Class B(i.e. in 75% of data), 70 out of 75 emails are not spam and rest are spam. </a:t>
            </a:r>
          </a:p>
          <a:p>
            <a:pPr marR="0" algn="just" defTabSz="914400" rtl="0" eaLnBrk="1" fontAlgn="base" latinLnBrk="0" hangingPunct="1">
              <a:lnSpc>
                <a:spcPts val="3000"/>
              </a:lnSpc>
              <a:spcBef>
                <a:spcPct val="0"/>
              </a:spcBef>
              <a:spcAft>
                <a:spcPct val="0"/>
              </a:spcAft>
              <a:buClrTx/>
              <a:buSzTx/>
              <a:tabLst/>
            </a:pPr>
            <a:r>
              <a:rPr lang="en-US" sz="2000" dirty="0">
                <a:solidFill>
                  <a:srgbClr val="0C0D03"/>
                </a:solidFill>
                <a:latin typeface="Times New Roman" panose="02020603050405020304" pitchFamily="18" charset="0"/>
                <a:cs typeface="Times New Roman" panose="02020603050405020304" pitchFamily="18" charset="0"/>
              </a:rPr>
              <a:t>So, if the email contains the word cheap, what is the probability of it being spam ?? (= 80%). </a:t>
            </a:r>
          </a:p>
        </p:txBody>
      </p:sp>
      <p:pic>
        <p:nvPicPr>
          <p:cNvPr id="5" name="Picture 4">
            <a:extLst>
              <a:ext uri="{FF2B5EF4-FFF2-40B4-BE49-F238E27FC236}">
                <a16:creationId xmlns:a16="http://schemas.microsoft.com/office/drawing/2014/main" id="{3B8FDF9D-B17D-BB4A-26BC-013461004A39}"/>
              </a:ext>
            </a:extLst>
          </p:cNvPr>
          <p:cNvPicPr>
            <a:picLocks noChangeAspect="1"/>
          </p:cNvPicPr>
          <p:nvPr/>
        </p:nvPicPr>
        <p:blipFill>
          <a:blip r:embed="rId2">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253380163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64E1FD-47EE-E8D2-2D82-B5DCA7BC15D4}"/>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BBB36E85-B813-59ED-221E-0D89D8E73F01}"/>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19</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09395EF9-24FF-C3B4-AB04-5DE0C2870C1D}"/>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2</a:t>
            </a:r>
          </a:p>
        </p:txBody>
      </p:sp>
      <p:sp>
        <p:nvSpPr>
          <p:cNvPr id="3" name="TextBox 2">
            <a:extLst>
              <a:ext uri="{FF2B5EF4-FFF2-40B4-BE49-F238E27FC236}">
                <a16:creationId xmlns:a16="http://schemas.microsoft.com/office/drawing/2014/main" id="{194AF335-BAEA-4D61-B283-FF3FA2D216C4}"/>
              </a:ext>
            </a:extLst>
          </p:cNvPr>
          <p:cNvSpPr txBox="1"/>
          <p:nvPr/>
        </p:nvSpPr>
        <p:spPr>
          <a:xfrm>
            <a:off x="1259632" y="1197622"/>
            <a:ext cx="7632848" cy="646331"/>
          </a:xfrm>
          <a:prstGeom prst="rect">
            <a:avLst/>
          </a:prstGeom>
          <a:noFill/>
        </p:spPr>
        <p:txBody>
          <a:bodyPr wrap="square" rtlCol="0">
            <a:spAutoFit/>
          </a:bodyPr>
          <a:lstStyle/>
          <a:p>
            <a:pPr algn="ctr"/>
            <a:r>
              <a:rPr lang="en-US" sz="3600" b="1" dirty="0">
                <a:solidFill>
                  <a:srgbClr val="0C0D03"/>
                </a:solidFill>
                <a:latin typeface="Times New Roman" panose="02020603050405020304" pitchFamily="18" charset="0"/>
                <a:cs typeface="Times New Roman" panose="02020603050405020304" pitchFamily="18" charset="0"/>
              </a:rPr>
              <a:t>Model Selection:</a:t>
            </a:r>
          </a:p>
        </p:txBody>
      </p:sp>
      <p:sp>
        <p:nvSpPr>
          <p:cNvPr id="4" name="Rectangle: Rounded Corners 3">
            <a:extLst>
              <a:ext uri="{FF2B5EF4-FFF2-40B4-BE49-F238E27FC236}">
                <a16:creationId xmlns:a16="http://schemas.microsoft.com/office/drawing/2014/main" id="{016935D4-FB0C-3B3A-06ED-03193B95616D}"/>
              </a:ext>
            </a:extLst>
          </p:cNvPr>
          <p:cNvSpPr/>
          <p:nvPr/>
        </p:nvSpPr>
        <p:spPr bwMode="auto">
          <a:xfrm>
            <a:off x="755576" y="1937793"/>
            <a:ext cx="8064896" cy="365144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R="0" algn="just" defTabSz="914400" rtl="0" eaLnBrk="1" fontAlgn="base" latinLnBrk="0" hangingPunct="1">
              <a:lnSpc>
                <a:spcPts val="3000"/>
              </a:lnSpc>
              <a:spcBef>
                <a:spcPct val="0"/>
              </a:spcBef>
              <a:spcAft>
                <a:spcPct val="0"/>
              </a:spcAft>
              <a:buClrTx/>
              <a:buSzTx/>
              <a:tabLst/>
            </a:pPr>
            <a:r>
              <a:rPr lang="en-US" sz="2400" b="1" dirty="0">
                <a:solidFill>
                  <a:srgbClr val="0C0D03"/>
                </a:solidFill>
                <a:latin typeface="Times New Roman" panose="02020603050405020304" pitchFamily="18" charset="0"/>
                <a:cs typeface="Times New Roman" panose="02020603050405020304" pitchFamily="18" charset="0"/>
              </a:rPr>
              <a:t>Decision Trees: </a:t>
            </a:r>
            <a:r>
              <a:rPr lang="en-US" sz="2000" dirty="0">
                <a:solidFill>
                  <a:srgbClr val="0C0D03"/>
                </a:solidFill>
                <a:latin typeface="Times New Roman" panose="02020603050405020304" pitchFamily="18" charset="0"/>
                <a:cs typeface="Times New Roman" panose="02020603050405020304" pitchFamily="18" charset="0"/>
              </a:rPr>
              <a:t>Decision trees are a simple yet powerful classification algorithm. They divide the dataset into smaller subsets based on the values of the features and construct a tree-like model that can be used for classification.</a:t>
            </a:r>
          </a:p>
        </p:txBody>
      </p:sp>
      <p:pic>
        <p:nvPicPr>
          <p:cNvPr id="5" name="Picture 4">
            <a:extLst>
              <a:ext uri="{FF2B5EF4-FFF2-40B4-BE49-F238E27FC236}">
                <a16:creationId xmlns:a16="http://schemas.microsoft.com/office/drawing/2014/main" id="{21B38296-9398-71E4-D698-F969BDB8F5BA}"/>
              </a:ext>
            </a:extLst>
          </p:cNvPr>
          <p:cNvPicPr>
            <a:picLocks noChangeAspect="1"/>
          </p:cNvPicPr>
          <p:nvPr/>
        </p:nvPicPr>
        <p:blipFill>
          <a:blip r:embed="rId2">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10330152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8D9D11-5D36-9F8B-7346-57EBD9839A62}"/>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A37B96FC-C5D9-DB36-00A8-3F9BEB9A5A7B}"/>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20</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29D82905-1F58-59C9-4E45-736077A14851}"/>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2</a:t>
            </a:r>
          </a:p>
        </p:txBody>
      </p:sp>
      <p:sp>
        <p:nvSpPr>
          <p:cNvPr id="3" name="TextBox 2">
            <a:extLst>
              <a:ext uri="{FF2B5EF4-FFF2-40B4-BE49-F238E27FC236}">
                <a16:creationId xmlns:a16="http://schemas.microsoft.com/office/drawing/2014/main" id="{843221D3-A5FD-42C6-30B5-BBE1C517C3B4}"/>
              </a:ext>
            </a:extLst>
          </p:cNvPr>
          <p:cNvSpPr txBox="1"/>
          <p:nvPr/>
        </p:nvSpPr>
        <p:spPr>
          <a:xfrm>
            <a:off x="1259632" y="1197622"/>
            <a:ext cx="7632848" cy="646331"/>
          </a:xfrm>
          <a:prstGeom prst="rect">
            <a:avLst/>
          </a:prstGeom>
          <a:noFill/>
        </p:spPr>
        <p:txBody>
          <a:bodyPr wrap="square" rtlCol="0">
            <a:spAutoFit/>
          </a:bodyPr>
          <a:lstStyle/>
          <a:p>
            <a:pPr algn="ctr"/>
            <a:r>
              <a:rPr lang="en-US" sz="3600" b="1" dirty="0">
                <a:solidFill>
                  <a:srgbClr val="0C0D03"/>
                </a:solidFill>
                <a:latin typeface="Times New Roman" panose="02020603050405020304" pitchFamily="18" charset="0"/>
                <a:cs typeface="Times New Roman" panose="02020603050405020304" pitchFamily="18" charset="0"/>
              </a:rPr>
              <a:t>Model Selection:</a:t>
            </a:r>
          </a:p>
        </p:txBody>
      </p:sp>
      <p:sp>
        <p:nvSpPr>
          <p:cNvPr id="4" name="Rectangle: Rounded Corners 3">
            <a:extLst>
              <a:ext uri="{FF2B5EF4-FFF2-40B4-BE49-F238E27FC236}">
                <a16:creationId xmlns:a16="http://schemas.microsoft.com/office/drawing/2014/main" id="{5D7C3834-5518-34E6-6303-F588C6C20BE5}"/>
              </a:ext>
            </a:extLst>
          </p:cNvPr>
          <p:cNvSpPr/>
          <p:nvPr/>
        </p:nvSpPr>
        <p:spPr bwMode="auto">
          <a:xfrm>
            <a:off x="755576" y="1937793"/>
            <a:ext cx="8064896" cy="365144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R="0" algn="just" defTabSz="914400" rtl="0" eaLnBrk="1" fontAlgn="base" latinLnBrk="0" hangingPunct="1">
              <a:lnSpc>
                <a:spcPts val="3000"/>
              </a:lnSpc>
              <a:spcBef>
                <a:spcPct val="0"/>
              </a:spcBef>
              <a:spcAft>
                <a:spcPct val="0"/>
              </a:spcAft>
              <a:buClrTx/>
              <a:buSzTx/>
              <a:tabLst/>
            </a:pPr>
            <a:r>
              <a:rPr lang="en-US" sz="2400" b="1" dirty="0">
                <a:solidFill>
                  <a:srgbClr val="0C0D03"/>
                </a:solidFill>
                <a:latin typeface="Times New Roman" panose="02020603050405020304" pitchFamily="18" charset="0"/>
                <a:cs typeface="Times New Roman" panose="02020603050405020304" pitchFamily="18" charset="0"/>
              </a:rPr>
              <a:t>Support Vector Machines: </a:t>
            </a:r>
            <a:r>
              <a:rPr lang="en-US" sz="2000" dirty="0">
                <a:solidFill>
                  <a:srgbClr val="0C0D03"/>
                </a:solidFill>
                <a:latin typeface="Times New Roman" panose="02020603050405020304" pitchFamily="18" charset="0"/>
                <a:cs typeface="Times New Roman" panose="02020603050405020304" pitchFamily="18" charset="0"/>
              </a:rPr>
              <a:t>Support Vector Machines (SVMs) are a popular classification algorithm used for both linear and nonlinear classification problems. SVMs are based on the concept of maximum margin, which involves finding the hyperplane that maximizes the distance between the two classes.</a:t>
            </a:r>
          </a:p>
        </p:txBody>
      </p:sp>
      <p:pic>
        <p:nvPicPr>
          <p:cNvPr id="5" name="Picture 4">
            <a:extLst>
              <a:ext uri="{FF2B5EF4-FFF2-40B4-BE49-F238E27FC236}">
                <a16:creationId xmlns:a16="http://schemas.microsoft.com/office/drawing/2014/main" id="{F09C92B5-81DE-6A44-B44D-A46D5A109B2C}"/>
              </a:ext>
            </a:extLst>
          </p:cNvPr>
          <p:cNvPicPr>
            <a:picLocks noChangeAspect="1"/>
          </p:cNvPicPr>
          <p:nvPr/>
        </p:nvPicPr>
        <p:blipFill>
          <a:blip r:embed="rId2">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217459938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88DE88-E863-0B65-9B95-E600D7C6A3AF}"/>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33B92C1F-1278-26BD-98BD-A7DA0EC8F26B}"/>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21</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3F6A69A6-667B-72CB-948E-2930BDD2ECE5}"/>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2</a:t>
            </a:r>
          </a:p>
        </p:txBody>
      </p:sp>
      <p:sp>
        <p:nvSpPr>
          <p:cNvPr id="3" name="TextBox 2">
            <a:extLst>
              <a:ext uri="{FF2B5EF4-FFF2-40B4-BE49-F238E27FC236}">
                <a16:creationId xmlns:a16="http://schemas.microsoft.com/office/drawing/2014/main" id="{2D50FAD0-FD78-C217-3866-DC301DC0F8B0}"/>
              </a:ext>
            </a:extLst>
          </p:cNvPr>
          <p:cNvSpPr txBox="1"/>
          <p:nvPr/>
        </p:nvSpPr>
        <p:spPr>
          <a:xfrm>
            <a:off x="1259632" y="1197622"/>
            <a:ext cx="7632848" cy="646331"/>
          </a:xfrm>
          <a:prstGeom prst="rect">
            <a:avLst/>
          </a:prstGeom>
          <a:noFill/>
        </p:spPr>
        <p:txBody>
          <a:bodyPr wrap="square" rtlCol="0">
            <a:spAutoFit/>
          </a:bodyPr>
          <a:lstStyle/>
          <a:p>
            <a:pPr algn="ctr"/>
            <a:r>
              <a:rPr lang="en-US" sz="3600" b="1" dirty="0">
                <a:solidFill>
                  <a:srgbClr val="0C0D03"/>
                </a:solidFill>
                <a:latin typeface="Times New Roman" panose="02020603050405020304" pitchFamily="18" charset="0"/>
                <a:cs typeface="Times New Roman" panose="02020603050405020304" pitchFamily="18" charset="0"/>
              </a:rPr>
              <a:t>Model Selection:</a:t>
            </a:r>
          </a:p>
        </p:txBody>
      </p:sp>
      <p:sp>
        <p:nvSpPr>
          <p:cNvPr id="4" name="Rectangle: Rounded Corners 3">
            <a:extLst>
              <a:ext uri="{FF2B5EF4-FFF2-40B4-BE49-F238E27FC236}">
                <a16:creationId xmlns:a16="http://schemas.microsoft.com/office/drawing/2014/main" id="{F3858BF3-013A-75BA-AD6A-906E4F82EE6F}"/>
              </a:ext>
            </a:extLst>
          </p:cNvPr>
          <p:cNvSpPr/>
          <p:nvPr/>
        </p:nvSpPr>
        <p:spPr bwMode="auto">
          <a:xfrm>
            <a:off x="755576" y="1937793"/>
            <a:ext cx="8064896" cy="365144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R="0" algn="just" defTabSz="914400" rtl="0" eaLnBrk="1" fontAlgn="base" latinLnBrk="0" hangingPunct="1">
              <a:lnSpc>
                <a:spcPts val="3000"/>
              </a:lnSpc>
              <a:spcBef>
                <a:spcPct val="0"/>
              </a:spcBef>
              <a:spcAft>
                <a:spcPct val="0"/>
              </a:spcAft>
              <a:buClrTx/>
              <a:buSzTx/>
              <a:tabLst/>
            </a:pPr>
            <a:r>
              <a:rPr lang="en-US" sz="2400" b="1" dirty="0">
                <a:solidFill>
                  <a:srgbClr val="0C0D03"/>
                </a:solidFill>
                <a:latin typeface="Times New Roman" panose="02020603050405020304" pitchFamily="18" charset="0"/>
                <a:cs typeface="Times New Roman" panose="02020603050405020304" pitchFamily="18" charset="0"/>
              </a:rPr>
              <a:t>Neural Networks: </a:t>
            </a:r>
          </a:p>
          <a:p>
            <a:pPr marR="0" algn="just" defTabSz="914400" rtl="0" eaLnBrk="1" fontAlgn="base" latinLnBrk="0" hangingPunct="1">
              <a:lnSpc>
                <a:spcPts val="3000"/>
              </a:lnSpc>
              <a:spcBef>
                <a:spcPct val="0"/>
              </a:spcBef>
              <a:spcAft>
                <a:spcPct val="0"/>
              </a:spcAft>
              <a:buClrTx/>
              <a:buSzTx/>
              <a:tabLst/>
            </a:pPr>
            <a:endParaRPr lang="en-US" sz="2400" b="1" dirty="0">
              <a:solidFill>
                <a:srgbClr val="0C0D03"/>
              </a:solidFill>
              <a:latin typeface="Times New Roman" panose="02020603050405020304" pitchFamily="18" charset="0"/>
              <a:cs typeface="Times New Roman" panose="02020603050405020304" pitchFamily="18" charset="0"/>
            </a:endParaRPr>
          </a:p>
          <a:p>
            <a:pPr marR="0" algn="just" defTabSz="914400" rtl="0" eaLnBrk="1" fontAlgn="base" latinLnBrk="0" hangingPunct="1">
              <a:lnSpc>
                <a:spcPts val="3000"/>
              </a:lnSpc>
              <a:spcBef>
                <a:spcPct val="0"/>
              </a:spcBef>
              <a:spcAft>
                <a:spcPct val="0"/>
              </a:spcAft>
              <a:buClrTx/>
              <a:buSzTx/>
              <a:tabLst/>
            </a:pPr>
            <a:r>
              <a:rPr lang="en-US" sz="2000" dirty="0">
                <a:solidFill>
                  <a:srgbClr val="0C0D03"/>
                </a:solidFill>
                <a:latin typeface="Times New Roman" panose="02020603050405020304" pitchFamily="18" charset="0"/>
                <a:cs typeface="Times New Roman" panose="02020603050405020304" pitchFamily="18" charset="0"/>
              </a:rPr>
              <a:t>Neural Networks are a powerful classification algorithm that can learn complex patterns in the data. They are inspired by the structure of the human brain and consist of multiple layers of interconnected nodes</a:t>
            </a:r>
          </a:p>
        </p:txBody>
      </p:sp>
      <p:pic>
        <p:nvPicPr>
          <p:cNvPr id="5" name="Picture 4">
            <a:extLst>
              <a:ext uri="{FF2B5EF4-FFF2-40B4-BE49-F238E27FC236}">
                <a16:creationId xmlns:a16="http://schemas.microsoft.com/office/drawing/2014/main" id="{32A81EB1-D769-94AA-3908-82C01DAE19E6}"/>
              </a:ext>
            </a:extLst>
          </p:cNvPr>
          <p:cNvPicPr>
            <a:picLocks noChangeAspect="1"/>
          </p:cNvPicPr>
          <p:nvPr/>
        </p:nvPicPr>
        <p:blipFill>
          <a:blip r:embed="rId2">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12654383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DC81DE-6235-BE07-8E4C-CBCF5D441FC4}"/>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BBB309F5-6059-42E1-FFA6-3811BA361E94}"/>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22</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3FBFF150-D0A4-BA38-DFCE-1466CB83ECD1}"/>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2</a:t>
            </a:r>
          </a:p>
        </p:txBody>
      </p:sp>
      <p:sp>
        <p:nvSpPr>
          <p:cNvPr id="3" name="TextBox 2">
            <a:extLst>
              <a:ext uri="{FF2B5EF4-FFF2-40B4-BE49-F238E27FC236}">
                <a16:creationId xmlns:a16="http://schemas.microsoft.com/office/drawing/2014/main" id="{992C1411-1C60-DBF4-1CDD-EBE7B03129F9}"/>
              </a:ext>
            </a:extLst>
          </p:cNvPr>
          <p:cNvSpPr txBox="1"/>
          <p:nvPr/>
        </p:nvSpPr>
        <p:spPr>
          <a:xfrm>
            <a:off x="1259632" y="1197622"/>
            <a:ext cx="7632848" cy="646331"/>
          </a:xfrm>
          <a:prstGeom prst="rect">
            <a:avLst/>
          </a:prstGeom>
          <a:noFill/>
        </p:spPr>
        <p:txBody>
          <a:bodyPr wrap="square" rtlCol="0">
            <a:spAutoFit/>
          </a:bodyPr>
          <a:lstStyle/>
          <a:p>
            <a:pPr algn="ctr"/>
            <a:r>
              <a:rPr lang="en-US" sz="3600" b="1" dirty="0">
                <a:solidFill>
                  <a:srgbClr val="0C0D03"/>
                </a:solidFill>
                <a:latin typeface="Times New Roman" panose="02020603050405020304" pitchFamily="18" charset="0"/>
                <a:cs typeface="Times New Roman" panose="02020603050405020304" pitchFamily="18" charset="0"/>
              </a:rPr>
              <a:t>Model Training:</a:t>
            </a:r>
          </a:p>
        </p:txBody>
      </p:sp>
      <p:sp>
        <p:nvSpPr>
          <p:cNvPr id="4" name="Rectangle: Rounded Corners 3">
            <a:extLst>
              <a:ext uri="{FF2B5EF4-FFF2-40B4-BE49-F238E27FC236}">
                <a16:creationId xmlns:a16="http://schemas.microsoft.com/office/drawing/2014/main" id="{A95B0C94-9409-5096-3E10-C479646E5326}"/>
              </a:ext>
            </a:extLst>
          </p:cNvPr>
          <p:cNvSpPr/>
          <p:nvPr/>
        </p:nvSpPr>
        <p:spPr bwMode="auto">
          <a:xfrm>
            <a:off x="755576" y="1937793"/>
            <a:ext cx="8064896" cy="365144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R="0" algn="just" defTabSz="914400" rtl="0" eaLnBrk="1" fontAlgn="base" latinLnBrk="0" hangingPunct="1">
              <a:lnSpc>
                <a:spcPts val="3000"/>
              </a:lnSpc>
              <a:spcBef>
                <a:spcPct val="0"/>
              </a:spcBef>
              <a:spcAft>
                <a:spcPct val="0"/>
              </a:spcAft>
              <a:buClrTx/>
              <a:buSzTx/>
              <a:tabLst/>
            </a:pPr>
            <a:r>
              <a:rPr lang="en-US" sz="2400" b="1" dirty="0">
                <a:solidFill>
                  <a:srgbClr val="0C0D03"/>
                </a:solidFill>
                <a:latin typeface="Times New Roman" panose="02020603050405020304" pitchFamily="18" charset="0"/>
                <a:cs typeface="Times New Roman" panose="02020603050405020304" pitchFamily="18" charset="0"/>
              </a:rPr>
              <a:t>The fifth step in building a classification model is model training. </a:t>
            </a:r>
          </a:p>
          <a:p>
            <a:pPr marR="0" algn="just" defTabSz="914400" rtl="0" eaLnBrk="1" fontAlgn="base" latinLnBrk="0" hangingPunct="1">
              <a:lnSpc>
                <a:spcPts val="3000"/>
              </a:lnSpc>
              <a:spcBef>
                <a:spcPct val="0"/>
              </a:spcBef>
              <a:spcAft>
                <a:spcPct val="0"/>
              </a:spcAft>
              <a:buClrTx/>
              <a:buSzTx/>
              <a:tabLst/>
            </a:pPr>
            <a:r>
              <a:rPr lang="en-US" sz="2000" dirty="0">
                <a:solidFill>
                  <a:srgbClr val="0C0D03"/>
                </a:solidFill>
                <a:latin typeface="Times New Roman" panose="02020603050405020304" pitchFamily="18" charset="0"/>
                <a:cs typeface="Times New Roman" panose="02020603050405020304" pitchFamily="18" charset="0"/>
              </a:rPr>
              <a:t>Model training involves using the selected classification algorithm to learn the patterns in the data. The data is divided into a training set and a validation set. The model is trained using the training set, and its performance is evaluated on the validation set.</a:t>
            </a:r>
          </a:p>
        </p:txBody>
      </p:sp>
      <p:pic>
        <p:nvPicPr>
          <p:cNvPr id="5" name="Picture 4">
            <a:extLst>
              <a:ext uri="{FF2B5EF4-FFF2-40B4-BE49-F238E27FC236}">
                <a16:creationId xmlns:a16="http://schemas.microsoft.com/office/drawing/2014/main" id="{06B5BED7-FA7C-5189-320C-CAB92EA1D7C2}"/>
              </a:ext>
            </a:extLst>
          </p:cNvPr>
          <p:cNvPicPr>
            <a:picLocks noChangeAspect="1"/>
          </p:cNvPicPr>
          <p:nvPr/>
        </p:nvPicPr>
        <p:blipFill>
          <a:blip r:embed="rId2">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177168779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772B43-D777-B02C-8B46-05E609D0CD4A}"/>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50745C79-2C6D-7D83-6991-C10066949C17}"/>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23</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793C1A16-CFAF-8D52-7C5F-84C4DBEE0237}"/>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2</a:t>
            </a:r>
          </a:p>
        </p:txBody>
      </p:sp>
      <p:sp>
        <p:nvSpPr>
          <p:cNvPr id="3" name="TextBox 2">
            <a:extLst>
              <a:ext uri="{FF2B5EF4-FFF2-40B4-BE49-F238E27FC236}">
                <a16:creationId xmlns:a16="http://schemas.microsoft.com/office/drawing/2014/main" id="{42CCDF47-2DC2-B8FD-ABB7-845A2E34E9EF}"/>
              </a:ext>
            </a:extLst>
          </p:cNvPr>
          <p:cNvSpPr txBox="1"/>
          <p:nvPr/>
        </p:nvSpPr>
        <p:spPr>
          <a:xfrm>
            <a:off x="1259632" y="1197622"/>
            <a:ext cx="7632848" cy="646331"/>
          </a:xfrm>
          <a:prstGeom prst="rect">
            <a:avLst/>
          </a:prstGeom>
          <a:noFill/>
        </p:spPr>
        <p:txBody>
          <a:bodyPr wrap="square" rtlCol="0">
            <a:spAutoFit/>
          </a:bodyPr>
          <a:lstStyle/>
          <a:p>
            <a:pPr algn="ctr"/>
            <a:r>
              <a:rPr lang="en-US" sz="3600" b="1" dirty="0">
                <a:solidFill>
                  <a:srgbClr val="0C0D03"/>
                </a:solidFill>
                <a:latin typeface="Times New Roman" panose="02020603050405020304" pitchFamily="18" charset="0"/>
                <a:cs typeface="Times New Roman" panose="02020603050405020304" pitchFamily="18" charset="0"/>
              </a:rPr>
              <a:t>Model Evaluation:</a:t>
            </a:r>
          </a:p>
        </p:txBody>
      </p:sp>
      <p:sp>
        <p:nvSpPr>
          <p:cNvPr id="4" name="Rectangle: Rounded Corners 3">
            <a:extLst>
              <a:ext uri="{FF2B5EF4-FFF2-40B4-BE49-F238E27FC236}">
                <a16:creationId xmlns:a16="http://schemas.microsoft.com/office/drawing/2014/main" id="{9EE780C0-FF30-61E2-DBF0-67476CC56466}"/>
              </a:ext>
            </a:extLst>
          </p:cNvPr>
          <p:cNvSpPr/>
          <p:nvPr/>
        </p:nvSpPr>
        <p:spPr bwMode="auto">
          <a:xfrm>
            <a:off x="827584" y="1937792"/>
            <a:ext cx="8064896" cy="365144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R="0" algn="just" defTabSz="914400" rtl="0" eaLnBrk="1" fontAlgn="base" latinLnBrk="0" hangingPunct="1">
              <a:lnSpc>
                <a:spcPts val="3000"/>
              </a:lnSpc>
              <a:spcBef>
                <a:spcPct val="0"/>
              </a:spcBef>
              <a:spcAft>
                <a:spcPct val="0"/>
              </a:spcAft>
              <a:buClrTx/>
              <a:buSzTx/>
              <a:tabLst/>
            </a:pPr>
            <a:r>
              <a:rPr lang="en-US" sz="2400" b="1" dirty="0">
                <a:solidFill>
                  <a:srgbClr val="0C0D03"/>
                </a:solidFill>
                <a:latin typeface="Times New Roman" panose="02020603050405020304" pitchFamily="18" charset="0"/>
                <a:cs typeface="Times New Roman" panose="02020603050405020304" pitchFamily="18" charset="0"/>
              </a:rPr>
              <a:t>The sixth step in building a classification model </a:t>
            </a:r>
            <a:r>
              <a:rPr lang="en-US" sz="2000" dirty="0">
                <a:solidFill>
                  <a:srgbClr val="0C0D03"/>
                </a:solidFill>
                <a:latin typeface="Times New Roman" panose="02020603050405020304" pitchFamily="18" charset="0"/>
                <a:cs typeface="Times New Roman" panose="02020603050405020304" pitchFamily="18" charset="0"/>
              </a:rPr>
              <a:t>is model evaluation.</a:t>
            </a:r>
          </a:p>
          <a:p>
            <a:pPr marR="0" algn="just" defTabSz="914400" rtl="0" eaLnBrk="1" fontAlgn="base" latinLnBrk="0" hangingPunct="1">
              <a:lnSpc>
                <a:spcPts val="3000"/>
              </a:lnSpc>
              <a:spcBef>
                <a:spcPct val="0"/>
              </a:spcBef>
              <a:spcAft>
                <a:spcPct val="0"/>
              </a:spcAft>
              <a:buClrTx/>
              <a:buSzTx/>
              <a:tabLst/>
            </a:pPr>
            <a:r>
              <a:rPr lang="en-US" sz="2000" dirty="0">
                <a:solidFill>
                  <a:srgbClr val="0C0D03"/>
                </a:solidFill>
                <a:latin typeface="Times New Roman" panose="02020603050405020304" pitchFamily="18" charset="0"/>
                <a:cs typeface="Times New Roman" panose="02020603050405020304" pitchFamily="18" charset="0"/>
              </a:rPr>
              <a:t> Model evaluation involves assessing the performance of the trained model on a test set. This is done to ensure that the model generalizes well</a:t>
            </a:r>
          </a:p>
        </p:txBody>
      </p:sp>
      <p:pic>
        <p:nvPicPr>
          <p:cNvPr id="5" name="Picture 4">
            <a:extLst>
              <a:ext uri="{FF2B5EF4-FFF2-40B4-BE49-F238E27FC236}">
                <a16:creationId xmlns:a16="http://schemas.microsoft.com/office/drawing/2014/main" id="{1F0674CC-1B0A-0C27-6019-010C4FA0C73D}"/>
              </a:ext>
            </a:extLst>
          </p:cNvPr>
          <p:cNvPicPr>
            <a:picLocks noChangeAspect="1"/>
          </p:cNvPicPr>
          <p:nvPr/>
        </p:nvPicPr>
        <p:blipFill>
          <a:blip r:embed="rId2">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155749355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A3BA38-C3C7-5497-2E9F-C00798E6F1E9}"/>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8F4B30CA-C8F5-7F34-092D-4D67101372E7}"/>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24</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9C6329CE-798D-DA5D-FBBB-0F79ECAC8BD8}"/>
              </a:ext>
            </a:extLst>
          </p:cNvPr>
          <p:cNvSpPr/>
          <p:nvPr/>
        </p:nvSpPr>
        <p:spPr bwMode="auto">
          <a:xfrm>
            <a:off x="2291506" y="1628800"/>
            <a:ext cx="4560987" cy="576064"/>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4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a:t>
            </a:r>
            <a:r>
              <a:rPr lang="en-US" sz="2400" b="1" dirty="0">
                <a:solidFill>
                  <a:schemeClr val="accent5">
                    <a:lumMod val="20000"/>
                    <a:lumOff val="80000"/>
                  </a:schemeClr>
                </a:solidFill>
                <a:latin typeface="Times New Roman" panose="02020603050405020304" pitchFamily="18" charset="0"/>
                <a:cs typeface="Times New Roman" panose="02020603050405020304" pitchFamily="18" charset="0"/>
              </a:rPr>
              <a:t>3</a:t>
            </a:r>
          </a:p>
        </p:txBody>
      </p:sp>
      <p:sp>
        <p:nvSpPr>
          <p:cNvPr id="3" name="TextBox 2">
            <a:extLst>
              <a:ext uri="{FF2B5EF4-FFF2-40B4-BE49-F238E27FC236}">
                <a16:creationId xmlns:a16="http://schemas.microsoft.com/office/drawing/2014/main" id="{7E8A5DDD-1AD4-6428-6E40-A87256FE2A9D}"/>
              </a:ext>
            </a:extLst>
          </p:cNvPr>
          <p:cNvSpPr txBox="1"/>
          <p:nvPr/>
        </p:nvSpPr>
        <p:spPr>
          <a:xfrm>
            <a:off x="755576" y="2828835"/>
            <a:ext cx="7632848" cy="769441"/>
          </a:xfrm>
          <a:prstGeom prst="rect">
            <a:avLst/>
          </a:prstGeom>
          <a:noFill/>
        </p:spPr>
        <p:txBody>
          <a:bodyPr wrap="square" rtlCol="0">
            <a:spAutoFit/>
          </a:bodyPr>
          <a:lstStyle/>
          <a:p>
            <a:pPr algn="ctr"/>
            <a:r>
              <a:rPr lang="en-US" sz="4400" b="1" dirty="0">
                <a:solidFill>
                  <a:srgbClr val="0C0D03"/>
                </a:solidFill>
                <a:latin typeface="Times New Roman" panose="02020603050405020304" pitchFamily="18" charset="0"/>
                <a:cs typeface="Times New Roman" panose="02020603050405020304" pitchFamily="18" charset="0"/>
              </a:rPr>
              <a:t>Real-Life Examples : </a:t>
            </a:r>
          </a:p>
        </p:txBody>
      </p:sp>
      <p:pic>
        <p:nvPicPr>
          <p:cNvPr id="4" name="Picture 3">
            <a:extLst>
              <a:ext uri="{FF2B5EF4-FFF2-40B4-BE49-F238E27FC236}">
                <a16:creationId xmlns:a16="http://schemas.microsoft.com/office/drawing/2014/main" id="{77B0DD71-A6EB-86C0-155A-626C801653EA}"/>
              </a:ext>
            </a:extLst>
          </p:cNvPr>
          <p:cNvPicPr>
            <a:picLocks noChangeAspect="1"/>
          </p:cNvPicPr>
          <p:nvPr/>
        </p:nvPicPr>
        <p:blipFill>
          <a:blip r:embed="rId2">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118379542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36D13E-DBE8-BA32-926A-78D1647D2CA9}"/>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AFBD1A39-6A49-6DC4-F4D7-F92D800BD229}"/>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25</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E4BE5DE1-3F52-9441-F9B4-65AD3FFAED0B}"/>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4F62FD18-81CE-B68D-41F5-4DAD937BD4CA}"/>
              </a:ext>
            </a:extLst>
          </p:cNvPr>
          <p:cNvSpPr txBox="1"/>
          <p:nvPr/>
        </p:nvSpPr>
        <p:spPr>
          <a:xfrm>
            <a:off x="1259632" y="1197622"/>
            <a:ext cx="7632848" cy="646331"/>
          </a:xfrm>
          <a:prstGeom prst="rect">
            <a:avLst/>
          </a:prstGeom>
          <a:noFill/>
        </p:spPr>
        <p:txBody>
          <a:bodyPr wrap="square" rtlCol="0">
            <a:spAutoFit/>
          </a:bodyPr>
          <a:lstStyle/>
          <a:p>
            <a:pPr algn="ctr"/>
            <a:r>
              <a:rPr lang="en-US" sz="3600" b="1" dirty="0">
                <a:solidFill>
                  <a:srgbClr val="0C0D03"/>
                </a:solidFill>
                <a:latin typeface="Times New Roman" panose="02020603050405020304" pitchFamily="18" charset="0"/>
                <a:cs typeface="Times New Roman" panose="02020603050405020304" pitchFamily="18" charset="0"/>
              </a:rPr>
              <a:t>Market Basket Analysis: </a:t>
            </a:r>
          </a:p>
        </p:txBody>
      </p:sp>
      <p:sp>
        <p:nvSpPr>
          <p:cNvPr id="4" name="Rectangle: Rounded Corners 3">
            <a:extLst>
              <a:ext uri="{FF2B5EF4-FFF2-40B4-BE49-F238E27FC236}">
                <a16:creationId xmlns:a16="http://schemas.microsoft.com/office/drawing/2014/main" id="{724D4024-6510-19A1-68DC-179121393813}"/>
              </a:ext>
            </a:extLst>
          </p:cNvPr>
          <p:cNvSpPr/>
          <p:nvPr/>
        </p:nvSpPr>
        <p:spPr bwMode="auto">
          <a:xfrm>
            <a:off x="659594" y="2248275"/>
            <a:ext cx="8064896" cy="365144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It is a modeling technique that has been associated with frequent transactions of buying some combination of items. </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Example: Amazon and many other Retailers use this technique. While viewing some products, certain suggestions for the commodities are shown that some people have bought in the past.</a:t>
            </a:r>
          </a:p>
        </p:txBody>
      </p:sp>
      <p:pic>
        <p:nvPicPr>
          <p:cNvPr id="5" name="Picture 4">
            <a:extLst>
              <a:ext uri="{FF2B5EF4-FFF2-40B4-BE49-F238E27FC236}">
                <a16:creationId xmlns:a16="http://schemas.microsoft.com/office/drawing/2014/main" id="{EE7798D0-F66D-FB65-E355-69F47BA169D8}"/>
              </a:ext>
            </a:extLst>
          </p:cNvPr>
          <p:cNvPicPr>
            <a:picLocks noChangeAspect="1"/>
          </p:cNvPicPr>
          <p:nvPr/>
        </p:nvPicPr>
        <p:blipFill>
          <a:blip r:embed="rId2">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154029494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EE06C8-3930-B717-F43B-FAF8F96C6AAA}"/>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5CC3E4DE-D95E-43C3-1E6D-1B3E2CD8AE96}"/>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26</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56C84CBA-D0F7-C530-05AD-0B330888ABA4}"/>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FF5B74CD-6C6C-6CE5-8FDA-5F197042CDD2}"/>
              </a:ext>
            </a:extLst>
          </p:cNvPr>
          <p:cNvSpPr txBox="1"/>
          <p:nvPr/>
        </p:nvSpPr>
        <p:spPr>
          <a:xfrm>
            <a:off x="1259632" y="1197622"/>
            <a:ext cx="7632848" cy="646331"/>
          </a:xfrm>
          <a:prstGeom prst="rect">
            <a:avLst/>
          </a:prstGeom>
          <a:noFill/>
        </p:spPr>
        <p:txBody>
          <a:bodyPr wrap="square" rtlCol="0">
            <a:spAutoFit/>
          </a:bodyPr>
          <a:lstStyle/>
          <a:p>
            <a:pPr algn="ctr"/>
            <a:r>
              <a:rPr lang="en-US" sz="3600" b="1" dirty="0">
                <a:solidFill>
                  <a:srgbClr val="0C0D03"/>
                </a:solidFill>
                <a:latin typeface="Times New Roman" panose="02020603050405020304" pitchFamily="18" charset="0"/>
                <a:cs typeface="Times New Roman" panose="02020603050405020304" pitchFamily="18" charset="0"/>
              </a:rPr>
              <a:t>Weather Forecasting: </a:t>
            </a:r>
          </a:p>
        </p:txBody>
      </p:sp>
      <p:sp>
        <p:nvSpPr>
          <p:cNvPr id="4" name="Rectangle: Rounded Corners 3">
            <a:extLst>
              <a:ext uri="{FF2B5EF4-FFF2-40B4-BE49-F238E27FC236}">
                <a16:creationId xmlns:a16="http://schemas.microsoft.com/office/drawing/2014/main" id="{F7C7D940-2545-C475-5CCA-76E31F289957}"/>
              </a:ext>
            </a:extLst>
          </p:cNvPr>
          <p:cNvSpPr/>
          <p:nvPr/>
        </p:nvSpPr>
        <p:spPr bwMode="auto">
          <a:xfrm>
            <a:off x="659594" y="2248275"/>
            <a:ext cx="8064896" cy="365144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Changing Patterns in weather conditions needs to be observed based on parameters such as temperature, humidity, wind direction. This keen observation also requires the use of previous records in order to predict it accurately.</a:t>
            </a:r>
          </a:p>
        </p:txBody>
      </p:sp>
      <p:pic>
        <p:nvPicPr>
          <p:cNvPr id="5" name="Picture 4">
            <a:extLst>
              <a:ext uri="{FF2B5EF4-FFF2-40B4-BE49-F238E27FC236}">
                <a16:creationId xmlns:a16="http://schemas.microsoft.com/office/drawing/2014/main" id="{5FB77DC4-81FA-1532-77E2-3B3BF32BA67C}"/>
              </a:ext>
            </a:extLst>
          </p:cNvPr>
          <p:cNvPicPr>
            <a:picLocks noChangeAspect="1"/>
          </p:cNvPicPr>
          <p:nvPr/>
        </p:nvPicPr>
        <p:blipFill>
          <a:blip r:embed="rId2">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351633104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869EFD-16FD-FB6F-7E5C-8CABFC4A10B4}"/>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3C2E3A6F-3870-B913-95B6-67837DF58C91}"/>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27</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5C5D0565-B348-0408-2CD7-DAA73BBD2865}"/>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30AE34DB-BEA8-EB42-DA7D-A658C8D05599}"/>
              </a:ext>
            </a:extLst>
          </p:cNvPr>
          <p:cNvSpPr txBox="1"/>
          <p:nvPr/>
        </p:nvSpPr>
        <p:spPr>
          <a:xfrm>
            <a:off x="1259632" y="1197622"/>
            <a:ext cx="7632848" cy="954107"/>
          </a:xfrm>
          <a:prstGeom prst="rect">
            <a:avLst/>
          </a:prstGeom>
          <a:noFill/>
        </p:spPr>
        <p:txBody>
          <a:bodyPr wrap="square" rtlCol="0">
            <a:spAutoFit/>
          </a:bodyPr>
          <a:lstStyle/>
          <a:p>
            <a:pPr algn="ctr"/>
            <a:r>
              <a:rPr lang="en-US" sz="2800" b="1" dirty="0">
                <a:solidFill>
                  <a:srgbClr val="0C0D03"/>
                </a:solidFill>
                <a:latin typeface="Times New Roman" panose="02020603050405020304" pitchFamily="18" charset="0"/>
                <a:cs typeface="Times New Roman" panose="02020603050405020304" pitchFamily="18" charset="0"/>
              </a:rPr>
              <a:t>Predicting Heart Disease Using Machine Learning</a:t>
            </a:r>
          </a:p>
        </p:txBody>
      </p:sp>
      <p:sp>
        <p:nvSpPr>
          <p:cNvPr id="4" name="Rectangle: Rounded Corners 3">
            <a:extLst>
              <a:ext uri="{FF2B5EF4-FFF2-40B4-BE49-F238E27FC236}">
                <a16:creationId xmlns:a16="http://schemas.microsoft.com/office/drawing/2014/main" id="{179D71B1-0245-847D-52E8-8F731D158C78}"/>
              </a:ext>
            </a:extLst>
          </p:cNvPr>
          <p:cNvSpPr/>
          <p:nvPr/>
        </p:nvSpPr>
        <p:spPr bwMode="auto">
          <a:xfrm>
            <a:off x="659594" y="2248275"/>
            <a:ext cx="8064896" cy="365144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400" b="1" dirty="0" err="1">
                <a:solidFill>
                  <a:srgbClr val="0C0D03"/>
                </a:solidFill>
                <a:latin typeface="Times New Roman" panose="02020603050405020304" pitchFamily="18" charset="0"/>
                <a:cs typeface="Times New Roman" panose="02020603050405020304" pitchFamily="18" charset="0"/>
              </a:rPr>
              <a:t>Goal</a:t>
            </a:r>
            <a:r>
              <a:rPr lang="en-US" sz="2000" dirty="0" err="1">
                <a:solidFill>
                  <a:srgbClr val="0C0D03"/>
                </a:solidFill>
                <a:latin typeface="Times New Roman" panose="02020603050405020304" pitchFamily="18" charset="0"/>
                <a:cs typeface="Times New Roman" panose="02020603050405020304" pitchFamily="18" charset="0"/>
              </a:rPr>
              <a:t>:To</a:t>
            </a:r>
            <a:r>
              <a:rPr lang="en-US" sz="2000" dirty="0">
                <a:solidFill>
                  <a:srgbClr val="0C0D03"/>
                </a:solidFill>
                <a:latin typeface="Times New Roman" panose="02020603050405020304" pitchFamily="18" charset="0"/>
                <a:cs typeface="Times New Roman" panose="02020603050405020304" pitchFamily="18" charset="0"/>
              </a:rPr>
              <a:t> build a classification model that predicts whether a patient has heart disease based on medical attributes.</a:t>
            </a:r>
          </a:p>
          <a:p>
            <a:pPr marL="0" marR="0" indent="0" algn="just" defTabSz="914400" rtl="0" eaLnBrk="1" fontAlgn="base" latinLnBrk="0" hangingPunct="1">
              <a:lnSpc>
                <a:spcPts val="3000"/>
              </a:lnSpc>
              <a:spcBef>
                <a:spcPct val="0"/>
              </a:spcBef>
              <a:spcAft>
                <a:spcPct val="0"/>
              </a:spcAft>
              <a:buClrTx/>
              <a:buSzTx/>
              <a:buFontTx/>
              <a:buNone/>
              <a:tabLst/>
            </a:pPr>
            <a:endParaRPr lang="en-US" sz="2000"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Why classification : </a:t>
            </a:r>
            <a:r>
              <a:rPr lang="en-US" sz="2000" dirty="0">
                <a:solidFill>
                  <a:srgbClr val="0C0D03"/>
                </a:solidFill>
                <a:latin typeface="Times New Roman" panose="02020603050405020304" pitchFamily="18" charset="0"/>
                <a:cs typeface="Times New Roman" panose="02020603050405020304" pitchFamily="18" charset="0"/>
              </a:rPr>
              <a:t>The target variable (target) has two classes:</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0 → No heart disease</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1 → Heart disease</a:t>
            </a:r>
          </a:p>
          <a:p>
            <a:pPr marL="0" marR="0" indent="0" algn="just" defTabSz="914400" rtl="0" eaLnBrk="1" fontAlgn="base" latinLnBrk="0" hangingPunct="1">
              <a:lnSpc>
                <a:spcPts val="3000"/>
              </a:lnSpc>
              <a:spcBef>
                <a:spcPct val="0"/>
              </a:spcBef>
              <a:spcAft>
                <a:spcPct val="0"/>
              </a:spcAft>
              <a:buClrTx/>
              <a:buSzTx/>
              <a:buFontTx/>
              <a:buNone/>
              <a:tabLst/>
            </a:pPr>
            <a:endParaRPr lang="en-US" sz="2000"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This makes it a binary classification problem.</a:t>
            </a:r>
          </a:p>
        </p:txBody>
      </p:sp>
      <p:pic>
        <p:nvPicPr>
          <p:cNvPr id="5" name="Picture 4">
            <a:extLst>
              <a:ext uri="{FF2B5EF4-FFF2-40B4-BE49-F238E27FC236}">
                <a16:creationId xmlns:a16="http://schemas.microsoft.com/office/drawing/2014/main" id="{E41ED1C4-B6DA-4F93-FD26-3142EF2CF84F}"/>
              </a:ext>
            </a:extLst>
          </p:cNvPr>
          <p:cNvPicPr>
            <a:picLocks noChangeAspect="1"/>
          </p:cNvPicPr>
          <p:nvPr/>
        </p:nvPicPr>
        <p:blipFill>
          <a:blip r:embed="rId2">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284323426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B80544-D4C2-CFF7-2F5A-011B15723018}"/>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93021509-80F6-C5A6-D5DE-5F2ADC4CA5B1}"/>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28</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1D5CB65B-F971-AB33-D944-5FFAFEB588A5}"/>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ED12BF00-36B4-364F-6700-F2EBD8652602}"/>
              </a:ext>
            </a:extLst>
          </p:cNvPr>
          <p:cNvSpPr txBox="1"/>
          <p:nvPr/>
        </p:nvSpPr>
        <p:spPr>
          <a:xfrm>
            <a:off x="1259632" y="1197622"/>
            <a:ext cx="7632848" cy="830997"/>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400" b="1" dirty="0">
                <a:solidFill>
                  <a:srgbClr val="0C0D03"/>
                </a:solidFill>
                <a:latin typeface="Times New Roman" panose="02020603050405020304" pitchFamily="18" charset="0"/>
                <a:cs typeface="Times New Roman" panose="02020603050405020304" pitchFamily="18" charset="0"/>
              </a:rPr>
              <a:t>Step :1</a:t>
            </a:r>
          </a:p>
        </p:txBody>
      </p:sp>
      <p:sp>
        <p:nvSpPr>
          <p:cNvPr id="4" name="Rectangle: Rounded Corners 3">
            <a:extLst>
              <a:ext uri="{FF2B5EF4-FFF2-40B4-BE49-F238E27FC236}">
                <a16:creationId xmlns:a16="http://schemas.microsoft.com/office/drawing/2014/main" id="{E6DC19FD-C658-C525-EE6E-EBA19FF12D7F}"/>
              </a:ext>
            </a:extLst>
          </p:cNvPr>
          <p:cNvSpPr/>
          <p:nvPr/>
        </p:nvSpPr>
        <p:spPr bwMode="auto">
          <a:xfrm>
            <a:off x="659594" y="2248275"/>
            <a:ext cx="8064896" cy="365144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STEP 1: Kaggle Dataset Import Setup</a:t>
            </a:r>
          </a:p>
          <a:p>
            <a:pPr marL="0" marR="0" indent="0" algn="just" defTabSz="914400" rtl="0" eaLnBrk="1" fontAlgn="base" latinLnBrk="0" hangingPunct="1">
              <a:lnSpc>
                <a:spcPts val="3000"/>
              </a:lnSpc>
              <a:spcBef>
                <a:spcPct val="0"/>
              </a:spcBef>
              <a:spcAft>
                <a:spcPct val="0"/>
              </a:spcAft>
              <a:buClrTx/>
              <a:buSzTx/>
              <a:buFontTx/>
              <a:buNone/>
              <a:tabLst/>
            </a:pPr>
            <a:endParaRPr lang="en-US" sz="20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000" b="1" dirty="0">
              <a:solidFill>
                <a:srgbClr val="0C0D03"/>
              </a:solidFill>
              <a:latin typeface="Times New Roman" panose="02020603050405020304" pitchFamily="18" charset="0"/>
              <a:cs typeface="Times New Roman" panose="02020603050405020304" pitchFamily="18" charset="0"/>
            </a:endParaRPr>
          </a:p>
        </p:txBody>
      </p:sp>
      <p:pic>
        <p:nvPicPr>
          <p:cNvPr id="8" name="Picture 7">
            <a:extLst>
              <a:ext uri="{FF2B5EF4-FFF2-40B4-BE49-F238E27FC236}">
                <a16:creationId xmlns:a16="http://schemas.microsoft.com/office/drawing/2014/main" id="{9A91B1BC-4CF0-14B1-2EFC-FFBC8469757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72170" y="2780928"/>
            <a:ext cx="7914070" cy="2088232"/>
          </a:xfrm>
          <a:prstGeom prst="rect">
            <a:avLst/>
          </a:prstGeom>
        </p:spPr>
      </p:pic>
      <p:pic>
        <p:nvPicPr>
          <p:cNvPr id="5" name="Picture 4">
            <a:extLst>
              <a:ext uri="{FF2B5EF4-FFF2-40B4-BE49-F238E27FC236}">
                <a16:creationId xmlns:a16="http://schemas.microsoft.com/office/drawing/2014/main" id="{20B40DC4-9BDC-7F72-6C69-E3104F35FEB4}"/>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196764423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07C86A-0ADB-B1A6-C5B8-3F770E38F03D}"/>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76E468CB-01F9-9295-E2C8-96F0CD0F9C18}"/>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29</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069A39AF-5B2D-E2F0-B378-0F8CD2AC2AF4}"/>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214F80E3-48A7-6A30-3B2F-EB3B0E122DEA}"/>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:1</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339F9E46-B694-9FB4-3C92-3188D68F7106}"/>
              </a:ext>
            </a:extLst>
          </p:cNvPr>
          <p:cNvSpPr/>
          <p:nvPr/>
        </p:nvSpPr>
        <p:spPr bwMode="auto">
          <a:xfrm>
            <a:off x="659594" y="2248275"/>
            <a:ext cx="8064896" cy="365144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STEP 1: Kaggle Dataset Import Setup</a:t>
            </a:r>
          </a:p>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Explanation</a:t>
            </a:r>
            <a:r>
              <a:rPr lang="en-US" sz="2000" b="1" dirty="0">
                <a:solidFill>
                  <a:srgbClr val="0C0D03"/>
                </a:solidFill>
                <a:latin typeface="Times New Roman" panose="02020603050405020304" pitchFamily="18" charset="0"/>
                <a:cs typeface="Times New Roman" panose="02020603050405020304" pitchFamily="18" charset="0"/>
              </a:rPr>
              <a:t>:</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err="1">
                <a:solidFill>
                  <a:srgbClr val="0C0D03"/>
                </a:solidFill>
                <a:latin typeface="Times New Roman" panose="02020603050405020304" pitchFamily="18" charset="0"/>
                <a:cs typeface="Times New Roman" panose="02020603050405020304" pitchFamily="18" charset="0"/>
              </a:rPr>
              <a:t>kagglehub</a:t>
            </a:r>
            <a:r>
              <a:rPr lang="en-US" sz="2000" dirty="0">
                <a:solidFill>
                  <a:srgbClr val="0C0D03"/>
                </a:solidFill>
                <a:latin typeface="Times New Roman" panose="02020603050405020304" pitchFamily="18" charset="0"/>
                <a:cs typeface="Times New Roman" panose="02020603050405020304" pitchFamily="18" charset="0"/>
              </a:rPr>
              <a:t> is a library that allows downloading datasets directly from Kaggle.</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The dataset heart-disease-data is downloaded from </a:t>
            </a:r>
            <a:r>
              <a:rPr lang="en-US" sz="2000" dirty="0" err="1">
                <a:solidFill>
                  <a:srgbClr val="0C0D03"/>
                </a:solidFill>
                <a:latin typeface="Times New Roman" panose="02020603050405020304" pitchFamily="18" charset="0"/>
                <a:cs typeface="Times New Roman" panose="02020603050405020304" pitchFamily="18" charset="0"/>
              </a:rPr>
              <a:t>Kaggle.This</a:t>
            </a:r>
            <a:r>
              <a:rPr lang="en-US" sz="2000" dirty="0">
                <a:solidFill>
                  <a:srgbClr val="0C0D03"/>
                </a:solidFill>
                <a:latin typeface="Times New Roman" panose="02020603050405020304" pitchFamily="18" charset="0"/>
                <a:cs typeface="Times New Roman" panose="02020603050405020304" pitchFamily="18" charset="0"/>
              </a:rPr>
              <a:t> ensures the dataset source is Kaggle.</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The printed message confirms successful download.</a:t>
            </a:r>
          </a:p>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 </a:t>
            </a:r>
            <a:r>
              <a:rPr lang="en-US" sz="2400" b="1" dirty="0" err="1">
                <a:solidFill>
                  <a:srgbClr val="0C0D03"/>
                </a:solidFill>
                <a:latin typeface="Times New Roman" panose="02020603050405020304" pitchFamily="18" charset="0"/>
                <a:cs typeface="Times New Roman" panose="02020603050405020304" pitchFamily="18" charset="0"/>
              </a:rPr>
              <a:t>Purpose:</a:t>
            </a:r>
            <a:r>
              <a:rPr lang="en-US" sz="2000" dirty="0" err="1">
                <a:solidFill>
                  <a:srgbClr val="0C0D03"/>
                </a:solidFill>
                <a:latin typeface="Times New Roman" panose="02020603050405020304" pitchFamily="18" charset="0"/>
                <a:cs typeface="Times New Roman" panose="02020603050405020304" pitchFamily="18" charset="0"/>
              </a:rPr>
              <a:t>To</a:t>
            </a:r>
            <a:r>
              <a:rPr lang="en-US" sz="2000" dirty="0">
                <a:solidFill>
                  <a:srgbClr val="0C0D03"/>
                </a:solidFill>
                <a:latin typeface="Times New Roman" panose="02020603050405020304" pitchFamily="18" charset="0"/>
                <a:cs typeface="Times New Roman" panose="02020603050405020304" pitchFamily="18" charset="0"/>
              </a:rPr>
              <a:t> legally and reproducibly import the dataset from Kaggle.</a:t>
            </a:r>
          </a:p>
          <a:p>
            <a:pPr marL="0" marR="0" indent="0" algn="just" defTabSz="914400" rtl="0" eaLnBrk="1" fontAlgn="base" latinLnBrk="0" hangingPunct="1">
              <a:lnSpc>
                <a:spcPts val="3000"/>
              </a:lnSpc>
              <a:spcBef>
                <a:spcPct val="0"/>
              </a:spcBef>
              <a:spcAft>
                <a:spcPct val="0"/>
              </a:spcAft>
              <a:buClrTx/>
              <a:buSzTx/>
              <a:buFontTx/>
              <a:buNone/>
              <a:tabLst/>
            </a:pPr>
            <a:endParaRPr lang="en-US" sz="20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000" b="1" dirty="0">
              <a:solidFill>
                <a:srgbClr val="0C0D03"/>
              </a:solidFill>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DC3C1271-22F6-46E4-E682-2CEBBB11D07B}"/>
              </a:ext>
            </a:extLst>
          </p:cNvPr>
          <p:cNvPicPr>
            <a:picLocks noChangeAspect="1"/>
          </p:cNvPicPr>
          <p:nvPr/>
        </p:nvPicPr>
        <p:blipFill>
          <a:blip r:embed="rId2">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295096644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568C96-7942-06D8-F3A0-25814084C91C}"/>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82BE28E5-CF49-C5FA-17B1-20A6A670721C}"/>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30</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6D7CA359-03F8-49A5-057B-5CA2E5FC46F4}"/>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68233CE4-9589-D4BD-4A4C-A218E0D9E5E6}"/>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:2</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3D6CBF25-01F0-0954-736B-8E06570F30FC}"/>
              </a:ext>
            </a:extLst>
          </p:cNvPr>
          <p:cNvSpPr/>
          <p:nvPr/>
        </p:nvSpPr>
        <p:spPr bwMode="auto">
          <a:xfrm>
            <a:off x="411162" y="2248275"/>
            <a:ext cx="831332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STEP 2: Import Required Libraries</a:t>
            </a:r>
          </a:p>
          <a:p>
            <a:pPr marL="0" marR="0" indent="0" algn="just" defTabSz="914400" rtl="0" eaLnBrk="1" fontAlgn="base" latinLnBrk="0" hangingPunct="1">
              <a:lnSpc>
                <a:spcPts val="3000"/>
              </a:lnSpc>
              <a:spcBef>
                <a:spcPct val="0"/>
              </a:spcBef>
              <a:spcAft>
                <a:spcPct val="0"/>
              </a:spcAft>
              <a:buClrTx/>
              <a:buSzTx/>
              <a:buFontTx/>
              <a:buNone/>
              <a:tabLst/>
            </a:pPr>
            <a:endParaRPr lang="en-US" sz="20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0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0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0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Explanation:</a:t>
            </a: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NumPy (np): </a:t>
            </a:r>
            <a:r>
              <a:rPr lang="en-US" sz="2000" dirty="0">
                <a:solidFill>
                  <a:srgbClr val="0C0D03"/>
                </a:solidFill>
                <a:latin typeface="Times New Roman" panose="02020603050405020304" pitchFamily="18" charset="0"/>
                <a:cs typeface="Times New Roman" panose="02020603050405020304" pitchFamily="18" charset="0"/>
              </a:rPr>
              <a:t>used for numerical computations.</a:t>
            </a: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Pandas (pd): </a:t>
            </a:r>
            <a:r>
              <a:rPr lang="en-US" sz="2000" dirty="0">
                <a:solidFill>
                  <a:srgbClr val="0C0D03"/>
                </a:solidFill>
                <a:latin typeface="Times New Roman" panose="02020603050405020304" pitchFamily="18" charset="0"/>
                <a:cs typeface="Times New Roman" panose="02020603050405020304" pitchFamily="18" charset="0"/>
              </a:rPr>
              <a:t>used for reading CSV files and handling tabular data.</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 </a:t>
            </a:r>
            <a:r>
              <a:rPr lang="en-US" sz="2000" b="1" dirty="0" err="1">
                <a:solidFill>
                  <a:srgbClr val="0C0D03"/>
                </a:solidFill>
                <a:latin typeface="Times New Roman" panose="02020603050405020304" pitchFamily="18" charset="0"/>
                <a:cs typeface="Times New Roman" panose="02020603050405020304" pitchFamily="18" charset="0"/>
              </a:rPr>
              <a:t>Purpose:</a:t>
            </a:r>
            <a:r>
              <a:rPr lang="en-US" sz="2000" dirty="0" err="1">
                <a:solidFill>
                  <a:srgbClr val="0C0D03"/>
                </a:solidFill>
                <a:latin typeface="Times New Roman" panose="02020603050405020304" pitchFamily="18" charset="0"/>
                <a:cs typeface="Times New Roman" panose="02020603050405020304" pitchFamily="18" charset="0"/>
              </a:rPr>
              <a:t>These</a:t>
            </a:r>
            <a:r>
              <a:rPr lang="en-US" sz="2000" dirty="0">
                <a:solidFill>
                  <a:srgbClr val="0C0D03"/>
                </a:solidFill>
                <a:latin typeface="Times New Roman" panose="02020603050405020304" pitchFamily="18" charset="0"/>
                <a:cs typeface="Times New Roman" panose="02020603050405020304" pitchFamily="18" charset="0"/>
              </a:rPr>
              <a:t> libraries are fundamental for data preprocessing and analysis</a:t>
            </a:r>
          </a:p>
        </p:txBody>
      </p:sp>
      <p:pic>
        <p:nvPicPr>
          <p:cNvPr id="6" name="Picture 5">
            <a:extLst>
              <a:ext uri="{FF2B5EF4-FFF2-40B4-BE49-F238E27FC236}">
                <a16:creationId xmlns:a16="http://schemas.microsoft.com/office/drawing/2014/main" id="{3154E3D5-6D94-52EE-ADE6-81A12551FFB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59632" y="3138447"/>
            <a:ext cx="4465054" cy="1125488"/>
          </a:xfrm>
          <a:prstGeom prst="rect">
            <a:avLst/>
          </a:prstGeom>
        </p:spPr>
      </p:pic>
      <p:pic>
        <p:nvPicPr>
          <p:cNvPr id="5" name="Picture 4">
            <a:extLst>
              <a:ext uri="{FF2B5EF4-FFF2-40B4-BE49-F238E27FC236}">
                <a16:creationId xmlns:a16="http://schemas.microsoft.com/office/drawing/2014/main" id="{E60F9C64-8909-0EC1-E858-C563695361E4}"/>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370107462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4ADA2F-8060-F78B-1FCB-6190917DF0E2}"/>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CDAA1364-CF61-95BD-2056-6156447F24DF}"/>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31</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544A42FE-A933-65AB-886E-033E870A6097}"/>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A4EA802E-C8D9-4BF3-7445-F1FA2DF9B109}"/>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:2</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7268C1DA-BFE7-8D06-1F54-0A27D35BD116}"/>
              </a:ext>
            </a:extLst>
          </p:cNvPr>
          <p:cNvSpPr/>
          <p:nvPr/>
        </p:nvSpPr>
        <p:spPr bwMode="auto">
          <a:xfrm>
            <a:off x="411162" y="2248275"/>
            <a:ext cx="831332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STEP 2: Import Required Libraries</a:t>
            </a: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NumPy (np):</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NumPy is the fundamental package for scientific computing in Python. It is a Python library that provides a multidimensional array object, various derived objects (such as masked arrays and matrices), and an assortment of routines for fast operations on arrays, including mathematical, logical, shape manipulation, sorting, selecting, I/O, discrete Fourier transforms, basic linear algebra, basic statistical operations, random simulation and much more.</a:t>
            </a:r>
          </a:p>
        </p:txBody>
      </p:sp>
      <p:pic>
        <p:nvPicPr>
          <p:cNvPr id="5" name="Picture 4">
            <a:extLst>
              <a:ext uri="{FF2B5EF4-FFF2-40B4-BE49-F238E27FC236}">
                <a16:creationId xmlns:a16="http://schemas.microsoft.com/office/drawing/2014/main" id="{B844A07B-57B3-5E72-80E8-4597F005B037}"/>
              </a:ext>
            </a:extLst>
          </p:cNvPr>
          <p:cNvPicPr>
            <a:picLocks noChangeAspect="1"/>
          </p:cNvPicPr>
          <p:nvPr/>
        </p:nvPicPr>
        <p:blipFill>
          <a:blip r:embed="rId2">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336326105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A03C91-D19E-0F2A-5F3A-1DDFD8C6A6E3}"/>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716ABFBC-96CF-543F-3437-8D6DB7CA2EC0}"/>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32</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85F6445F-27C1-C3A9-F689-77454D278374}"/>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03827C0C-EFA1-EC15-ACA2-EA24F0795A8B}"/>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:2</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1ABBA18F-5E62-4147-1C50-4E82C668A35D}"/>
              </a:ext>
            </a:extLst>
          </p:cNvPr>
          <p:cNvSpPr/>
          <p:nvPr/>
        </p:nvSpPr>
        <p:spPr bwMode="auto">
          <a:xfrm>
            <a:off x="411162" y="2248275"/>
            <a:ext cx="831332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STEP 2: Import Required Libraries</a:t>
            </a: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NumPy (np):</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There are several important differences between NumPy arrays and the standard Python sequences:</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NumPy arrays have a fixed size at creation, unlike Python lists (which can grow dynamically).</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The elements in a NumPy array are all required to be of the same data type, and thus will be the same size in memory.</a:t>
            </a:r>
          </a:p>
          <a:p>
            <a:pPr marL="0" marR="0" indent="0" algn="just" defTabSz="914400" rtl="0" eaLnBrk="1" fontAlgn="base" latinLnBrk="0" hangingPunct="1">
              <a:lnSpc>
                <a:spcPts val="3000"/>
              </a:lnSpc>
              <a:spcBef>
                <a:spcPct val="0"/>
              </a:spcBef>
              <a:spcAft>
                <a:spcPct val="0"/>
              </a:spcAft>
              <a:buClrTx/>
              <a:buSzTx/>
              <a:buFontTx/>
              <a:buNone/>
              <a:tabLst/>
            </a:pPr>
            <a:endParaRPr lang="en-US" sz="2000" dirty="0">
              <a:solidFill>
                <a:srgbClr val="0C0D03"/>
              </a:solidFill>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2ED55D43-86F2-1023-9C1E-6697535973AB}"/>
              </a:ext>
            </a:extLst>
          </p:cNvPr>
          <p:cNvPicPr>
            <a:picLocks noChangeAspect="1"/>
          </p:cNvPicPr>
          <p:nvPr/>
        </p:nvPicPr>
        <p:blipFill>
          <a:blip r:embed="rId2">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10703782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40B14-54B7-319E-8E37-0FCD991B331A}"/>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C54D768A-C138-C0E9-0C02-0CDB6112D870}"/>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33</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8B5F2705-C5B2-F68D-FBFC-C6E652836527}"/>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FC8EA2D5-5705-976F-94F7-F42723EEA8EA}"/>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:2</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5EB509D6-7B4D-7308-90ED-D995FFE35FB2}"/>
              </a:ext>
            </a:extLst>
          </p:cNvPr>
          <p:cNvSpPr/>
          <p:nvPr/>
        </p:nvSpPr>
        <p:spPr bwMode="auto">
          <a:xfrm>
            <a:off x="411162" y="2248275"/>
            <a:ext cx="831332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STEP 2: Import Required Libraries</a:t>
            </a: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NumPy (np):</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NumPy arrays facilitate advanced mathematical and other types of operations on large numbers of data. Typically, such operations are executed more efficiently and with less code than is possible using Python’s built-in sequences.</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A growing plethora of scientific and mathematical Python-based packages are using NumPy arrays; though these typically support Python-sequence input, they convert such input to NumPy arrays prior to processing, and they often output NumPy arrays.</a:t>
            </a:r>
          </a:p>
        </p:txBody>
      </p:sp>
      <p:pic>
        <p:nvPicPr>
          <p:cNvPr id="5" name="Picture 4">
            <a:extLst>
              <a:ext uri="{FF2B5EF4-FFF2-40B4-BE49-F238E27FC236}">
                <a16:creationId xmlns:a16="http://schemas.microsoft.com/office/drawing/2014/main" id="{35FF06CE-0265-138C-4039-D842BDE4C357}"/>
              </a:ext>
            </a:extLst>
          </p:cNvPr>
          <p:cNvPicPr>
            <a:picLocks noChangeAspect="1"/>
          </p:cNvPicPr>
          <p:nvPr/>
        </p:nvPicPr>
        <p:blipFill>
          <a:blip r:embed="rId2">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139210486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A7840-7B1A-3CFC-BD63-5B23D33364D5}"/>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256D667B-7BBA-2643-187F-F69E4C6B50B1}"/>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34</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642C65A5-F3AD-76E1-F021-32AB0BA81102}"/>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848C1888-A089-C995-D878-22C67DA68350}"/>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:2</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69DD7512-9D25-D3C1-587E-42E4A6119A2A}"/>
              </a:ext>
            </a:extLst>
          </p:cNvPr>
          <p:cNvSpPr/>
          <p:nvPr/>
        </p:nvSpPr>
        <p:spPr bwMode="auto">
          <a:xfrm>
            <a:off x="419510" y="2067603"/>
            <a:ext cx="8313328" cy="4365250"/>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STEP 2: Import Required Libraries</a:t>
            </a: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Pandas Introduction :</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Pandas is an open-source Python library used for data manipulation, analysis and cleaning. It provides fast and flexible tools to work with tabular data, similar to spreadsheets or SQL tables. </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Pandas is used in data science, machine learning, finance, analytics and automation because it integrates smoothly with other libraries such as:</a:t>
            </a: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    NumPy: </a:t>
            </a:r>
            <a:r>
              <a:rPr lang="en-US" sz="2000" dirty="0">
                <a:solidFill>
                  <a:srgbClr val="0C0D03"/>
                </a:solidFill>
                <a:latin typeface="Times New Roman" panose="02020603050405020304" pitchFamily="18" charset="0"/>
                <a:cs typeface="Times New Roman" panose="02020603050405020304" pitchFamily="18" charset="0"/>
              </a:rPr>
              <a:t>numerical operations</a:t>
            </a: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    Matplotlib and Seaborn: </a:t>
            </a:r>
            <a:r>
              <a:rPr lang="en-US" sz="2000" dirty="0">
                <a:solidFill>
                  <a:srgbClr val="0C0D03"/>
                </a:solidFill>
                <a:latin typeface="Times New Roman" panose="02020603050405020304" pitchFamily="18" charset="0"/>
                <a:cs typeface="Times New Roman" panose="02020603050405020304" pitchFamily="18" charset="0"/>
              </a:rPr>
              <a:t>data visualization</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    </a:t>
            </a:r>
            <a:r>
              <a:rPr lang="en-US" sz="2000" b="1" dirty="0">
                <a:solidFill>
                  <a:srgbClr val="0C0D03"/>
                </a:solidFill>
                <a:latin typeface="Times New Roman" panose="02020603050405020304" pitchFamily="18" charset="0"/>
                <a:cs typeface="Times New Roman" panose="02020603050405020304" pitchFamily="18" charset="0"/>
              </a:rPr>
              <a:t>SciPy: </a:t>
            </a:r>
            <a:r>
              <a:rPr lang="en-US" sz="2000" dirty="0">
                <a:solidFill>
                  <a:srgbClr val="0C0D03"/>
                </a:solidFill>
                <a:latin typeface="Times New Roman" panose="02020603050405020304" pitchFamily="18" charset="0"/>
                <a:cs typeface="Times New Roman" panose="02020603050405020304" pitchFamily="18" charset="0"/>
              </a:rPr>
              <a:t>statistical analysis</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    </a:t>
            </a:r>
            <a:r>
              <a:rPr lang="en-US" sz="2000" b="1" dirty="0">
                <a:solidFill>
                  <a:srgbClr val="0C0D03"/>
                </a:solidFill>
                <a:latin typeface="Times New Roman" panose="02020603050405020304" pitchFamily="18" charset="0"/>
                <a:cs typeface="Times New Roman" panose="02020603050405020304" pitchFamily="18" charset="0"/>
              </a:rPr>
              <a:t>Scikit-learn: </a:t>
            </a:r>
            <a:r>
              <a:rPr lang="en-US" sz="2000" dirty="0">
                <a:solidFill>
                  <a:srgbClr val="0C0D03"/>
                </a:solidFill>
                <a:latin typeface="Times New Roman" panose="02020603050405020304" pitchFamily="18" charset="0"/>
                <a:cs typeface="Times New Roman" panose="02020603050405020304" pitchFamily="18" charset="0"/>
              </a:rPr>
              <a:t>machine learning workflows</a:t>
            </a:r>
          </a:p>
        </p:txBody>
      </p:sp>
      <p:pic>
        <p:nvPicPr>
          <p:cNvPr id="5" name="Picture 4">
            <a:extLst>
              <a:ext uri="{FF2B5EF4-FFF2-40B4-BE49-F238E27FC236}">
                <a16:creationId xmlns:a16="http://schemas.microsoft.com/office/drawing/2014/main" id="{346FDC74-F25E-2CE2-038E-07DFEAD746D5}"/>
              </a:ext>
            </a:extLst>
          </p:cNvPr>
          <p:cNvPicPr>
            <a:picLocks noChangeAspect="1"/>
          </p:cNvPicPr>
          <p:nvPr/>
        </p:nvPicPr>
        <p:blipFill>
          <a:blip r:embed="rId2">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62966253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602828-71AF-F468-BD99-306786C18892}"/>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D289B0CF-8389-8CAE-610B-646ACA46FA15}"/>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35</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AB123A84-99F1-E984-9287-0523F8B49D0D}"/>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65620310-47C4-E550-5B8F-41FAF06C97E6}"/>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:2</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E4AB6031-FDE9-B3E2-C189-13C9A3AE3DB8}"/>
              </a:ext>
            </a:extLst>
          </p:cNvPr>
          <p:cNvSpPr/>
          <p:nvPr/>
        </p:nvSpPr>
        <p:spPr bwMode="auto">
          <a:xfrm>
            <a:off x="419510" y="2067603"/>
            <a:ext cx="8313328" cy="4365250"/>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STEP 2: Import Required Libraries</a:t>
            </a: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Pandas Introduction :</a:t>
            </a: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Installation: </a:t>
            </a:r>
            <a:r>
              <a:rPr lang="en-US" sz="2000" dirty="0">
                <a:solidFill>
                  <a:srgbClr val="0C0D03"/>
                </a:solidFill>
                <a:latin typeface="Times New Roman" panose="02020603050405020304" pitchFamily="18" charset="0"/>
                <a:cs typeface="Times New Roman" panose="02020603050405020304" pitchFamily="18" charset="0"/>
              </a:rPr>
              <a:t>Before using Pandas, make sure it is installed</a:t>
            </a:r>
          </a:p>
          <a:p>
            <a:pPr marL="0" marR="0" indent="0" algn="just" defTabSz="914400" rtl="0" eaLnBrk="1" fontAlgn="base" latinLnBrk="0" hangingPunct="1">
              <a:lnSpc>
                <a:spcPts val="3000"/>
              </a:lnSpc>
              <a:spcBef>
                <a:spcPct val="0"/>
              </a:spcBef>
              <a:spcAft>
                <a:spcPct val="0"/>
              </a:spcAft>
              <a:buClrTx/>
              <a:buSzTx/>
              <a:buFontTx/>
              <a:buNone/>
              <a:tabLst/>
            </a:pPr>
            <a:endParaRPr lang="en-US" sz="2000"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000"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After the Pandas have been installed in the system we need to import the library. This module is imported using:</a:t>
            </a:r>
          </a:p>
          <a:p>
            <a:pPr marL="0" marR="0" indent="0" algn="just" defTabSz="914400" rtl="0" eaLnBrk="1" fontAlgn="base" latinLnBrk="0" hangingPunct="1">
              <a:lnSpc>
                <a:spcPts val="3000"/>
              </a:lnSpc>
              <a:spcBef>
                <a:spcPct val="0"/>
              </a:spcBef>
              <a:spcAft>
                <a:spcPct val="0"/>
              </a:spcAft>
              <a:buClrTx/>
              <a:buSzTx/>
              <a:buFontTx/>
              <a:buNone/>
              <a:tabLst/>
            </a:pPr>
            <a:endParaRPr lang="en-US" sz="2000"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000"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Note: pd is just an alias for Pandas. It’s not required but using it makes the code shorter when calling methods or properties.</a:t>
            </a:r>
          </a:p>
        </p:txBody>
      </p:sp>
      <p:pic>
        <p:nvPicPr>
          <p:cNvPr id="6" name="Picture 5">
            <a:extLst>
              <a:ext uri="{FF2B5EF4-FFF2-40B4-BE49-F238E27FC236}">
                <a16:creationId xmlns:a16="http://schemas.microsoft.com/office/drawing/2014/main" id="{72F7062E-84A5-27B0-7F92-C958BCB6611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1560" y="3429000"/>
            <a:ext cx="5256584" cy="573688"/>
          </a:xfrm>
          <a:prstGeom prst="rect">
            <a:avLst/>
          </a:prstGeom>
        </p:spPr>
      </p:pic>
      <p:pic>
        <p:nvPicPr>
          <p:cNvPr id="8" name="Picture 7">
            <a:extLst>
              <a:ext uri="{FF2B5EF4-FFF2-40B4-BE49-F238E27FC236}">
                <a16:creationId xmlns:a16="http://schemas.microsoft.com/office/drawing/2014/main" id="{1343D22A-1CC1-9E45-2703-60E2153C7BC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0336" y="4956347"/>
            <a:ext cx="5247808" cy="573688"/>
          </a:xfrm>
          <a:prstGeom prst="rect">
            <a:avLst/>
          </a:prstGeom>
        </p:spPr>
      </p:pic>
      <p:pic>
        <p:nvPicPr>
          <p:cNvPr id="5" name="Picture 4">
            <a:extLst>
              <a:ext uri="{FF2B5EF4-FFF2-40B4-BE49-F238E27FC236}">
                <a16:creationId xmlns:a16="http://schemas.microsoft.com/office/drawing/2014/main" id="{AAD58CA3-041B-0235-9FD2-DCA74BA65B13}"/>
              </a:ext>
            </a:extLst>
          </p:cNvPr>
          <p:cNvPicPr>
            <a:picLocks noChangeAspect="1"/>
          </p:cNvPicPr>
          <p:nvPr/>
        </p:nvPicPr>
        <p:blipFill>
          <a:blip r:embed="rId4">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226754149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40CB16-4D53-8F03-9666-9890F6895801}"/>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50AFB5C4-551D-8F08-DB4D-B4CEA81C12E6}"/>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36</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8EA40138-49B0-FA4D-ED08-BE3BB96CFD9D}"/>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5B0F5BE2-A7AC-5E37-8855-FD11928A1704}"/>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:2</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99D9090B-2A8B-EB49-5A25-CE50EB432CE2}"/>
              </a:ext>
            </a:extLst>
          </p:cNvPr>
          <p:cNvSpPr/>
          <p:nvPr/>
        </p:nvSpPr>
        <p:spPr bwMode="auto">
          <a:xfrm>
            <a:off x="419510" y="2067603"/>
            <a:ext cx="8313328" cy="4365250"/>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STEP 2: Import Required Libraries</a:t>
            </a: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Data Structures in Pandas:</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Pandas provides two data structures for manipulating data which are as follows:</a:t>
            </a: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1. Pandas Series :</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A Pandas Series is one-dimensional labeled array capable of holding data of any type (integer, string, float, Python objects etc.). The axis labels are collectively called indexes. Series is created by loading the datasets from existing storage which can be a SQL database, a CSV file or an Excel file.</a:t>
            </a:r>
          </a:p>
        </p:txBody>
      </p:sp>
      <p:pic>
        <p:nvPicPr>
          <p:cNvPr id="5" name="Picture 4">
            <a:extLst>
              <a:ext uri="{FF2B5EF4-FFF2-40B4-BE49-F238E27FC236}">
                <a16:creationId xmlns:a16="http://schemas.microsoft.com/office/drawing/2014/main" id="{CB97B704-F3DC-4E14-A129-A3C8582DFA11}"/>
              </a:ext>
            </a:extLst>
          </p:cNvPr>
          <p:cNvPicPr>
            <a:picLocks noChangeAspect="1"/>
          </p:cNvPicPr>
          <p:nvPr/>
        </p:nvPicPr>
        <p:blipFill>
          <a:blip r:embed="rId2">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84322254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BD5306-4C59-388E-69DA-5F7A227B6CDF}"/>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2AF34C09-90D6-1E1F-17D4-6517E11F1DD5}"/>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37</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CC5D9CDD-40CE-E320-E3C9-0EC37F581FD4}"/>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6DAB1946-AE57-AC8D-0D3E-7AD3AFF46EFD}"/>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:2</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D9988B90-F1A2-715F-CDB2-699E4AA677F6}"/>
              </a:ext>
            </a:extLst>
          </p:cNvPr>
          <p:cNvSpPr/>
          <p:nvPr/>
        </p:nvSpPr>
        <p:spPr bwMode="auto">
          <a:xfrm>
            <a:off x="419510" y="2067603"/>
            <a:ext cx="8313328" cy="4365250"/>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STEP 2: Import Required Libraries</a:t>
            </a: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Data Structures in Pandas:</a:t>
            </a:r>
          </a:p>
        </p:txBody>
      </p:sp>
      <p:pic>
        <p:nvPicPr>
          <p:cNvPr id="6" name="Picture 5">
            <a:extLst>
              <a:ext uri="{FF2B5EF4-FFF2-40B4-BE49-F238E27FC236}">
                <a16:creationId xmlns:a16="http://schemas.microsoft.com/office/drawing/2014/main" id="{A892F94F-C380-2CD5-121B-06E6DBF31F4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35696" y="2973470"/>
            <a:ext cx="5853374" cy="3479951"/>
          </a:xfrm>
          <a:prstGeom prst="rect">
            <a:avLst/>
          </a:prstGeom>
        </p:spPr>
      </p:pic>
      <p:pic>
        <p:nvPicPr>
          <p:cNvPr id="5" name="Picture 4">
            <a:extLst>
              <a:ext uri="{FF2B5EF4-FFF2-40B4-BE49-F238E27FC236}">
                <a16:creationId xmlns:a16="http://schemas.microsoft.com/office/drawing/2014/main" id="{A2F4AE64-CA59-7592-F0DF-8B6555BD57BA}"/>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119152321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200C0C-A61A-9FCE-01D9-C2A01F413FB0}"/>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1FAAE1C3-2D70-FFCB-6043-3294026CEFBD}"/>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38</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CFF800D5-1D26-AB5B-F2B0-4731AAE7F93D}"/>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F3192AC2-1C09-C97F-DEC9-3B84A5E78D36}"/>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:2</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2EE7A4AB-8ABC-1B7E-4522-10CF5EB8F1CD}"/>
              </a:ext>
            </a:extLst>
          </p:cNvPr>
          <p:cNvSpPr/>
          <p:nvPr/>
        </p:nvSpPr>
        <p:spPr bwMode="auto">
          <a:xfrm>
            <a:off x="419510" y="2067603"/>
            <a:ext cx="8313328" cy="4365250"/>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STEP 2: Import Required Libraries</a:t>
            </a: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Data Structures in Pandas:</a:t>
            </a: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2. Pandas </a:t>
            </a:r>
            <a:r>
              <a:rPr lang="en-US" sz="2000" b="1" dirty="0" err="1">
                <a:solidFill>
                  <a:srgbClr val="0C0D03"/>
                </a:solidFill>
                <a:latin typeface="Times New Roman" panose="02020603050405020304" pitchFamily="18" charset="0"/>
                <a:cs typeface="Times New Roman" panose="02020603050405020304" pitchFamily="18" charset="0"/>
              </a:rPr>
              <a:t>DataFrame</a:t>
            </a:r>
            <a:r>
              <a:rPr lang="en-US" sz="2000" b="1" dirty="0">
                <a:solidFill>
                  <a:srgbClr val="0C0D03"/>
                </a:solidFill>
                <a:latin typeface="Times New Roman" panose="02020603050405020304" pitchFamily="18" charset="0"/>
                <a:cs typeface="Times New Roman" panose="02020603050405020304" pitchFamily="18" charset="0"/>
              </a:rPr>
              <a:t>:</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Pandas </a:t>
            </a:r>
            <a:r>
              <a:rPr lang="en-US" sz="2000" dirty="0" err="1">
                <a:solidFill>
                  <a:srgbClr val="0C0D03"/>
                </a:solidFill>
                <a:latin typeface="Times New Roman" panose="02020603050405020304" pitchFamily="18" charset="0"/>
                <a:cs typeface="Times New Roman" panose="02020603050405020304" pitchFamily="18" charset="0"/>
              </a:rPr>
              <a:t>DataFrame</a:t>
            </a:r>
            <a:r>
              <a:rPr lang="en-US" sz="2000" dirty="0">
                <a:solidFill>
                  <a:srgbClr val="0C0D03"/>
                </a:solidFill>
                <a:latin typeface="Times New Roman" panose="02020603050405020304" pitchFamily="18" charset="0"/>
                <a:cs typeface="Times New Roman" panose="02020603050405020304" pitchFamily="18" charset="0"/>
              </a:rPr>
              <a:t> is a two-dimensional data structure with labeled axes (rows and columns). It is created by loading the datasets from existing storage which can be a SQL database, a CSV file or an Excel file. It can be created from lists, dictionaries, a list of dictionaries etc.</a:t>
            </a:r>
          </a:p>
        </p:txBody>
      </p:sp>
      <p:pic>
        <p:nvPicPr>
          <p:cNvPr id="5" name="Picture 4">
            <a:extLst>
              <a:ext uri="{FF2B5EF4-FFF2-40B4-BE49-F238E27FC236}">
                <a16:creationId xmlns:a16="http://schemas.microsoft.com/office/drawing/2014/main" id="{C43D1A66-F2A3-F05C-9F9C-E506AC582DB5}"/>
              </a:ext>
            </a:extLst>
          </p:cNvPr>
          <p:cNvPicPr>
            <a:picLocks noChangeAspect="1"/>
          </p:cNvPicPr>
          <p:nvPr/>
        </p:nvPicPr>
        <p:blipFill>
          <a:blip r:embed="rId2">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338304382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834BD5-6545-9F20-F897-A2A42328C436}"/>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16B95258-37D3-BAFB-CEF7-C79B636B6104}"/>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39</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D14E9EAB-15A5-ABDF-0B81-0B38B0066D45}"/>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F8EDCF18-4EA5-6809-2D9D-796EDBCE48D3}"/>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:2</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0D8CD2C9-0AF2-6C0C-D276-D2C3817DE3F5}"/>
              </a:ext>
            </a:extLst>
          </p:cNvPr>
          <p:cNvSpPr/>
          <p:nvPr/>
        </p:nvSpPr>
        <p:spPr bwMode="auto">
          <a:xfrm>
            <a:off x="419510" y="2067603"/>
            <a:ext cx="8313328" cy="4365250"/>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STEP 2: Import Required Libraries</a:t>
            </a: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Data Structures in Pandas:</a:t>
            </a: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2. Pandas </a:t>
            </a:r>
            <a:r>
              <a:rPr lang="en-US" sz="2000" b="1" dirty="0" err="1">
                <a:solidFill>
                  <a:srgbClr val="0C0D03"/>
                </a:solidFill>
                <a:latin typeface="Times New Roman" panose="02020603050405020304" pitchFamily="18" charset="0"/>
                <a:cs typeface="Times New Roman" panose="02020603050405020304" pitchFamily="18" charset="0"/>
              </a:rPr>
              <a:t>DataFrame</a:t>
            </a:r>
            <a:r>
              <a:rPr lang="en-US" sz="2000" b="1" dirty="0">
                <a:solidFill>
                  <a:srgbClr val="0C0D03"/>
                </a:solidFill>
                <a:latin typeface="Times New Roman" panose="02020603050405020304" pitchFamily="18" charset="0"/>
                <a:cs typeface="Times New Roman" panose="02020603050405020304" pitchFamily="18" charset="0"/>
              </a:rPr>
              <a:t>:</a:t>
            </a:r>
          </a:p>
          <a:p>
            <a:pPr marL="0" marR="0" indent="0" algn="just" defTabSz="914400" rtl="0" eaLnBrk="1" fontAlgn="base" latinLnBrk="0" hangingPunct="1">
              <a:lnSpc>
                <a:spcPts val="3000"/>
              </a:lnSpc>
              <a:spcBef>
                <a:spcPct val="0"/>
              </a:spcBef>
              <a:spcAft>
                <a:spcPct val="0"/>
              </a:spcAft>
              <a:buClrTx/>
              <a:buSzTx/>
              <a:buFontTx/>
              <a:buNone/>
              <a:tabLst/>
            </a:pPr>
            <a:endParaRPr lang="en-US" sz="2000" b="1" dirty="0">
              <a:solidFill>
                <a:srgbClr val="0C0D03"/>
              </a:solidFill>
              <a:latin typeface="Times New Roman" panose="02020603050405020304" pitchFamily="18" charset="0"/>
              <a:cs typeface="Times New Roman" panose="02020603050405020304" pitchFamily="18" charset="0"/>
            </a:endParaRPr>
          </a:p>
        </p:txBody>
      </p:sp>
      <p:pic>
        <p:nvPicPr>
          <p:cNvPr id="8" name="Picture 7">
            <a:extLst>
              <a:ext uri="{FF2B5EF4-FFF2-40B4-BE49-F238E27FC236}">
                <a16:creationId xmlns:a16="http://schemas.microsoft.com/office/drawing/2014/main" id="{1203566E-6696-F8F4-13DF-FCABC0A40E5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31840" y="2933250"/>
            <a:ext cx="5339231" cy="3499603"/>
          </a:xfrm>
          <a:prstGeom prst="rect">
            <a:avLst/>
          </a:prstGeom>
        </p:spPr>
      </p:pic>
      <p:pic>
        <p:nvPicPr>
          <p:cNvPr id="5" name="Picture 4">
            <a:extLst>
              <a:ext uri="{FF2B5EF4-FFF2-40B4-BE49-F238E27FC236}">
                <a16:creationId xmlns:a16="http://schemas.microsoft.com/office/drawing/2014/main" id="{A3F5918F-435F-B218-F102-75FBCC6C6647}"/>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281249281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C00C00-CC06-8B1D-706B-6CD915CBC6D5}"/>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CA04495E-BCA9-390E-5187-537B338E09AF}"/>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40</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0958AECA-B14D-7F33-BA2A-9A9AA80BC0DB}"/>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E679E630-DB24-68C4-B664-490D410FCC37}"/>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:2</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8632BC4C-73B6-BDF6-C249-8D6571CCC716}"/>
              </a:ext>
            </a:extLst>
          </p:cNvPr>
          <p:cNvSpPr/>
          <p:nvPr/>
        </p:nvSpPr>
        <p:spPr bwMode="auto">
          <a:xfrm>
            <a:off x="410378" y="1976019"/>
            <a:ext cx="8313328" cy="4365250"/>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STEP 2: Import Required Libraries</a:t>
            </a: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Data Structures in Pandas:</a:t>
            </a: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Operations in Pandas:</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Pandas provides essential operations for working with structured data efficiently. The sections below introduce the most commonly used functionalities with short explanations and simple examples.</a:t>
            </a:r>
          </a:p>
          <a:p>
            <a:pPr marL="0" marR="0" indent="0" algn="just" defTabSz="914400" rtl="0" eaLnBrk="1" fontAlgn="base" latinLnBrk="0" hangingPunct="1">
              <a:lnSpc>
                <a:spcPts val="3000"/>
              </a:lnSpc>
              <a:spcBef>
                <a:spcPct val="0"/>
              </a:spcBef>
              <a:spcAft>
                <a:spcPct val="0"/>
              </a:spcAft>
              <a:buClrTx/>
              <a:buSzTx/>
              <a:buFontTx/>
              <a:buNone/>
              <a:tabLst/>
            </a:pPr>
            <a:endParaRPr lang="en-US" sz="2000"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1. Loading Data: </a:t>
            </a:r>
            <a:r>
              <a:rPr lang="en-US" sz="2000" dirty="0">
                <a:solidFill>
                  <a:srgbClr val="0C0D03"/>
                </a:solidFill>
                <a:latin typeface="Times New Roman" panose="02020603050405020304" pitchFamily="18" charset="0"/>
                <a:cs typeface="Times New Roman" panose="02020603050405020304" pitchFamily="18" charset="0"/>
              </a:rPr>
              <a:t>This operation reads data from files such as CSV, Excel or JSON into a </a:t>
            </a:r>
            <a:r>
              <a:rPr lang="en-US" sz="2000" dirty="0" err="1">
                <a:solidFill>
                  <a:srgbClr val="0C0D03"/>
                </a:solidFill>
                <a:latin typeface="Times New Roman" panose="02020603050405020304" pitchFamily="18" charset="0"/>
                <a:cs typeface="Times New Roman" panose="02020603050405020304" pitchFamily="18" charset="0"/>
              </a:rPr>
              <a:t>DataFrame</a:t>
            </a:r>
            <a:r>
              <a:rPr lang="en-US" sz="2000" dirty="0">
                <a:solidFill>
                  <a:srgbClr val="0C0D03"/>
                </a:solidFill>
                <a:latin typeface="Times New Roman" panose="02020603050405020304" pitchFamily="18" charset="0"/>
                <a:cs typeface="Times New Roman" panose="02020603050405020304" pitchFamily="18" charset="0"/>
              </a:rPr>
              <a:t>. </a:t>
            </a:r>
          </a:p>
        </p:txBody>
      </p:sp>
      <p:pic>
        <p:nvPicPr>
          <p:cNvPr id="5" name="Picture 4">
            <a:extLst>
              <a:ext uri="{FF2B5EF4-FFF2-40B4-BE49-F238E27FC236}">
                <a16:creationId xmlns:a16="http://schemas.microsoft.com/office/drawing/2014/main" id="{070B5F8F-E2A1-5B95-8308-1856230A9F3E}"/>
              </a:ext>
            </a:extLst>
          </p:cNvPr>
          <p:cNvPicPr>
            <a:picLocks noChangeAspect="1"/>
          </p:cNvPicPr>
          <p:nvPr/>
        </p:nvPicPr>
        <p:blipFill>
          <a:blip r:embed="rId2">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127078028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8783A-C181-4FB4-1D6F-6180326D1E03}"/>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12192B61-96C4-6174-DDC7-FC920BB379B0}"/>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41</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650BBE44-543F-1130-2E5A-46CA6F1348E1}"/>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EB159452-6F6A-AA73-5699-5152A003BCDC}"/>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:2</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0598C812-E0C1-84E8-D1DC-08C18FD529BC}"/>
              </a:ext>
            </a:extLst>
          </p:cNvPr>
          <p:cNvSpPr/>
          <p:nvPr/>
        </p:nvSpPr>
        <p:spPr bwMode="auto">
          <a:xfrm>
            <a:off x="410378" y="1976019"/>
            <a:ext cx="8313328" cy="4365250"/>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STEP 2: Import Required Libraries</a:t>
            </a: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Data Structures in Pandas:</a:t>
            </a: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Operations in Pandas:</a:t>
            </a:r>
          </a:p>
          <a:p>
            <a:pPr marL="0" marR="0" indent="0" algn="just" defTabSz="914400" rtl="0" eaLnBrk="1" fontAlgn="base" latinLnBrk="0" hangingPunct="1">
              <a:lnSpc>
                <a:spcPts val="3000"/>
              </a:lnSpc>
              <a:spcBef>
                <a:spcPct val="0"/>
              </a:spcBef>
              <a:spcAft>
                <a:spcPct val="0"/>
              </a:spcAft>
              <a:buClrTx/>
              <a:buSzTx/>
              <a:buFontTx/>
              <a:buNone/>
              <a:tabLst/>
            </a:pPr>
            <a:endParaRPr lang="en-US" sz="20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0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0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0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0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0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Explanation: </a:t>
            </a:r>
            <a:r>
              <a:rPr lang="en-US" sz="2000" dirty="0" err="1">
                <a:solidFill>
                  <a:srgbClr val="0C0D03"/>
                </a:solidFill>
                <a:latin typeface="Times New Roman" panose="02020603050405020304" pitchFamily="18" charset="0"/>
                <a:cs typeface="Times New Roman" panose="02020603050405020304" pitchFamily="18" charset="0"/>
              </a:rPr>
              <a:t>pd.read_csv</a:t>
            </a:r>
            <a:r>
              <a:rPr lang="en-US" sz="2000" dirty="0">
                <a:solidFill>
                  <a:srgbClr val="0C0D03"/>
                </a:solidFill>
                <a:latin typeface="Times New Roman" panose="02020603050405020304" pitchFamily="18" charset="0"/>
                <a:cs typeface="Times New Roman" panose="02020603050405020304" pitchFamily="18" charset="0"/>
              </a:rPr>
              <a:t>("data.csv") reads the CSV file and loads it into a </a:t>
            </a:r>
            <a:r>
              <a:rPr lang="en-US" sz="2000" dirty="0" err="1">
                <a:solidFill>
                  <a:srgbClr val="0C0D03"/>
                </a:solidFill>
                <a:latin typeface="Times New Roman" panose="02020603050405020304" pitchFamily="18" charset="0"/>
                <a:cs typeface="Times New Roman" panose="02020603050405020304" pitchFamily="18" charset="0"/>
              </a:rPr>
              <a:t>DataFrame</a:t>
            </a:r>
            <a:r>
              <a:rPr lang="en-US" sz="2000" dirty="0">
                <a:solidFill>
                  <a:srgbClr val="0C0D03"/>
                </a:solidFill>
                <a:latin typeface="Times New Roman" panose="02020603050405020304" pitchFamily="18" charset="0"/>
                <a:cs typeface="Times New Roman" panose="02020603050405020304" pitchFamily="18" charset="0"/>
              </a:rPr>
              <a:t> and </a:t>
            </a:r>
            <a:r>
              <a:rPr lang="en-US" sz="2000" dirty="0" err="1">
                <a:solidFill>
                  <a:srgbClr val="0C0D03"/>
                </a:solidFill>
                <a:latin typeface="Times New Roman" panose="02020603050405020304" pitchFamily="18" charset="0"/>
                <a:cs typeface="Times New Roman" panose="02020603050405020304" pitchFamily="18" charset="0"/>
              </a:rPr>
              <a:t>df.head</a:t>
            </a:r>
            <a:r>
              <a:rPr lang="en-US" sz="2000" dirty="0">
                <a:solidFill>
                  <a:srgbClr val="0C0D03"/>
                </a:solidFill>
                <a:latin typeface="Times New Roman" panose="02020603050405020304" pitchFamily="18" charset="0"/>
                <a:cs typeface="Times New Roman" panose="02020603050405020304" pitchFamily="18" charset="0"/>
              </a:rPr>
              <a:t>() shows the first 5 rows of the data.</a:t>
            </a:r>
          </a:p>
          <a:p>
            <a:pPr marL="0" marR="0" indent="0" algn="just" defTabSz="914400" rtl="0" eaLnBrk="1" fontAlgn="base" latinLnBrk="0" hangingPunct="1">
              <a:lnSpc>
                <a:spcPts val="3000"/>
              </a:lnSpc>
              <a:spcBef>
                <a:spcPct val="0"/>
              </a:spcBef>
              <a:spcAft>
                <a:spcPct val="0"/>
              </a:spcAft>
              <a:buClrTx/>
              <a:buSzTx/>
              <a:buFontTx/>
              <a:buNone/>
              <a:tabLst/>
            </a:pPr>
            <a:endParaRPr lang="en-US" sz="2000" b="1" dirty="0">
              <a:solidFill>
                <a:srgbClr val="0C0D03"/>
              </a:solidFill>
              <a:latin typeface="Times New Roman" panose="02020603050405020304" pitchFamily="18" charset="0"/>
              <a:cs typeface="Times New Roman" panose="02020603050405020304" pitchFamily="18" charset="0"/>
            </a:endParaRPr>
          </a:p>
        </p:txBody>
      </p:sp>
      <p:pic>
        <p:nvPicPr>
          <p:cNvPr id="6" name="Picture 5">
            <a:extLst>
              <a:ext uri="{FF2B5EF4-FFF2-40B4-BE49-F238E27FC236}">
                <a16:creationId xmlns:a16="http://schemas.microsoft.com/office/drawing/2014/main" id="{5866E027-49C0-FA9B-13B6-823BFE0AC4E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89136" y="3299458"/>
            <a:ext cx="4773840" cy="2049673"/>
          </a:xfrm>
          <a:prstGeom prst="rect">
            <a:avLst/>
          </a:prstGeom>
        </p:spPr>
      </p:pic>
      <p:pic>
        <p:nvPicPr>
          <p:cNvPr id="5" name="Picture 4">
            <a:extLst>
              <a:ext uri="{FF2B5EF4-FFF2-40B4-BE49-F238E27FC236}">
                <a16:creationId xmlns:a16="http://schemas.microsoft.com/office/drawing/2014/main" id="{4383515B-59BB-1A94-E153-1CBC5F7B413A}"/>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151968417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8295A3-25E6-F3D6-601D-05FF29D4089D}"/>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EA035A1A-E4D8-8D1A-3DC1-97479A0FD56D}"/>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42</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5DCD68D4-A494-E72E-195C-A6B0DEA5DC64}"/>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D8A3FCC0-2AE0-1961-3B41-15D014DC98D7}"/>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:2</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EAC8A3AC-BFF3-AF9F-C67A-4FE6DB8E3217}"/>
              </a:ext>
            </a:extLst>
          </p:cNvPr>
          <p:cNvSpPr/>
          <p:nvPr/>
        </p:nvSpPr>
        <p:spPr bwMode="auto">
          <a:xfrm>
            <a:off x="410378" y="1976019"/>
            <a:ext cx="8313328" cy="4365250"/>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STEP 2: Import Required Libraries</a:t>
            </a: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Data Structures in Pandas:</a:t>
            </a: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Operations in Pandas:</a:t>
            </a: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2. Viewing and Exploring Data: </a:t>
            </a:r>
            <a:r>
              <a:rPr lang="en-US" sz="2000" dirty="0">
                <a:solidFill>
                  <a:srgbClr val="0C0D03"/>
                </a:solidFill>
                <a:latin typeface="Times New Roman" panose="02020603050405020304" pitchFamily="18" charset="0"/>
                <a:cs typeface="Times New Roman" panose="02020603050405020304" pitchFamily="18" charset="0"/>
              </a:rPr>
              <a:t>After loading data, it is important to understand its structure and content. This methods allow you to inspect rows, summary statistics and metadata.</a:t>
            </a:r>
          </a:p>
          <a:p>
            <a:pPr marL="0" marR="0" indent="0" algn="just" defTabSz="914400" rtl="0" eaLnBrk="1" fontAlgn="base" latinLnBrk="0" hangingPunct="1">
              <a:lnSpc>
                <a:spcPts val="3000"/>
              </a:lnSpc>
              <a:spcBef>
                <a:spcPct val="0"/>
              </a:spcBef>
              <a:spcAft>
                <a:spcPct val="0"/>
              </a:spcAft>
              <a:buClrTx/>
              <a:buSzTx/>
              <a:buFontTx/>
              <a:buNone/>
              <a:tabLst/>
            </a:pPr>
            <a:endParaRPr lang="en-US" sz="2000"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000" b="1" dirty="0">
              <a:solidFill>
                <a:srgbClr val="0C0D03"/>
              </a:solidFill>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8EF8DB21-CC7B-73F6-53A8-72FA9DF8BA87}"/>
              </a:ext>
            </a:extLst>
          </p:cNvPr>
          <p:cNvPicPr>
            <a:picLocks noChangeAspect="1"/>
          </p:cNvPicPr>
          <p:nvPr/>
        </p:nvPicPr>
        <p:blipFill>
          <a:blip r:embed="rId2">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396165960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C4F7C6-3BF7-88FA-5CDC-E36EA8EC318D}"/>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CCA85626-AE9B-CC67-592D-7F0CF41116D3}"/>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43</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0CEDD6BF-E4D0-20C2-B0E7-9893671F0810}"/>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1BC5B0E0-D38F-DDAB-EABA-612936148F95}"/>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:2</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86B689E3-8422-2922-3FE3-5EE53757D449}"/>
              </a:ext>
            </a:extLst>
          </p:cNvPr>
          <p:cNvSpPr/>
          <p:nvPr/>
        </p:nvSpPr>
        <p:spPr bwMode="auto">
          <a:xfrm>
            <a:off x="410378" y="1976019"/>
            <a:ext cx="8313328" cy="4365250"/>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STEP 2: Import Required Libraries</a:t>
            </a:r>
          </a:p>
          <a:p>
            <a:pPr algn="just" rtl="0" fontAlgn="base">
              <a:lnSpc>
                <a:spcPts val="3000"/>
              </a:lnSpc>
              <a:spcBef>
                <a:spcPct val="0"/>
              </a:spcBef>
              <a:spcAft>
                <a:spcPct val="0"/>
              </a:spcAft>
            </a:pPr>
            <a:r>
              <a:rPr lang="en-US" sz="2000" b="1" dirty="0">
                <a:solidFill>
                  <a:srgbClr val="0C0D03"/>
                </a:solidFill>
                <a:latin typeface="Times New Roman" panose="02020603050405020304" pitchFamily="18" charset="0"/>
                <a:cs typeface="Times New Roman" panose="02020603050405020304" pitchFamily="18" charset="0"/>
              </a:rPr>
              <a:t>2. Viewing and</a:t>
            </a:r>
          </a:p>
          <a:p>
            <a:pPr algn="just" rtl="0" fontAlgn="base">
              <a:lnSpc>
                <a:spcPts val="3000"/>
              </a:lnSpc>
              <a:spcBef>
                <a:spcPct val="0"/>
              </a:spcBef>
              <a:spcAft>
                <a:spcPct val="0"/>
              </a:spcAft>
            </a:pPr>
            <a:r>
              <a:rPr lang="en-US" sz="2000" b="1" dirty="0">
                <a:solidFill>
                  <a:srgbClr val="0C0D03"/>
                </a:solidFill>
                <a:latin typeface="Times New Roman" panose="02020603050405020304" pitchFamily="18" charset="0"/>
                <a:cs typeface="Times New Roman" panose="02020603050405020304" pitchFamily="18" charset="0"/>
              </a:rPr>
              <a:t> Exploring Data:</a:t>
            </a:r>
          </a:p>
          <a:p>
            <a:pPr marL="0" marR="0" indent="0" algn="just" defTabSz="914400" rtl="0" eaLnBrk="1" fontAlgn="base" latinLnBrk="0" hangingPunct="1">
              <a:lnSpc>
                <a:spcPts val="3000"/>
              </a:lnSpc>
              <a:spcBef>
                <a:spcPct val="0"/>
              </a:spcBef>
              <a:spcAft>
                <a:spcPct val="0"/>
              </a:spcAft>
              <a:buClrTx/>
              <a:buSzTx/>
              <a:buFontTx/>
              <a:buNone/>
              <a:tabLst/>
            </a:pPr>
            <a:endParaRPr lang="en-US" sz="2000"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000" b="1" dirty="0">
              <a:solidFill>
                <a:srgbClr val="0C0D03"/>
              </a:solidFill>
              <a:latin typeface="Times New Roman" panose="02020603050405020304" pitchFamily="18" charset="0"/>
              <a:cs typeface="Times New Roman" panose="02020603050405020304" pitchFamily="18" charset="0"/>
            </a:endParaRPr>
          </a:p>
        </p:txBody>
      </p:sp>
      <p:pic>
        <p:nvPicPr>
          <p:cNvPr id="6" name="Picture 5">
            <a:extLst>
              <a:ext uri="{FF2B5EF4-FFF2-40B4-BE49-F238E27FC236}">
                <a16:creationId xmlns:a16="http://schemas.microsoft.com/office/drawing/2014/main" id="{12704CA9-0637-82A5-455A-40EFE0C3A50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47864" y="2512285"/>
            <a:ext cx="5184576" cy="3640235"/>
          </a:xfrm>
          <a:prstGeom prst="rect">
            <a:avLst/>
          </a:prstGeom>
        </p:spPr>
      </p:pic>
      <p:pic>
        <p:nvPicPr>
          <p:cNvPr id="5" name="Picture 4">
            <a:extLst>
              <a:ext uri="{FF2B5EF4-FFF2-40B4-BE49-F238E27FC236}">
                <a16:creationId xmlns:a16="http://schemas.microsoft.com/office/drawing/2014/main" id="{185CD8DC-5274-CACD-461C-412F2F584ED8}"/>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130799330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2B977E-A30A-1AB2-8509-0EAC053C246F}"/>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ADAA54D5-7EEA-4E66-9153-FBA4D4EC25F0}"/>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44</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F76B5F62-B0C2-1B46-4E00-4E6817C5938B}"/>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8AAC3C5F-5A34-5F31-80D4-EE325B46D9B9}"/>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:2</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4A20EB38-0FB6-608E-BFA7-8B58E0416F66}"/>
              </a:ext>
            </a:extLst>
          </p:cNvPr>
          <p:cNvSpPr/>
          <p:nvPr/>
        </p:nvSpPr>
        <p:spPr bwMode="auto">
          <a:xfrm>
            <a:off x="411162" y="1946323"/>
            <a:ext cx="8313328" cy="4365250"/>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STEP 2: Import Required Libraries</a:t>
            </a:r>
          </a:p>
          <a:p>
            <a:pPr algn="just" rtl="0" fontAlgn="base">
              <a:lnSpc>
                <a:spcPts val="3000"/>
              </a:lnSpc>
              <a:spcBef>
                <a:spcPct val="0"/>
              </a:spcBef>
              <a:spcAft>
                <a:spcPct val="0"/>
              </a:spcAft>
            </a:pPr>
            <a:r>
              <a:rPr lang="en-US" sz="2000" b="1" dirty="0">
                <a:solidFill>
                  <a:srgbClr val="0C0D03"/>
                </a:solidFill>
                <a:latin typeface="Times New Roman" panose="02020603050405020304" pitchFamily="18" charset="0"/>
                <a:cs typeface="Times New Roman" panose="02020603050405020304" pitchFamily="18" charset="0"/>
              </a:rPr>
              <a:t>3. Handling Missing Data: </a:t>
            </a:r>
            <a:r>
              <a:rPr lang="en-US" sz="2000" dirty="0">
                <a:solidFill>
                  <a:srgbClr val="0C0D03"/>
                </a:solidFill>
                <a:latin typeface="Times New Roman" panose="02020603050405020304" pitchFamily="18" charset="0"/>
                <a:cs typeface="Times New Roman" panose="02020603050405020304" pitchFamily="18" charset="0"/>
              </a:rPr>
              <a:t>Datasets often contain empty or missing values. Pandas provides functions to detect, remove or replace these values.</a:t>
            </a:r>
          </a:p>
          <a:p>
            <a:pPr algn="just" rtl="0" fontAlgn="base">
              <a:lnSpc>
                <a:spcPts val="3000"/>
              </a:lnSpc>
              <a:spcBef>
                <a:spcPct val="0"/>
              </a:spcBef>
              <a:spcAft>
                <a:spcPct val="0"/>
              </a:spcAft>
            </a:pPr>
            <a:endParaRPr lang="en-US" sz="2000"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Explanation:</a:t>
            </a: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 </a:t>
            </a:r>
            <a:r>
              <a:rPr lang="en-US" sz="2000" dirty="0" err="1">
                <a:solidFill>
                  <a:srgbClr val="0C0D03"/>
                </a:solidFill>
                <a:latin typeface="Times New Roman" panose="02020603050405020304" pitchFamily="18" charset="0"/>
                <a:cs typeface="Times New Roman" panose="02020603050405020304" pitchFamily="18" charset="0"/>
              </a:rPr>
              <a:t>df.fillna</a:t>
            </a:r>
            <a:r>
              <a:rPr lang="en-US" sz="2000" dirty="0">
                <a:solidFill>
                  <a:srgbClr val="0C0D03"/>
                </a:solidFill>
                <a:latin typeface="Times New Roman" panose="02020603050405020304" pitchFamily="18" charset="0"/>
                <a:cs typeface="Times New Roman" panose="02020603050405020304" pitchFamily="18" charset="0"/>
              </a:rPr>
              <a:t>(0)replaces missing </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values with 0</a:t>
            </a:r>
          </a:p>
        </p:txBody>
      </p:sp>
      <p:pic>
        <p:nvPicPr>
          <p:cNvPr id="7" name="Picture 6">
            <a:extLst>
              <a:ext uri="{FF2B5EF4-FFF2-40B4-BE49-F238E27FC236}">
                <a16:creationId xmlns:a16="http://schemas.microsoft.com/office/drawing/2014/main" id="{0C03B0FE-CC67-35A1-B5BE-1FB4D63F593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38096" y="3185989"/>
            <a:ext cx="5168882" cy="3125584"/>
          </a:xfrm>
          <a:prstGeom prst="rect">
            <a:avLst/>
          </a:prstGeom>
        </p:spPr>
      </p:pic>
      <p:pic>
        <p:nvPicPr>
          <p:cNvPr id="5" name="Picture 4">
            <a:extLst>
              <a:ext uri="{FF2B5EF4-FFF2-40B4-BE49-F238E27FC236}">
                <a16:creationId xmlns:a16="http://schemas.microsoft.com/office/drawing/2014/main" id="{870EF28F-04C4-5D57-86C1-2EC1AC0F0D84}"/>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354781292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21B5FF-A247-1963-51D7-93AD42ABF5D6}"/>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B9C70754-17F2-67CA-1D4A-CDA256E3BAD5}"/>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45</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31F2B166-3925-56A9-E01A-D5E663DB5D27}"/>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891D5A2D-ED1B-556A-095A-C374F7125E24}"/>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:2</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EEC607A8-1871-66F3-EEA2-4C877A0E988F}"/>
              </a:ext>
            </a:extLst>
          </p:cNvPr>
          <p:cNvSpPr/>
          <p:nvPr/>
        </p:nvSpPr>
        <p:spPr bwMode="auto">
          <a:xfrm>
            <a:off x="411162" y="1946323"/>
            <a:ext cx="8313328" cy="4365250"/>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STEP 2: Import Required Libraries</a:t>
            </a:r>
          </a:p>
          <a:p>
            <a:pPr algn="just" rtl="0" fontAlgn="base">
              <a:lnSpc>
                <a:spcPts val="3000"/>
              </a:lnSpc>
              <a:spcBef>
                <a:spcPct val="0"/>
              </a:spcBef>
              <a:spcAft>
                <a:spcPct val="0"/>
              </a:spcAft>
            </a:pPr>
            <a:r>
              <a:rPr lang="en-US" sz="2000" b="1" dirty="0">
                <a:solidFill>
                  <a:srgbClr val="0C0D03"/>
                </a:solidFill>
                <a:latin typeface="Times New Roman" panose="02020603050405020304" pitchFamily="18" charset="0"/>
                <a:cs typeface="Times New Roman" panose="02020603050405020304" pitchFamily="18" charset="0"/>
              </a:rPr>
              <a:t>4. Selecting and Filtering Data: </a:t>
            </a:r>
            <a:r>
              <a:rPr lang="en-US" sz="2000" dirty="0">
                <a:solidFill>
                  <a:srgbClr val="0C0D03"/>
                </a:solidFill>
                <a:latin typeface="Times New Roman" panose="02020603050405020304" pitchFamily="18" charset="0"/>
                <a:cs typeface="Times New Roman" panose="02020603050405020304" pitchFamily="18" charset="0"/>
              </a:rPr>
              <a:t>This operation retrieves specific columns, rows or records that match a condition. It allows precise extraction of required information.</a:t>
            </a:r>
          </a:p>
        </p:txBody>
      </p:sp>
      <p:pic>
        <p:nvPicPr>
          <p:cNvPr id="6" name="Picture 5">
            <a:extLst>
              <a:ext uri="{FF2B5EF4-FFF2-40B4-BE49-F238E27FC236}">
                <a16:creationId xmlns:a16="http://schemas.microsoft.com/office/drawing/2014/main" id="{52E44BF9-A071-7CA0-F300-6CC714AD0E4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56006" y="3640015"/>
            <a:ext cx="6868484" cy="2657846"/>
          </a:xfrm>
          <a:prstGeom prst="rect">
            <a:avLst/>
          </a:prstGeom>
        </p:spPr>
      </p:pic>
      <p:pic>
        <p:nvPicPr>
          <p:cNvPr id="5" name="Picture 4">
            <a:extLst>
              <a:ext uri="{FF2B5EF4-FFF2-40B4-BE49-F238E27FC236}">
                <a16:creationId xmlns:a16="http://schemas.microsoft.com/office/drawing/2014/main" id="{DE04AE84-8C4D-A31E-E0A1-CE0051A4312B}"/>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167279625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25F91F-5B1D-0264-C120-E824CC300EDA}"/>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C2F8C98B-620B-2637-F516-BEBC5E10D619}"/>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46</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336D8072-7F54-159F-3801-60EA405B580F}"/>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95EC04E1-5ADD-1EA3-28F0-855D29DE8226}"/>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:2</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A27A5BB2-AA17-109C-701E-D5EE1BB691F2}"/>
              </a:ext>
            </a:extLst>
          </p:cNvPr>
          <p:cNvSpPr/>
          <p:nvPr/>
        </p:nvSpPr>
        <p:spPr bwMode="auto">
          <a:xfrm>
            <a:off x="411162" y="1946323"/>
            <a:ext cx="8313328" cy="4365250"/>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STEP 2: Import Required Libraries</a:t>
            </a:r>
          </a:p>
          <a:p>
            <a:pPr algn="just" rtl="0" fontAlgn="base">
              <a:lnSpc>
                <a:spcPts val="3000"/>
              </a:lnSpc>
              <a:spcBef>
                <a:spcPct val="0"/>
              </a:spcBef>
              <a:spcAft>
                <a:spcPct val="0"/>
              </a:spcAft>
            </a:pPr>
            <a:r>
              <a:rPr lang="en-US" sz="2000" b="1" dirty="0">
                <a:solidFill>
                  <a:srgbClr val="0C0D03"/>
                </a:solidFill>
                <a:latin typeface="Times New Roman" panose="02020603050405020304" pitchFamily="18" charset="0"/>
                <a:cs typeface="Times New Roman" panose="02020603050405020304" pitchFamily="18" charset="0"/>
              </a:rPr>
              <a:t>5. Adding and Removing Columns: </a:t>
            </a:r>
            <a:r>
              <a:rPr lang="en-US" sz="2000" dirty="0">
                <a:solidFill>
                  <a:srgbClr val="0C0D03"/>
                </a:solidFill>
                <a:latin typeface="Times New Roman" panose="02020603050405020304" pitchFamily="18" charset="0"/>
                <a:cs typeface="Times New Roman" panose="02020603050405020304" pitchFamily="18" charset="0"/>
              </a:rPr>
              <a:t>You can create new columns based on existing ones or delete unwanted columns from the </a:t>
            </a:r>
            <a:r>
              <a:rPr lang="en-US" sz="2000" dirty="0" err="1">
                <a:solidFill>
                  <a:srgbClr val="0C0D03"/>
                </a:solidFill>
                <a:latin typeface="Times New Roman" panose="02020603050405020304" pitchFamily="18" charset="0"/>
                <a:cs typeface="Times New Roman" panose="02020603050405020304" pitchFamily="18" charset="0"/>
              </a:rPr>
              <a:t>DataFrame</a:t>
            </a:r>
            <a:endParaRPr lang="en-US" sz="2000" dirty="0">
              <a:solidFill>
                <a:srgbClr val="0C0D03"/>
              </a:solidFill>
              <a:latin typeface="Times New Roman" panose="02020603050405020304" pitchFamily="18" charset="0"/>
              <a:cs typeface="Times New Roman" panose="02020603050405020304" pitchFamily="18" charset="0"/>
            </a:endParaRPr>
          </a:p>
          <a:p>
            <a:pPr algn="just" rtl="0" fontAlgn="base">
              <a:lnSpc>
                <a:spcPts val="3000"/>
              </a:lnSpc>
              <a:spcBef>
                <a:spcPct val="0"/>
              </a:spcBef>
              <a:spcAft>
                <a:spcPct val="0"/>
              </a:spcAft>
            </a:pPr>
            <a:endParaRPr lang="en-US" sz="2000" dirty="0">
              <a:solidFill>
                <a:srgbClr val="0C0D03"/>
              </a:solidFill>
              <a:latin typeface="Times New Roman" panose="02020603050405020304" pitchFamily="18" charset="0"/>
              <a:cs typeface="Times New Roman" panose="02020603050405020304" pitchFamily="18" charset="0"/>
            </a:endParaRPr>
          </a:p>
        </p:txBody>
      </p:sp>
      <p:pic>
        <p:nvPicPr>
          <p:cNvPr id="7" name="Picture 6">
            <a:extLst>
              <a:ext uri="{FF2B5EF4-FFF2-40B4-BE49-F238E27FC236}">
                <a16:creationId xmlns:a16="http://schemas.microsoft.com/office/drawing/2014/main" id="{D5070497-765A-A77A-D246-4A036DB1E2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90716" y="3255658"/>
            <a:ext cx="6954220" cy="3124636"/>
          </a:xfrm>
          <a:prstGeom prst="rect">
            <a:avLst/>
          </a:prstGeom>
        </p:spPr>
      </p:pic>
      <p:pic>
        <p:nvPicPr>
          <p:cNvPr id="5" name="Picture 4">
            <a:extLst>
              <a:ext uri="{FF2B5EF4-FFF2-40B4-BE49-F238E27FC236}">
                <a16:creationId xmlns:a16="http://schemas.microsoft.com/office/drawing/2014/main" id="{DAD22EE0-5112-FE15-D99D-5A22B79E783D}"/>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418539910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63D7A3-8136-1DB3-3E71-A7062BC2B6E8}"/>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11322016-A247-E971-D893-4D9737678111}"/>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47</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4D029BBB-4567-8777-2CE4-9F623188BE1E}"/>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9C6AA31E-3619-5230-0280-FD70E4B597B0}"/>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:2</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77B56FF2-0060-DE56-25C7-EF8C39A9A0EE}"/>
              </a:ext>
            </a:extLst>
          </p:cNvPr>
          <p:cNvSpPr/>
          <p:nvPr/>
        </p:nvSpPr>
        <p:spPr bwMode="auto">
          <a:xfrm>
            <a:off x="411162" y="1946323"/>
            <a:ext cx="8313328" cy="4365250"/>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STEP 2: Import Required Libraries</a:t>
            </a:r>
          </a:p>
          <a:p>
            <a:pPr algn="just" rtl="0" fontAlgn="base">
              <a:lnSpc>
                <a:spcPts val="3000"/>
              </a:lnSpc>
              <a:spcBef>
                <a:spcPct val="0"/>
              </a:spcBef>
              <a:spcAft>
                <a:spcPct val="0"/>
              </a:spcAft>
            </a:pPr>
            <a:r>
              <a:rPr lang="en-US" sz="2000" b="1" dirty="0">
                <a:solidFill>
                  <a:srgbClr val="0C0D03"/>
                </a:solidFill>
                <a:latin typeface="Times New Roman" panose="02020603050405020304" pitchFamily="18" charset="0"/>
                <a:cs typeface="Times New Roman" panose="02020603050405020304" pitchFamily="18" charset="0"/>
              </a:rPr>
              <a:t>6. Grouping Data (</a:t>
            </a:r>
            <a:r>
              <a:rPr lang="en-US" sz="2000" b="1" dirty="0" err="1">
                <a:solidFill>
                  <a:srgbClr val="0C0D03"/>
                </a:solidFill>
                <a:latin typeface="Times New Roman" panose="02020603050405020304" pitchFamily="18" charset="0"/>
                <a:cs typeface="Times New Roman" panose="02020603050405020304" pitchFamily="18" charset="0"/>
              </a:rPr>
              <a:t>GroupBy</a:t>
            </a:r>
            <a:r>
              <a:rPr lang="en-US" sz="2000" b="1" dirty="0">
                <a:solidFill>
                  <a:srgbClr val="0C0D03"/>
                </a:solidFill>
                <a:latin typeface="Times New Roman" panose="02020603050405020304" pitchFamily="18" charset="0"/>
                <a:cs typeface="Times New Roman" panose="02020603050405020304" pitchFamily="18" charset="0"/>
              </a:rPr>
              <a:t>): </a:t>
            </a:r>
            <a:r>
              <a:rPr lang="en-US" sz="2000" dirty="0">
                <a:solidFill>
                  <a:srgbClr val="0C0D03"/>
                </a:solidFill>
                <a:latin typeface="Times New Roman" panose="02020603050405020304" pitchFamily="18" charset="0"/>
                <a:cs typeface="Times New Roman" panose="02020603050405020304" pitchFamily="18" charset="0"/>
              </a:rPr>
              <a:t>Grouping allows you to organize data into categories and compute values for each group for example, sums, counts or averages.</a:t>
            </a:r>
          </a:p>
          <a:p>
            <a:pPr algn="just" rtl="0" fontAlgn="base">
              <a:lnSpc>
                <a:spcPts val="3000"/>
              </a:lnSpc>
              <a:spcBef>
                <a:spcPct val="0"/>
              </a:spcBef>
              <a:spcAft>
                <a:spcPct val="0"/>
              </a:spcAft>
            </a:pPr>
            <a:endParaRPr lang="en-US" sz="2000" dirty="0">
              <a:solidFill>
                <a:srgbClr val="0C0D03"/>
              </a:solidFill>
              <a:latin typeface="Times New Roman" panose="02020603050405020304" pitchFamily="18" charset="0"/>
              <a:cs typeface="Times New Roman" panose="02020603050405020304" pitchFamily="18" charset="0"/>
            </a:endParaRPr>
          </a:p>
        </p:txBody>
      </p:sp>
      <p:pic>
        <p:nvPicPr>
          <p:cNvPr id="6" name="Picture 5">
            <a:extLst>
              <a:ext uri="{FF2B5EF4-FFF2-40B4-BE49-F238E27FC236}">
                <a16:creationId xmlns:a16="http://schemas.microsoft.com/office/drawing/2014/main" id="{89B005EC-A198-8FAD-2D9A-0C1BE350158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91680" y="3269762"/>
            <a:ext cx="6338967" cy="2929701"/>
          </a:xfrm>
          <a:prstGeom prst="rect">
            <a:avLst/>
          </a:prstGeom>
        </p:spPr>
      </p:pic>
      <p:pic>
        <p:nvPicPr>
          <p:cNvPr id="5" name="Picture 4">
            <a:extLst>
              <a:ext uri="{FF2B5EF4-FFF2-40B4-BE49-F238E27FC236}">
                <a16:creationId xmlns:a16="http://schemas.microsoft.com/office/drawing/2014/main" id="{7AF58E95-7EEC-EC54-625D-8B6E93937F8D}"/>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281314493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30F747-276C-B301-7490-D723FEE26393}"/>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A13D6E2C-16E3-6006-5E71-4FAC3A3D21DD}"/>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48</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5EA1E5D5-39CB-FB91-7796-E12EFA5E6888}"/>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C488BA3C-0CB9-2D38-A071-8A1764D82284}"/>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:3</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CA2EB78B-1CAC-9A08-D2B9-9E6F62915EF1}"/>
              </a:ext>
            </a:extLst>
          </p:cNvPr>
          <p:cNvSpPr/>
          <p:nvPr/>
        </p:nvSpPr>
        <p:spPr bwMode="auto">
          <a:xfrm>
            <a:off x="411162" y="2248275"/>
            <a:ext cx="831332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STEP 3: Check Kaggle Input Directory</a:t>
            </a:r>
          </a:p>
          <a:p>
            <a:pPr marL="0" marR="0" indent="0" algn="just" defTabSz="914400" rtl="0" eaLnBrk="1" fontAlgn="base" latinLnBrk="0" hangingPunct="1">
              <a:lnSpc>
                <a:spcPts val="3000"/>
              </a:lnSpc>
              <a:spcBef>
                <a:spcPct val="0"/>
              </a:spcBef>
              <a:spcAft>
                <a:spcPct val="0"/>
              </a:spcAft>
              <a:buClrTx/>
              <a:buSzTx/>
              <a:buFontTx/>
              <a:buNone/>
              <a:tabLst/>
            </a:pPr>
            <a:endParaRPr lang="en-US" sz="20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0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0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0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0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Explanation:</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This code lists all files available in Kaggle’s /</a:t>
            </a:r>
            <a:r>
              <a:rPr lang="en-US" sz="2000" dirty="0" err="1">
                <a:solidFill>
                  <a:srgbClr val="0C0D03"/>
                </a:solidFill>
                <a:latin typeface="Times New Roman" panose="02020603050405020304" pitchFamily="18" charset="0"/>
                <a:cs typeface="Times New Roman" panose="02020603050405020304" pitchFamily="18" charset="0"/>
              </a:rPr>
              <a:t>kaggle</a:t>
            </a:r>
            <a:r>
              <a:rPr lang="en-US" sz="2000" dirty="0">
                <a:solidFill>
                  <a:srgbClr val="0C0D03"/>
                </a:solidFill>
                <a:latin typeface="Times New Roman" panose="02020603050405020304" pitchFamily="18" charset="0"/>
                <a:cs typeface="Times New Roman" panose="02020603050405020304" pitchFamily="18" charset="0"/>
              </a:rPr>
              <a:t>/input </a:t>
            </a:r>
            <a:r>
              <a:rPr lang="en-US" sz="2000" dirty="0" err="1">
                <a:solidFill>
                  <a:srgbClr val="0C0D03"/>
                </a:solidFill>
                <a:latin typeface="Times New Roman" panose="02020603050405020304" pitchFamily="18" charset="0"/>
                <a:cs typeface="Times New Roman" panose="02020603050405020304" pitchFamily="18" charset="0"/>
              </a:rPr>
              <a:t>directory.It</a:t>
            </a:r>
            <a:r>
              <a:rPr lang="en-US" sz="2000" dirty="0">
                <a:solidFill>
                  <a:srgbClr val="0C0D03"/>
                </a:solidFill>
                <a:latin typeface="Times New Roman" panose="02020603050405020304" pitchFamily="18" charset="0"/>
                <a:cs typeface="Times New Roman" panose="02020603050405020304" pitchFamily="18" charset="0"/>
              </a:rPr>
              <a:t> helps confirm the dataset file path and name.</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 </a:t>
            </a:r>
            <a:r>
              <a:rPr lang="en-US" sz="2000" b="1" dirty="0" err="1">
                <a:solidFill>
                  <a:srgbClr val="0C0D03"/>
                </a:solidFill>
                <a:latin typeface="Times New Roman" panose="02020603050405020304" pitchFamily="18" charset="0"/>
                <a:cs typeface="Times New Roman" panose="02020603050405020304" pitchFamily="18" charset="0"/>
              </a:rPr>
              <a:t>Purpose:</a:t>
            </a:r>
            <a:r>
              <a:rPr lang="en-US" sz="2000" dirty="0" err="1">
                <a:solidFill>
                  <a:srgbClr val="0C0D03"/>
                </a:solidFill>
                <a:latin typeface="Times New Roman" panose="02020603050405020304" pitchFamily="18" charset="0"/>
                <a:cs typeface="Times New Roman" panose="02020603050405020304" pitchFamily="18" charset="0"/>
              </a:rPr>
              <a:t>To</a:t>
            </a:r>
            <a:r>
              <a:rPr lang="en-US" sz="2000" dirty="0">
                <a:solidFill>
                  <a:srgbClr val="0C0D03"/>
                </a:solidFill>
                <a:latin typeface="Times New Roman" panose="02020603050405020304" pitchFamily="18" charset="0"/>
                <a:cs typeface="Times New Roman" panose="02020603050405020304" pitchFamily="18" charset="0"/>
              </a:rPr>
              <a:t> verify that the dataset exists and identify its exact location.</a:t>
            </a:r>
          </a:p>
          <a:p>
            <a:pPr marL="0" marR="0" indent="0" algn="just" defTabSz="914400" rtl="0" eaLnBrk="1" fontAlgn="base" latinLnBrk="0" hangingPunct="1">
              <a:lnSpc>
                <a:spcPts val="3000"/>
              </a:lnSpc>
              <a:spcBef>
                <a:spcPct val="0"/>
              </a:spcBef>
              <a:spcAft>
                <a:spcPct val="0"/>
              </a:spcAft>
              <a:buClrTx/>
              <a:buSzTx/>
              <a:buFontTx/>
              <a:buNone/>
              <a:tabLst/>
            </a:pPr>
            <a:endParaRPr lang="en-US" sz="20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0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000" b="1" dirty="0">
              <a:solidFill>
                <a:srgbClr val="0C0D03"/>
              </a:solidFill>
              <a:latin typeface="Times New Roman" panose="02020603050405020304" pitchFamily="18" charset="0"/>
              <a:cs typeface="Times New Roman" panose="02020603050405020304" pitchFamily="18" charset="0"/>
            </a:endParaRPr>
          </a:p>
        </p:txBody>
      </p:sp>
      <p:pic>
        <p:nvPicPr>
          <p:cNvPr id="7" name="Picture 6">
            <a:extLst>
              <a:ext uri="{FF2B5EF4-FFF2-40B4-BE49-F238E27FC236}">
                <a16:creationId xmlns:a16="http://schemas.microsoft.com/office/drawing/2014/main" id="{2DB3AB56-63FD-EFF9-33CD-16C085A523D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6457" y="2885999"/>
            <a:ext cx="6165783" cy="1512496"/>
          </a:xfrm>
          <a:prstGeom prst="rect">
            <a:avLst/>
          </a:prstGeom>
        </p:spPr>
      </p:pic>
      <p:pic>
        <p:nvPicPr>
          <p:cNvPr id="5" name="Picture 4">
            <a:extLst>
              <a:ext uri="{FF2B5EF4-FFF2-40B4-BE49-F238E27FC236}">
                <a16:creationId xmlns:a16="http://schemas.microsoft.com/office/drawing/2014/main" id="{7FA989A0-4EC5-DBC3-51D3-9FCDABEBFC50}"/>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115513028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FE9702-D49B-DC2F-0C26-0B4361E2D339}"/>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8617D08E-1AFD-5DE6-4231-C38554BAD2B1}"/>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49</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96CBA0D9-8090-5756-2884-A5D4F961C1C8}"/>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6BE2521B-DC91-7EBB-9DE6-973FDDB75D0F}"/>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:3</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5FB44998-D66E-891A-A184-EEEFD458B84D}"/>
              </a:ext>
            </a:extLst>
          </p:cNvPr>
          <p:cNvSpPr/>
          <p:nvPr/>
        </p:nvSpPr>
        <p:spPr bwMode="auto">
          <a:xfrm>
            <a:off x="415336" y="2195310"/>
            <a:ext cx="831332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STEP 3: Check Kaggle Input Directory</a:t>
            </a: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What is </a:t>
            </a:r>
            <a:r>
              <a:rPr lang="en-US" sz="2000" b="1" dirty="0" err="1">
                <a:solidFill>
                  <a:srgbClr val="0C0D03"/>
                </a:solidFill>
                <a:latin typeface="Times New Roman" panose="02020603050405020304" pitchFamily="18" charset="0"/>
                <a:cs typeface="Times New Roman" panose="02020603050405020304" pitchFamily="18" charset="0"/>
              </a:rPr>
              <a:t>os</a:t>
            </a:r>
            <a:r>
              <a:rPr lang="en-US" sz="2000" b="1" dirty="0">
                <a:solidFill>
                  <a:srgbClr val="0C0D03"/>
                </a:solidFill>
                <a:latin typeface="Times New Roman" panose="02020603050405020304" pitchFamily="18" charset="0"/>
                <a:cs typeface="Times New Roman" panose="02020603050405020304" pitchFamily="18" charset="0"/>
              </a:rPr>
              <a:t> : </a:t>
            </a:r>
          </a:p>
          <a:p>
            <a:pPr lvl="1" algn="just" rtl="0" fontAlgn="base">
              <a:lnSpc>
                <a:spcPts val="3000"/>
              </a:lnSpc>
              <a:spcBef>
                <a:spcPct val="0"/>
              </a:spcBef>
              <a:spcAft>
                <a:spcPct val="0"/>
              </a:spcAft>
            </a:pPr>
            <a:r>
              <a:rPr lang="en-US" sz="2000" dirty="0">
                <a:solidFill>
                  <a:srgbClr val="0C0D03"/>
                </a:solidFill>
                <a:latin typeface="Times New Roman" panose="02020603050405020304" pitchFamily="18" charset="0"/>
                <a:cs typeface="Times New Roman" panose="02020603050405020304" pitchFamily="18" charset="0"/>
              </a:rPr>
              <a:t>The Python </a:t>
            </a:r>
            <a:r>
              <a:rPr lang="en-US" sz="2000" dirty="0" err="1">
                <a:solidFill>
                  <a:srgbClr val="0C0D03"/>
                </a:solidFill>
                <a:latin typeface="Times New Roman" panose="02020603050405020304" pitchFamily="18" charset="0"/>
                <a:cs typeface="Times New Roman" panose="02020603050405020304" pitchFamily="18" charset="0"/>
              </a:rPr>
              <a:t>os</a:t>
            </a:r>
            <a:r>
              <a:rPr lang="en-US" sz="2000" dirty="0">
                <a:solidFill>
                  <a:srgbClr val="0C0D03"/>
                </a:solidFill>
                <a:latin typeface="Times New Roman" panose="02020603050405020304" pitchFamily="18" charset="0"/>
                <a:cs typeface="Times New Roman" panose="02020603050405020304" pitchFamily="18" charset="0"/>
              </a:rPr>
              <a:t> module provides tools for using operating system-dependent functionality, like reading or writing to the file system. It allows you to interface with the underlying operating system in a portable way.</a:t>
            </a:r>
            <a:endParaRPr lang="en-US" sz="20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Key Features:</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    Interacts with the operating system</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    Manipulates file paths and directories</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    Provides access to environment variables</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    Facilitates process management</a:t>
            </a:r>
          </a:p>
          <a:p>
            <a:pPr marL="0" marR="0" indent="0" algn="just" defTabSz="914400" rtl="0" eaLnBrk="1" fontAlgn="base" latinLnBrk="0" hangingPunct="1">
              <a:lnSpc>
                <a:spcPts val="3000"/>
              </a:lnSpc>
              <a:spcBef>
                <a:spcPct val="0"/>
              </a:spcBef>
              <a:spcAft>
                <a:spcPct val="0"/>
              </a:spcAft>
              <a:buClrTx/>
              <a:buSzTx/>
              <a:buFontTx/>
              <a:buNone/>
              <a:tabLst/>
            </a:pPr>
            <a:endParaRPr lang="en-US" sz="20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0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0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0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0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0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0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000" b="1" dirty="0">
              <a:solidFill>
                <a:srgbClr val="0C0D03"/>
              </a:solidFill>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9426B277-988D-EBDB-612A-6FAA98B0ADA4}"/>
              </a:ext>
            </a:extLst>
          </p:cNvPr>
          <p:cNvPicPr>
            <a:picLocks noChangeAspect="1"/>
          </p:cNvPicPr>
          <p:nvPr/>
        </p:nvPicPr>
        <p:blipFill>
          <a:blip r:embed="rId2">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49506954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9C0125-6B58-92E6-3948-718E3EA4E52F}"/>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DEDFF4F4-DDC5-F978-BB97-6245EBC81B99}"/>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50</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7AE3BBFE-C212-82F5-3A9A-B648147F128F}"/>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DA39F975-728F-8111-F934-CF653E1D929F}"/>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:3</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99DC05B8-D47F-09C3-DBED-18DBD260A657}"/>
              </a:ext>
            </a:extLst>
          </p:cNvPr>
          <p:cNvSpPr/>
          <p:nvPr/>
        </p:nvSpPr>
        <p:spPr bwMode="auto">
          <a:xfrm>
            <a:off x="415336" y="2195310"/>
            <a:ext cx="831332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STEP 3: Check Kaggle Input Directory</a:t>
            </a: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a:t>
            </a: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Object   	Type 	              Description</a:t>
            </a: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err="1">
                <a:solidFill>
                  <a:srgbClr val="0C0D03"/>
                </a:solidFill>
                <a:latin typeface="Times New Roman" panose="02020603050405020304" pitchFamily="18" charset="0"/>
                <a:cs typeface="Times New Roman" panose="02020603050405020304" pitchFamily="18" charset="0"/>
              </a:rPr>
              <a:t>os.path</a:t>
            </a:r>
            <a:r>
              <a:rPr lang="en-US" sz="2000" b="1" dirty="0">
                <a:solidFill>
                  <a:srgbClr val="0C0D03"/>
                </a:solidFill>
                <a:latin typeface="Times New Roman" panose="02020603050405020304" pitchFamily="18" charset="0"/>
                <a:cs typeface="Times New Roman" panose="02020603050405020304" pitchFamily="18" charset="0"/>
              </a:rPr>
              <a:t>   	Module  	</a:t>
            </a:r>
            <a:r>
              <a:rPr lang="en-US" dirty="0">
                <a:solidFill>
                  <a:srgbClr val="0C0D03"/>
                </a:solidFill>
                <a:latin typeface="Times New Roman" panose="02020603050405020304" pitchFamily="18" charset="0"/>
                <a:cs typeface="Times New Roman" panose="02020603050405020304" pitchFamily="18" charset="0"/>
              </a:rPr>
              <a:t>Provides common pathname manipulations</a:t>
            </a:r>
            <a:endParaRPr lang="en-US" sz="2000"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err="1">
                <a:solidFill>
                  <a:srgbClr val="0C0D03"/>
                </a:solidFill>
                <a:latin typeface="Times New Roman" panose="02020603050405020304" pitchFamily="18" charset="0"/>
                <a:cs typeface="Times New Roman" panose="02020603050405020304" pitchFamily="18" charset="0"/>
              </a:rPr>
              <a:t>os.environ</a:t>
            </a:r>
            <a:r>
              <a:rPr lang="en-US" sz="2000" b="1" dirty="0">
                <a:solidFill>
                  <a:srgbClr val="0C0D03"/>
                </a:solidFill>
                <a:latin typeface="Times New Roman" panose="02020603050405020304" pitchFamily="18" charset="0"/>
                <a:cs typeface="Times New Roman" panose="02020603050405020304" pitchFamily="18" charset="0"/>
              </a:rPr>
              <a:t> 	Mapping 	Gives access to environment variables</a:t>
            </a: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err="1">
                <a:solidFill>
                  <a:srgbClr val="0C0D03"/>
                </a:solidFill>
                <a:latin typeface="Times New Roman" panose="02020603050405020304" pitchFamily="18" charset="0"/>
                <a:cs typeface="Times New Roman" panose="02020603050405020304" pitchFamily="18" charset="0"/>
              </a:rPr>
              <a:t>os.listdir</a:t>
            </a:r>
            <a:r>
              <a:rPr lang="en-US" sz="2000" b="1" dirty="0">
                <a:solidFill>
                  <a:srgbClr val="0C0D03"/>
                </a:solidFill>
                <a:latin typeface="Times New Roman" panose="02020603050405020304" pitchFamily="18" charset="0"/>
                <a:cs typeface="Times New Roman" panose="02020603050405020304" pitchFamily="18" charset="0"/>
              </a:rPr>
              <a:t>() 	Function 	Lists directory contents</a:t>
            </a: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err="1">
                <a:solidFill>
                  <a:srgbClr val="0C0D03"/>
                </a:solidFill>
                <a:latin typeface="Times New Roman" panose="02020603050405020304" pitchFamily="18" charset="0"/>
                <a:cs typeface="Times New Roman" panose="02020603050405020304" pitchFamily="18" charset="0"/>
              </a:rPr>
              <a:t>os.mkdir</a:t>
            </a:r>
            <a:r>
              <a:rPr lang="en-US" sz="2000" b="1" dirty="0">
                <a:solidFill>
                  <a:srgbClr val="0C0D03"/>
                </a:solidFill>
                <a:latin typeface="Times New Roman" panose="02020603050405020304" pitchFamily="18" charset="0"/>
                <a:cs typeface="Times New Roman" panose="02020603050405020304" pitchFamily="18" charset="0"/>
              </a:rPr>
              <a:t>() 	Function 	Creates a directory</a:t>
            </a: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err="1">
                <a:solidFill>
                  <a:srgbClr val="0C0D03"/>
                </a:solidFill>
                <a:latin typeface="Times New Roman" panose="02020603050405020304" pitchFamily="18" charset="0"/>
                <a:cs typeface="Times New Roman" panose="02020603050405020304" pitchFamily="18" charset="0"/>
              </a:rPr>
              <a:t>os.remove</a:t>
            </a:r>
            <a:r>
              <a:rPr lang="en-US" sz="2000" b="1" dirty="0">
                <a:solidFill>
                  <a:srgbClr val="0C0D03"/>
                </a:solidFill>
                <a:latin typeface="Times New Roman" panose="02020603050405020304" pitchFamily="18" charset="0"/>
                <a:cs typeface="Times New Roman" panose="02020603050405020304" pitchFamily="18" charset="0"/>
              </a:rPr>
              <a:t>() 	Function 	Removes a file</a:t>
            </a: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err="1">
                <a:solidFill>
                  <a:srgbClr val="0C0D03"/>
                </a:solidFill>
                <a:latin typeface="Times New Roman" panose="02020603050405020304" pitchFamily="18" charset="0"/>
                <a:cs typeface="Times New Roman" panose="02020603050405020304" pitchFamily="18" charset="0"/>
              </a:rPr>
              <a:t>os.rename</a:t>
            </a:r>
            <a:r>
              <a:rPr lang="en-US" sz="2000" b="1" dirty="0">
                <a:solidFill>
                  <a:srgbClr val="0C0D03"/>
                </a:solidFill>
                <a:latin typeface="Times New Roman" panose="02020603050405020304" pitchFamily="18" charset="0"/>
                <a:cs typeface="Times New Roman" panose="02020603050405020304" pitchFamily="18" charset="0"/>
              </a:rPr>
              <a:t>() 	Function 	Renames a file or directory</a:t>
            </a: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err="1">
                <a:solidFill>
                  <a:srgbClr val="0C0D03"/>
                </a:solidFill>
                <a:latin typeface="Times New Roman" panose="02020603050405020304" pitchFamily="18" charset="0"/>
                <a:cs typeface="Times New Roman" panose="02020603050405020304" pitchFamily="18" charset="0"/>
              </a:rPr>
              <a:t>os.walk</a:t>
            </a:r>
            <a:r>
              <a:rPr lang="en-US" sz="2000" b="1" dirty="0">
                <a:solidFill>
                  <a:srgbClr val="0C0D03"/>
                </a:solidFill>
                <a:latin typeface="Times New Roman" panose="02020603050405020304" pitchFamily="18" charset="0"/>
                <a:cs typeface="Times New Roman" panose="02020603050405020304" pitchFamily="18" charset="0"/>
              </a:rPr>
              <a:t>() 	Function 	Generates file names in a directory tree</a:t>
            </a:r>
          </a:p>
          <a:p>
            <a:pPr marL="0" marR="0" indent="0" algn="just" defTabSz="914400" rtl="0" eaLnBrk="1" fontAlgn="base" latinLnBrk="0" hangingPunct="1">
              <a:lnSpc>
                <a:spcPts val="3000"/>
              </a:lnSpc>
              <a:spcBef>
                <a:spcPct val="0"/>
              </a:spcBef>
              <a:spcAft>
                <a:spcPct val="0"/>
              </a:spcAft>
              <a:buClrTx/>
              <a:buSzTx/>
              <a:buFontTx/>
              <a:buNone/>
              <a:tabLst/>
            </a:pPr>
            <a:endParaRPr lang="en-US" sz="20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0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0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0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0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000" b="1" dirty="0">
              <a:solidFill>
                <a:srgbClr val="0C0D03"/>
              </a:solidFill>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4A0853EF-9433-F596-E1AE-79E108CE4534}"/>
              </a:ext>
            </a:extLst>
          </p:cNvPr>
          <p:cNvPicPr>
            <a:picLocks noChangeAspect="1"/>
          </p:cNvPicPr>
          <p:nvPr/>
        </p:nvPicPr>
        <p:blipFill>
          <a:blip r:embed="rId2">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192791035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F3105D-F977-A21C-BFBA-88E29B235535}"/>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FC22770F-62C9-7297-75D9-DE287F243BF1}"/>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51</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69B2DDAB-58F2-AC5E-48B0-596688411B83}"/>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4D238015-665E-A9C5-8F2B-1C58F12B8A9B}"/>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:3</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4885EB4C-9471-709A-049C-B4AB260EE7F2}"/>
              </a:ext>
            </a:extLst>
          </p:cNvPr>
          <p:cNvSpPr/>
          <p:nvPr/>
        </p:nvSpPr>
        <p:spPr bwMode="auto">
          <a:xfrm>
            <a:off x="415336" y="2195310"/>
            <a:ext cx="831332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STEP 3: Check Kaggle Input Directory</a:t>
            </a: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 what is </a:t>
            </a:r>
            <a:r>
              <a:rPr lang="en-US" sz="2000" b="1" dirty="0" err="1">
                <a:solidFill>
                  <a:srgbClr val="0C0D03"/>
                </a:solidFill>
                <a:latin typeface="Times New Roman" panose="02020603050405020304" pitchFamily="18" charset="0"/>
                <a:cs typeface="Times New Roman" panose="02020603050405020304" pitchFamily="18" charset="0"/>
              </a:rPr>
              <a:t>os</a:t>
            </a:r>
            <a:r>
              <a:rPr lang="en-US" sz="2000" b="1" dirty="0">
                <a:solidFill>
                  <a:srgbClr val="0C0D03"/>
                </a:solidFill>
                <a:latin typeface="Times New Roman" panose="02020603050405020304" pitchFamily="18" charset="0"/>
                <a:cs typeface="Times New Roman" panose="02020603050405020304" pitchFamily="18" charset="0"/>
              </a:rPr>
              <a:t> : </a:t>
            </a: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Common Use Cases: </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    Navigating and manipulating the file system</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    Manipulating file and directory paths</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    Managing environment variables</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    Running shell commands from Python scripts</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    Iterating over files and directories</a:t>
            </a:r>
          </a:p>
          <a:p>
            <a:pPr marL="0" marR="0" indent="0" algn="just" defTabSz="914400" rtl="0" eaLnBrk="1" fontAlgn="base" latinLnBrk="0" hangingPunct="1">
              <a:lnSpc>
                <a:spcPts val="3000"/>
              </a:lnSpc>
              <a:spcBef>
                <a:spcPct val="0"/>
              </a:spcBef>
              <a:spcAft>
                <a:spcPct val="0"/>
              </a:spcAft>
              <a:buClrTx/>
              <a:buSzTx/>
              <a:buFontTx/>
              <a:buNone/>
              <a:tabLst/>
            </a:pPr>
            <a:endParaRPr lang="en-US" sz="20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0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0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0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0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000" b="1" dirty="0">
              <a:solidFill>
                <a:srgbClr val="0C0D03"/>
              </a:solidFill>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F49B956D-1D71-749D-4097-54F5489D3E51}"/>
              </a:ext>
            </a:extLst>
          </p:cNvPr>
          <p:cNvPicPr>
            <a:picLocks noChangeAspect="1"/>
          </p:cNvPicPr>
          <p:nvPr/>
        </p:nvPicPr>
        <p:blipFill>
          <a:blip r:embed="rId2">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70192045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F42A61-5609-AFA4-9C64-C8703410520F}"/>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18172016-9CC9-52A0-EB54-5E0D111471C0}"/>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52</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EE7BC990-E99D-E93A-2267-A29186E63227}"/>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259FD368-7699-1969-5EDA-731FF8C4281B}"/>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:4</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214386D3-777B-4E6A-2378-00BFB9A1D2D9}"/>
              </a:ext>
            </a:extLst>
          </p:cNvPr>
          <p:cNvSpPr/>
          <p:nvPr/>
        </p:nvSpPr>
        <p:spPr bwMode="auto">
          <a:xfrm>
            <a:off x="411162" y="2248275"/>
            <a:ext cx="831332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STEP 4: Load the Dataset</a:t>
            </a:r>
          </a:p>
          <a:p>
            <a:pPr marL="0" marR="0" indent="0" algn="just" defTabSz="914400" rtl="0" eaLnBrk="1" fontAlgn="base" latinLnBrk="0" hangingPunct="1">
              <a:lnSpc>
                <a:spcPts val="3000"/>
              </a:lnSpc>
              <a:spcBef>
                <a:spcPct val="0"/>
              </a:spcBef>
              <a:spcAft>
                <a:spcPct val="0"/>
              </a:spcAft>
              <a:buClrTx/>
              <a:buSzTx/>
              <a:buFontTx/>
              <a:buNone/>
              <a:tabLst/>
            </a:pPr>
            <a:endParaRPr lang="en-US" sz="20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0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0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0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Explanation:</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The CSV file is loaded into a pandas </a:t>
            </a:r>
            <a:r>
              <a:rPr lang="en-US" sz="2000" dirty="0" err="1">
                <a:solidFill>
                  <a:srgbClr val="0C0D03"/>
                </a:solidFill>
                <a:latin typeface="Times New Roman" panose="02020603050405020304" pitchFamily="18" charset="0"/>
                <a:cs typeface="Times New Roman" panose="02020603050405020304" pitchFamily="18" charset="0"/>
              </a:rPr>
              <a:t>DataFrame</a:t>
            </a:r>
            <a:r>
              <a:rPr lang="en-US" sz="2000" dirty="0">
                <a:solidFill>
                  <a:srgbClr val="0C0D03"/>
                </a:solidFill>
                <a:latin typeface="Times New Roman" panose="02020603050405020304" pitchFamily="18" charset="0"/>
                <a:cs typeface="Times New Roman" panose="02020603050405020304" pitchFamily="18" charset="0"/>
              </a:rPr>
              <a:t> named </a:t>
            </a:r>
            <a:r>
              <a:rPr lang="en-US" sz="2000" dirty="0" err="1">
                <a:solidFill>
                  <a:srgbClr val="0C0D03"/>
                </a:solidFill>
                <a:latin typeface="Times New Roman" panose="02020603050405020304" pitchFamily="18" charset="0"/>
                <a:cs typeface="Times New Roman" panose="02020603050405020304" pitchFamily="18" charset="0"/>
              </a:rPr>
              <a:t>df.df.head</a:t>
            </a:r>
            <a:r>
              <a:rPr lang="en-US" sz="2000" dirty="0">
                <a:solidFill>
                  <a:srgbClr val="0C0D03"/>
                </a:solidFill>
                <a:latin typeface="Times New Roman" panose="02020603050405020304" pitchFamily="18" charset="0"/>
                <a:cs typeface="Times New Roman" panose="02020603050405020304" pitchFamily="18" charset="0"/>
              </a:rPr>
              <a:t>() displays the first five rows.</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 </a:t>
            </a:r>
            <a:r>
              <a:rPr lang="en-US" sz="2400" b="1" dirty="0" err="1">
                <a:solidFill>
                  <a:srgbClr val="0C0D03"/>
                </a:solidFill>
                <a:latin typeface="Times New Roman" panose="02020603050405020304" pitchFamily="18" charset="0"/>
                <a:cs typeface="Times New Roman" panose="02020603050405020304" pitchFamily="18" charset="0"/>
              </a:rPr>
              <a:t>Purpose:</a:t>
            </a:r>
            <a:r>
              <a:rPr lang="en-US" sz="2000" dirty="0" err="1">
                <a:solidFill>
                  <a:srgbClr val="0C0D03"/>
                </a:solidFill>
                <a:latin typeface="Times New Roman" panose="02020603050405020304" pitchFamily="18" charset="0"/>
                <a:cs typeface="Times New Roman" panose="02020603050405020304" pitchFamily="18" charset="0"/>
              </a:rPr>
              <a:t>To</a:t>
            </a:r>
            <a:r>
              <a:rPr lang="en-US" sz="2000" dirty="0">
                <a:solidFill>
                  <a:srgbClr val="0C0D03"/>
                </a:solidFill>
                <a:latin typeface="Times New Roman" panose="02020603050405020304" pitchFamily="18" charset="0"/>
                <a:cs typeface="Times New Roman" panose="02020603050405020304" pitchFamily="18" charset="0"/>
              </a:rPr>
              <a:t> confirm the dataset structure and view sample records</a:t>
            </a:r>
          </a:p>
          <a:p>
            <a:pPr marL="0" marR="0" indent="0" algn="just" defTabSz="914400" rtl="0" eaLnBrk="1" fontAlgn="base" latinLnBrk="0" hangingPunct="1">
              <a:lnSpc>
                <a:spcPts val="3000"/>
              </a:lnSpc>
              <a:spcBef>
                <a:spcPct val="0"/>
              </a:spcBef>
              <a:spcAft>
                <a:spcPct val="0"/>
              </a:spcAft>
              <a:buClrTx/>
              <a:buSzTx/>
              <a:buFontTx/>
              <a:buNone/>
              <a:tabLst/>
            </a:pPr>
            <a:endParaRPr lang="en-US" sz="2000" b="1" dirty="0">
              <a:solidFill>
                <a:srgbClr val="0C0D03"/>
              </a:solidFill>
              <a:latin typeface="Times New Roman" panose="02020603050405020304" pitchFamily="18" charset="0"/>
              <a:cs typeface="Times New Roman" panose="02020603050405020304" pitchFamily="18" charset="0"/>
            </a:endParaRPr>
          </a:p>
        </p:txBody>
      </p:sp>
      <p:pic>
        <p:nvPicPr>
          <p:cNvPr id="6" name="Picture 5">
            <a:extLst>
              <a:ext uri="{FF2B5EF4-FFF2-40B4-BE49-F238E27FC236}">
                <a16:creationId xmlns:a16="http://schemas.microsoft.com/office/drawing/2014/main" id="{9395D5E9-0947-40B1-5FB2-ADF489D5B39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9552" y="2905052"/>
            <a:ext cx="8184938" cy="955996"/>
          </a:xfrm>
          <a:prstGeom prst="rect">
            <a:avLst/>
          </a:prstGeom>
        </p:spPr>
      </p:pic>
      <p:pic>
        <p:nvPicPr>
          <p:cNvPr id="5" name="Picture 4">
            <a:extLst>
              <a:ext uri="{FF2B5EF4-FFF2-40B4-BE49-F238E27FC236}">
                <a16:creationId xmlns:a16="http://schemas.microsoft.com/office/drawing/2014/main" id="{86036A59-41F9-8BAF-2C6D-2F9CF436F384}"/>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265108784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7C8731-65CE-B257-D740-C61CC81BEE0B}"/>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751AD1AE-A2A4-7308-0AF0-83291FE6F5BA}"/>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53</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EBF95882-E671-A330-82F8-B335DB2CD5F9}"/>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538DBE7C-5B51-38A0-B2B2-25A0291D6F1B}"/>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:4</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EDE74187-496A-2BCF-A764-1FD2A4EFEF17}"/>
              </a:ext>
            </a:extLst>
          </p:cNvPr>
          <p:cNvSpPr/>
          <p:nvPr/>
        </p:nvSpPr>
        <p:spPr bwMode="auto">
          <a:xfrm>
            <a:off x="411162" y="2248275"/>
            <a:ext cx="831332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STEP 4: Load the Dataset</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0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0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0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000" b="1" dirty="0">
              <a:solidFill>
                <a:srgbClr val="0C0D03"/>
              </a:solidFill>
              <a:latin typeface="Times New Roman" panose="02020603050405020304" pitchFamily="18" charset="0"/>
              <a:cs typeface="Times New Roman" panose="02020603050405020304" pitchFamily="18" charset="0"/>
            </a:endParaRPr>
          </a:p>
        </p:txBody>
      </p:sp>
      <p:pic>
        <p:nvPicPr>
          <p:cNvPr id="7" name="Picture 6">
            <a:extLst>
              <a:ext uri="{FF2B5EF4-FFF2-40B4-BE49-F238E27FC236}">
                <a16:creationId xmlns:a16="http://schemas.microsoft.com/office/drawing/2014/main" id="{52E971BF-FDFC-E86F-9301-B138C9E494E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11162" y="3284984"/>
            <a:ext cx="8313328" cy="2304256"/>
          </a:xfrm>
          <a:prstGeom prst="rect">
            <a:avLst/>
          </a:prstGeom>
        </p:spPr>
      </p:pic>
      <p:pic>
        <p:nvPicPr>
          <p:cNvPr id="5" name="Picture 4">
            <a:extLst>
              <a:ext uri="{FF2B5EF4-FFF2-40B4-BE49-F238E27FC236}">
                <a16:creationId xmlns:a16="http://schemas.microsoft.com/office/drawing/2014/main" id="{F5F756E2-0B5B-080D-4B76-198A1D25A56E}"/>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220215763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0FDC54-C21E-5B24-63CE-4F2077EDD2DC}"/>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7BCED7C9-4545-BE8B-9DBB-08E4FF23652D}"/>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54</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DF56C42B-01E4-490F-9A0E-0337AFCA7429}"/>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A333EDEE-98B2-2EC1-C726-51A3B62CF56D}"/>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:5</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70BCC805-CF80-F75A-19CE-422F21D04DB2}"/>
              </a:ext>
            </a:extLst>
          </p:cNvPr>
          <p:cNvSpPr/>
          <p:nvPr/>
        </p:nvSpPr>
        <p:spPr bwMode="auto">
          <a:xfrm>
            <a:off x="419510" y="2234915"/>
            <a:ext cx="831332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STEP 5: Dataset Structure Information</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Explanation</a:t>
            </a:r>
            <a:r>
              <a:rPr lang="en-US" sz="2000" b="1" dirty="0">
                <a:solidFill>
                  <a:srgbClr val="0C0D03"/>
                </a:solidFill>
                <a:latin typeface="Times New Roman" panose="02020603050405020304" pitchFamily="18" charset="0"/>
                <a:cs typeface="Times New Roman" panose="02020603050405020304" pitchFamily="18" charset="0"/>
              </a:rPr>
              <a:t>:</a:t>
            </a:r>
          </a:p>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Displays</a:t>
            </a:r>
            <a:r>
              <a:rPr lang="en-US" sz="2000" b="1" dirty="0">
                <a:solidFill>
                  <a:srgbClr val="0C0D03"/>
                </a:solidFill>
                <a:latin typeface="Times New Roman" panose="02020603050405020304" pitchFamily="18" charset="0"/>
                <a:cs typeface="Times New Roman" panose="02020603050405020304" pitchFamily="18" charset="0"/>
              </a:rPr>
              <a:t>:</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Column names</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Data types</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Number of non-null values</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 </a:t>
            </a:r>
            <a:r>
              <a:rPr lang="en-US" sz="2400" b="1" dirty="0" err="1">
                <a:solidFill>
                  <a:srgbClr val="0C0D03"/>
                </a:solidFill>
                <a:latin typeface="Times New Roman" panose="02020603050405020304" pitchFamily="18" charset="0"/>
                <a:cs typeface="Times New Roman" panose="02020603050405020304" pitchFamily="18" charset="0"/>
              </a:rPr>
              <a:t>Purpose</a:t>
            </a:r>
            <a:r>
              <a:rPr lang="en-US" sz="2000" b="1" dirty="0" err="1">
                <a:solidFill>
                  <a:srgbClr val="0C0D03"/>
                </a:solidFill>
                <a:latin typeface="Times New Roman" panose="02020603050405020304" pitchFamily="18" charset="0"/>
                <a:cs typeface="Times New Roman" panose="02020603050405020304" pitchFamily="18" charset="0"/>
              </a:rPr>
              <a:t>:</a:t>
            </a:r>
            <a:r>
              <a:rPr lang="en-US" sz="2000" dirty="0" err="1">
                <a:solidFill>
                  <a:srgbClr val="0C0D03"/>
                </a:solidFill>
                <a:latin typeface="Times New Roman" panose="02020603050405020304" pitchFamily="18" charset="0"/>
                <a:cs typeface="Times New Roman" panose="02020603050405020304" pitchFamily="18" charset="0"/>
              </a:rPr>
              <a:t>To</a:t>
            </a:r>
            <a:r>
              <a:rPr lang="en-US" sz="2000" dirty="0">
                <a:solidFill>
                  <a:srgbClr val="0C0D03"/>
                </a:solidFill>
                <a:latin typeface="Times New Roman" panose="02020603050405020304" pitchFamily="18" charset="0"/>
                <a:cs typeface="Times New Roman" panose="02020603050405020304" pitchFamily="18" charset="0"/>
              </a:rPr>
              <a:t> understand which columns contain missing values and data types.</a:t>
            </a:r>
          </a:p>
          <a:p>
            <a:pPr marL="0" marR="0" indent="0" algn="just" defTabSz="914400" rtl="0" eaLnBrk="1" fontAlgn="base" latinLnBrk="0" hangingPunct="1">
              <a:lnSpc>
                <a:spcPts val="3000"/>
              </a:lnSpc>
              <a:spcBef>
                <a:spcPct val="0"/>
              </a:spcBef>
              <a:spcAft>
                <a:spcPct val="0"/>
              </a:spcAft>
              <a:buClrTx/>
              <a:buSzTx/>
              <a:buFontTx/>
              <a:buNone/>
              <a:tabLst/>
            </a:pPr>
            <a:endParaRPr lang="en-US" sz="20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0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000" b="1" dirty="0">
              <a:solidFill>
                <a:srgbClr val="0C0D03"/>
              </a:solidFill>
              <a:latin typeface="Times New Roman" panose="02020603050405020304" pitchFamily="18" charset="0"/>
              <a:cs typeface="Times New Roman" panose="02020603050405020304" pitchFamily="18" charset="0"/>
            </a:endParaRPr>
          </a:p>
        </p:txBody>
      </p:sp>
      <p:pic>
        <p:nvPicPr>
          <p:cNvPr id="7" name="Picture 6">
            <a:extLst>
              <a:ext uri="{FF2B5EF4-FFF2-40B4-BE49-F238E27FC236}">
                <a16:creationId xmlns:a16="http://schemas.microsoft.com/office/drawing/2014/main" id="{D86B4341-C52F-C4E5-AB8E-B37A613D645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915816" y="3069059"/>
            <a:ext cx="3543858" cy="881467"/>
          </a:xfrm>
          <a:prstGeom prst="rect">
            <a:avLst/>
          </a:prstGeom>
        </p:spPr>
      </p:pic>
      <p:pic>
        <p:nvPicPr>
          <p:cNvPr id="5" name="Picture 4">
            <a:extLst>
              <a:ext uri="{FF2B5EF4-FFF2-40B4-BE49-F238E27FC236}">
                <a16:creationId xmlns:a16="http://schemas.microsoft.com/office/drawing/2014/main" id="{648184B2-D868-122D-A737-5E02BE78144E}"/>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221476217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7A17C9-21BD-157D-A15B-3EB39423D215}"/>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3A41430B-0F05-67D0-74D0-9D1201916342}"/>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55</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20C526A9-69FB-1B82-6CC9-EE4D9EE97FE9}"/>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6FF27D1E-669B-60BB-892A-530489D64EC8}"/>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:5</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38C28897-3478-913D-EDA6-708DCA3CFE5D}"/>
              </a:ext>
            </a:extLst>
          </p:cNvPr>
          <p:cNvSpPr/>
          <p:nvPr/>
        </p:nvSpPr>
        <p:spPr bwMode="auto">
          <a:xfrm>
            <a:off x="419510" y="2234915"/>
            <a:ext cx="831332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STEP 5: Dataset Structure Information</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0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0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000" b="1" dirty="0">
              <a:solidFill>
                <a:srgbClr val="0C0D03"/>
              </a:solidFill>
              <a:latin typeface="Times New Roman" panose="02020603050405020304" pitchFamily="18" charset="0"/>
              <a:cs typeface="Times New Roman" panose="02020603050405020304" pitchFamily="18" charset="0"/>
            </a:endParaRPr>
          </a:p>
        </p:txBody>
      </p:sp>
      <p:pic>
        <p:nvPicPr>
          <p:cNvPr id="6" name="Picture 5">
            <a:extLst>
              <a:ext uri="{FF2B5EF4-FFF2-40B4-BE49-F238E27FC236}">
                <a16:creationId xmlns:a16="http://schemas.microsoft.com/office/drawing/2014/main" id="{32080F94-6278-899E-E769-F2333714277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07804" y="2721784"/>
            <a:ext cx="3528392" cy="3746485"/>
          </a:xfrm>
          <a:prstGeom prst="rect">
            <a:avLst/>
          </a:prstGeom>
        </p:spPr>
      </p:pic>
      <p:pic>
        <p:nvPicPr>
          <p:cNvPr id="5" name="Picture 4">
            <a:extLst>
              <a:ext uri="{FF2B5EF4-FFF2-40B4-BE49-F238E27FC236}">
                <a16:creationId xmlns:a16="http://schemas.microsoft.com/office/drawing/2014/main" id="{BD6FCF7B-C585-74B6-D6AA-B78CDC3B8E28}"/>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84159468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BB9AEF-D234-B751-2379-866685B513BE}"/>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D5E22F84-D43D-77E8-6685-0B4344620145}"/>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56</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0846159F-8E88-9C5E-41D7-361C4EB33D25}"/>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3B431F26-DA85-49E3-5DFC-5853E1EA741A}"/>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:6</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165D3AD6-BA3C-9A80-890D-D32F0889E108}"/>
              </a:ext>
            </a:extLst>
          </p:cNvPr>
          <p:cNvSpPr/>
          <p:nvPr/>
        </p:nvSpPr>
        <p:spPr bwMode="auto">
          <a:xfrm>
            <a:off x="419510" y="2234915"/>
            <a:ext cx="831332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STEP 6: Statistical Summary</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Explanation:</a:t>
            </a: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Provides descriptive statistics for numerical columns:</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Mean</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Standard deviation</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Minimum and maximum</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 </a:t>
            </a:r>
            <a:r>
              <a:rPr lang="en-US" sz="2400" b="1" dirty="0">
                <a:solidFill>
                  <a:srgbClr val="0C0D03"/>
                </a:solidFill>
                <a:latin typeface="Times New Roman" panose="02020603050405020304" pitchFamily="18" charset="0"/>
                <a:cs typeface="Times New Roman" panose="02020603050405020304" pitchFamily="18" charset="0"/>
              </a:rPr>
              <a:t>Purpose: </a:t>
            </a:r>
            <a:r>
              <a:rPr lang="en-US" sz="2000" dirty="0">
                <a:solidFill>
                  <a:srgbClr val="0C0D03"/>
                </a:solidFill>
                <a:latin typeface="Times New Roman" panose="02020603050405020304" pitchFamily="18" charset="0"/>
                <a:cs typeface="Times New Roman" panose="02020603050405020304" pitchFamily="18" charset="0"/>
              </a:rPr>
              <a:t>To understand data distribution and detect anomalies.</a:t>
            </a:r>
          </a:p>
        </p:txBody>
      </p:sp>
      <p:pic>
        <p:nvPicPr>
          <p:cNvPr id="6" name="Picture 5">
            <a:extLst>
              <a:ext uri="{FF2B5EF4-FFF2-40B4-BE49-F238E27FC236}">
                <a16:creationId xmlns:a16="http://schemas.microsoft.com/office/drawing/2014/main" id="{7758AD89-8A7F-20AF-77EF-747984586A8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86626" y="3030008"/>
            <a:ext cx="3934716" cy="831039"/>
          </a:xfrm>
          <a:prstGeom prst="rect">
            <a:avLst/>
          </a:prstGeom>
        </p:spPr>
      </p:pic>
      <p:pic>
        <p:nvPicPr>
          <p:cNvPr id="5" name="Picture 4">
            <a:extLst>
              <a:ext uri="{FF2B5EF4-FFF2-40B4-BE49-F238E27FC236}">
                <a16:creationId xmlns:a16="http://schemas.microsoft.com/office/drawing/2014/main" id="{19FE2029-6932-1054-19F5-C725B2E5545B}"/>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401883390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890946-99CB-BA8A-4949-940004AD1039}"/>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19D730B4-2A3E-5BC0-C8BC-E9CC65031A84}"/>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57</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2FD9B91D-2BFD-928B-E441-7B55E46EE4A7}"/>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BEF80929-0271-42D7-1BD2-52672577322E}"/>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:6</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29A10C2E-976D-70EB-86F7-56AA57AC9153}"/>
              </a:ext>
            </a:extLst>
          </p:cNvPr>
          <p:cNvSpPr/>
          <p:nvPr/>
        </p:nvSpPr>
        <p:spPr bwMode="auto">
          <a:xfrm>
            <a:off x="419510" y="2234915"/>
            <a:ext cx="831332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STEP 6: Statistical Summary</a:t>
            </a:r>
          </a:p>
        </p:txBody>
      </p:sp>
      <p:pic>
        <p:nvPicPr>
          <p:cNvPr id="7" name="Picture 6">
            <a:extLst>
              <a:ext uri="{FF2B5EF4-FFF2-40B4-BE49-F238E27FC236}">
                <a16:creationId xmlns:a16="http://schemas.microsoft.com/office/drawing/2014/main" id="{900B05F3-BBC0-75EB-DF93-A5D3F9690AE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5727" y="2810109"/>
            <a:ext cx="8287111" cy="3180353"/>
          </a:xfrm>
          <a:prstGeom prst="rect">
            <a:avLst/>
          </a:prstGeom>
        </p:spPr>
      </p:pic>
      <p:pic>
        <p:nvPicPr>
          <p:cNvPr id="5" name="Picture 4">
            <a:extLst>
              <a:ext uri="{FF2B5EF4-FFF2-40B4-BE49-F238E27FC236}">
                <a16:creationId xmlns:a16="http://schemas.microsoft.com/office/drawing/2014/main" id="{A63D3047-F6D7-FB96-61BB-898BE50AA39D}"/>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385098638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DF1F2-D020-FC2E-663C-A710690CEE9B}"/>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FB841F63-11A7-D648-7D52-1D50B448AE1A}"/>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58</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718A57F1-A52A-3629-E34E-A609FD3C80D5}"/>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875C5B56-71CF-247F-810A-E07A65034AA1}"/>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:7</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B2CAC3C3-4054-6C7A-6BFD-91D2BB2F216D}"/>
              </a:ext>
            </a:extLst>
          </p:cNvPr>
          <p:cNvSpPr/>
          <p:nvPr/>
        </p:nvSpPr>
        <p:spPr bwMode="auto">
          <a:xfrm>
            <a:off x="419510" y="2234915"/>
            <a:ext cx="831332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STEP 7: Categorical Summary</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Explanation:</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Shows statistics for categorical (object) columns.</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Includes count, unique values, and most frequent values.</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 </a:t>
            </a:r>
            <a:r>
              <a:rPr lang="en-US" sz="2400" b="1" dirty="0" err="1">
                <a:solidFill>
                  <a:srgbClr val="0C0D03"/>
                </a:solidFill>
                <a:latin typeface="Times New Roman" panose="02020603050405020304" pitchFamily="18" charset="0"/>
                <a:cs typeface="Times New Roman" panose="02020603050405020304" pitchFamily="18" charset="0"/>
              </a:rPr>
              <a:t>Purpose:</a:t>
            </a:r>
            <a:r>
              <a:rPr lang="en-US" sz="2000" dirty="0" err="1">
                <a:solidFill>
                  <a:srgbClr val="0C0D03"/>
                </a:solidFill>
                <a:latin typeface="Times New Roman" panose="02020603050405020304" pitchFamily="18" charset="0"/>
                <a:cs typeface="Times New Roman" panose="02020603050405020304" pitchFamily="18" charset="0"/>
              </a:rPr>
              <a:t>To</a:t>
            </a:r>
            <a:r>
              <a:rPr lang="en-US" sz="2000" dirty="0">
                <a:solidFill>
                  <a:srgbClr val="0C0D03"/>
                </a:solidFill>
                <a:latin typeface="Times New Roman" panose="02020603050405020304" pitchFamily="18" charset="0"/>
                <a:cs typeface="Times New Roman" panose="02020603050405020304" pitchFamily="18" charset="0"/>
              </a:rPr>
              <a:t> analyze non-numerical attributes</a:t>
            </a:r>
            <a:r>
              <a:rPr lang="en-US" sz="2400" b="1" dirty="0">
                <a:solidFill>
                  <a:srgbClr val="0C0D03"/>
                </a:solidFill>
                <a:latin typeface="Times New Roman" panose="02020603050405020304" pitchFamily="18" charset="0"/>
                <a:cs typeface="Times New Roman" panose="02020603050405020304" pitchFamily="18" charset="0"/>
              </a:rPr>
              <a:t>.</a:t>
            </a:r>
          </a:p>
        </p:txBody>
      </p:sp>
      <p:pic>
        <p:nvPicPr>
          <p:cNvPr id="7" name="Picture 6">
            <a:extLst>
              <a:ext uri="{FF2B5EF4-FFF2-40B4-BE49-F238E27FC236}">
                <a16:creationId xmlns:a16="http://schemas.microsoft.com/office/drawing/2014/main" id="{1C9AEAC3-D16C-30DC-1108-FFFB1FB8E90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9552" y="2833732"/>
            <a:ext cx="4536504" cy="812509"/>
          </a:xfrm>
          <a:prstGeom prst="rect">
            <a:avLst/>
          </a:prstGeom>
        </p:spPr>
      </p:pic>
      <p:pic>
        <p:nvPicPr>
          <p:cNvPr id="5" name="Picture 4">
            <a:extLst>
              <a:ext uri="{FF2B5EF4-FFF2-40B4-BE49-F238E27FC236}">
                <a16:creationId xmlns:a16="http://schemas.microsoft.com/office/drawing/2014/main" id="{C134F0E0-B95B-F2DB-848E-D4F36468D4E4}"/>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346172006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A688F0-9C01-B8A7-AC50-1278B154E2A7}"/>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06C7F2B0-EC68-75F4-6396-DE9219DE6196}"/>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59</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772183F6-7910-D4C4-85B0-5D68E231E60D}"/>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A9AAD9BB-2C4C-C58C-E7E1-362E5B0B7F5E}"/>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:7</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B21A9813-0321-56C8-4D96-0815176B3EE6}"/>
              </a:ext>
            </a:extLst>
          </p:cNvPr>
          <p:cNvSpPr/>
          <p:nvPr/>
        </p:nvSpPr>
        <p:spPr bwMode="auto">
          <a:xfrm>
            <a:off x="419510" y="2234915"/>
            <a:ext cx="831332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STEP 7: Categorical Summary</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p:txBody>
      </p:sp>
      <p:pic>
        <p:nvPicPr>
          <p:cNvPr id="9" name="Picture 8">
            <a:extLst>
              <a:ext uri="{FF2B5EF4-FFF2-40B4-BE49-F238E27FC236}">
                <a16:creationId xmlns:a16="http://schemas.microsoft.com/office/drawing/2014/main" id="{EB984432-1C17-A9FC-3FEC-95116C0082A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19510" y="3016304"/>
            <a:ext cx="8298136" cy="2212896"/>
          </a:xfrm>
          <a:prstGeom prst="rect">
            <a:avLst/>
          </a:prstGeom>
        </p:spPr>
      </p:pic>
      <p:pic>
        <p:nvPicPr>
          <p:cNvPr id="5" name="Picture 4">
            <a:extLst>
              <a:ext uri="{FF2B5EF4-FFF2-40B4-BE49-F238E27FC236}">
                <a16:creationId xmlns:a16="http://schemas.microsoft.com/office/drawing/2014/main" id="{FEC128CD-F581-9546-5FD3-CD95954EBAA1}"/>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375790145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18BCD7-3A0C-3F4B-5625-E597FF6DE448}"/>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6E4C449D-A232-D3F6-B65A-43685881DB2D}"/>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60</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1ADF77EE-900A-F7B9-1945-517F8DCC0ABC}"/>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655F442E-79C8-88E6-B8DF-7CA218B7828D}"/>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:8</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29432ADE-598C-E391-73D7-CBBAA9282709}"/>
              </a:ext>
            </a:extLst>
          </p:cNvPr>
          <p:cNvSpPr/>
          <p:nvPr/>
        </p:nvSpPr>
        <p:spPr bwMode="auto">
          <a:xfrm>
            <a:off x="419510" y="2234915"/>
            <a:ext cx="831332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STEP 8: Missing Values and Duplicates</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Explanation:</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err="1">
                <a:solidFill>
                  <a:srgbClr val="0C0D03"/>
                </a:solidFill>
                <a:latin typeface="Times New Roman" panose="02020603050405020304" pitchFamily="18" charset="0"/>
                <a:cs typeface="Times New Roman" panose="02020603050405020304" pitchFamily="18" charset="0"/>
              </a:rPr>
              <a:t>isnull</a:t>
            </a:r>
            <a:r>
              <a:rPr lang="en-US" sz="2000" dirty="0">
                <a:solidFill>
                  <a:srgbClr val="0C0D03"/>
                </a:solidFill>
                <a:latin typeface="Times New Roman" panose="02020603050405020304" pitchFamily="18" charset="0"/>
                <a:cs typeface="Times New Roman" panose="02020603050405020304" pitchFamily="18" charset="0"/>
              </a:rPr>
              <a:t>().sum() counts missing values per column.</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duplicated().sum() counts duplicate rows.</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 </a:t>
            </a:r>
            <a:r>
              <a:rPr lang="en-US" sz="2400" b="1" dirty="0" err="1">
                <a:solidFill>
                  <a:srgbClr val="0C0D03"/>
                </a:solidFill>
                <a:latin typeface="Times New Roman" panose="02020603050405020304" pitchFamily="18" charset="0"/>
                <a:cs typeface="Times New Roman" panose="02020603050405020304" pitchFamily="18" charset="0"/>
              </a:rPr>
              <a:t>Purpose:</a:t>
            </a:r>
            <a:r>
              <a:rPr lang="en-US" sz="2000" dirty="0" err="1">
                <a:solidFill>
                  <a:srgbClr val="0C0D03"/>
                </a:solidFill>
                <a:latin typeface="Times New Roman" panose="02020603050405020304" pitchFamily="18" charset="0"/>
                <a:cs typeface="Times New Roman" panose="02020603050405020304" pitchFamily="18" charset="0"/>
              </a:rPr>
              <a:t>To</a:t>
            </a:r>
            <a:r>
              <a:rPr lang="en-US" sz="2000" dirty="0">
                <a:solidFill>
                  <a:srgbClr val="0C0D03"/>
                </a:solidFill>
                <a:latin typeface="Times New Roman" panose="02020603050405020304" pitchFamily="18" charset="0"/>
                <a:cs typeface="Times New Roman" panose="02020603050405020304" pitchFamily="18" charset="0"/>
              </a:rPr>
              <a:t> assess data quality before preprocessing.</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p:txBody>
      </p:sp>
      <p:pic>
        <p:nvPicPr>
          <p:cNvPr id="6" name="Picture 5">
            <a:extLst>
              <a:ext uri="{FF2B5EF4-FFF2-40B4-BE49-F238E27FC236}">
                <a16:creationId xmlns:a16="http://schemas.microsoft.com/office/drawing/2014/main" id="{5337CD0A-CE14-A0C2-B706-63C25951BF8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1560" y="2810109"/>
            <a:ext cx="4680520" cy="994814"/>
          </a:xfrm>
          <a:prstGeom prst="rect">
            <a:avLst/>
          </a:prstGeom>
        </p:spPr>
      </p:pic>
      <p:pic>
        <p:nvPicPr>
          <p:cNvPr id="5" name="Picture 4">
            <a:extLst>
              <a:ext uri="{FF2B5EF4-FFF2-40B4-BE49-F238E27FC236}">
                <a16:creationId xmlns:a16="http://schemas.microsoft.com/office/drawing/2014/main" id="{9498DFD0-68BD-461D-CB86-414F6A052033}"/>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296943703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4A8A87-6A48-CDB5-B25E-DD963D9854BA}"/>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C5704F36-2533-ABCF-6507-A863CD6BC864}"/>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61</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F43D2588-4D73-35A3-BD93-4DBF520A9820}"/>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E79B919C-86C9-0AA4-3F69-56EE81833F24}"/>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:8</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72CF8111-BB5E-1319-3205-EEFF85F34C57}"/>
              </a:ext>
            </a:extLst>
          </p:cNvPr>
          <p:cNvSpPr/>
          <p:nvPr/>
        </p:nvSpPr>
        <p:spPr bwMode="auto">
          <a:xfrm>
            <a:off x="419510" y="2234915"/>
            <a:ext cx="831332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STEP 8: Missing Values and Duplicates</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p:txBody>
      </p:sp>
      <p:pic>
        <p:nvPicPr>
          <p:cNvPr id="7" name="Picture 6">
            <a:extLst>
              <a:ext uri="{FF2B5EF4-FFF2-40B4-BE49-F238E27FC236}">
                <a16:creationId xmlns:a16="http://schemas.microsoft.com/office/drawing/2014/main" id="{397B44CD-9B06-54E3-B749-D036A0EBDD2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891734" y="2270009"/>
            <a:ext cx="1616075" cy="4345976"/>
          </a:xfrm>
          <a:prstGeom prst="rect">
            <a:avLst/>
          </a:prstGeom>
        </p:spPr>
      </p:pic>
      <p:pic>
        <p:nvPicPr>
          <p:cNvPr id="5" name="Picture 4">
            <a:extLst>
              <a:ext uri="{FF2B5EF4-FFF2-40B4-BE49-F238E27FC236}">
                <a16:creationId xmlns:a16="http://schemas.microsoft.com/office/drawing/2014/main" id="{E0D29702-4C6B-F191-9B3A-B552F7787849}"/>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74228532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6C7236-94C3-88A2-8FDD-8219964EC9DA}"/>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6E37C48D-0AB3-AA5A-8302-967122AB79E1}"/>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62</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704FFFD9-C95F-D30A-F1DE-492F9B1BD52C}"/>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808CA86E-FC55-041B-5AE2-123E274AB78A}"/>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:9</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648E4487-1B18-997B-32C7-19ADAA3EE7C5}"/>
              </a:ext>
            </a:extLst>
          </p:cNvPr>
          <p:cNvSpPr/>
          <p:nvPr/>
        </p:nvSpPr>
        <p:spPr bwMode="auto">
          <a:xfrm>
            <a:off x="419510" y="2234915"/>
            <a:ext cx="831332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STEP 9: Handling Missing Values (Numerical)</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Explanation:</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Missing values are filled using linear interpolation.</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This estimates values based on neighboring data.</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 </a:t>
            </a:r>
            <a:r>
              <a:rPr lang="en-US" sz="2400" b="1" dirty="0">
                <a:solidFill>
                  <a:srgbClr val="0C0D03"/>
                </a:solidFill>
                <a:latin typeface="Times New Roman" panose="02020603050405020304" pitchFamily="18" charset="0"/>
                <a:cs typeface="Times New Roman" panose="02020603050405020304" pitchFamily="18" charset="0"/>
              </a:rPr>
              <a:t>Purpose:</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To preserve numerical trends without deleting data.</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p:txBody>
      </p:sp>
      <p:pic>
        <p:nvPicPr>
          <p:cNvPr id="7" name="Picture 6">
            <a:extLst>
              <a:ext uri="{FF2B5EF4-FFF2-40B4-BE49-F238E27FC236}">
                <a16:creationId xmlns:a16="http://schemas.microsoft.com/office/drawing/2014/main" id="{CF04C87C-6CD6-D138-31F4-557E4F30970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1559" y="2790735"/>
            <a:ext cx="7200801" cy="945987"/>
          </a:xfrm>
          <a:prstGeom prst="rect">
            <a:avLst/>
          </a:prstGeom>
        </p:spPr>
      </p:pic>
      <p:pic>
        <p:nvPicPr>
          <p:cNvPr id="5" name="Picture 4">
            <a:extLst>
              <a:ext uri="{FF2B5EF4-FFF2-40B4-BE49-F238E27FC236}">
                <a16:creationId xmlns:a16="http://schemas.microsoft.com/office/drawing/2014/main" id="{01D47A70-4B0A-01FB-27EF-454415D688BE}"/>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186648528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A070B9-BF7A-869C-B41E-2D363DD8184B}"/>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540C7A6E-7F20-59CA-C1AF-1B209ED6BB4E}"/>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63</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F69172FA-3787-C3A6-8422-9368BA50DB7F}"/>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7F3691D5-4EAF-6347-1C06-AE641D940139}"/>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:10</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5A537865-0072-BB85-2920-F67E3C44E19F}"/>
              </a:ext>
            </a:extLst>
          </p:cNvPr>
          <p:cNvSpPr/>
          <p:nvPr/>
        </p:nvSpPr>
        <p:spPr bwMode="auto">
          <a:xfrm>
            <a:off x="419510" y="2234915"/>
            <a:ext cx="831332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STEP 10: Filling Missing Values Using Median</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Explanation:</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Median is used because it is robust to outliers.</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 </a:t>
            </a:r>
            <a:r>
              <a:rPr lang="en-US" sz="2400" b="1" dirty="0">
                <a:solidFill>
                  <a:srgbClr val="0C0D03"/>
                </a:solidFill>
                <a:latin typeface="Times New Roman" panose="02020603050405020304" pitchFamily="18" charset="0"/>
                <a:cs typeface="Times New Roman" panose="02020603050405020304" pitchFamily="18" charset="0"/>
              </a:rPr>
              <a:t>Purpose:</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To safely fill missing values without skewing data.</a:t>
            </a:r>
          </a:p>
        </p:txBody>
      </p:sp>
      <p:pic>
        <p:nvPicPr>
          <p:cNvPr id="6" name="Picture 5">
            <a:extLst>
              <a:ext uri="{FF2B5EF4-FFF2-40B4-BE49-F238E27FC236}">
                <a16:creationId xmlns:a16="http://schemas.microsoft.com/office/drawing/2014/main" id="{05C4E06A-2D5C-53D5-2B18-D5D56B970B9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3567" y="2866947"/>
            <a:ext cx="7501779" cy="922093"/>
          </a:xfrm>
          <a:prstGeom prst="rect">
            <a:avLst/>
          </a:prstGeom>
        </p:spPr>
      </p:pic>
      <p:pic>
        <p:nvPicPr>
          <p:cNvPr id="5" name="Picture 4">
            <a:extLst>
              <a:ext uri="{FF2B5EF4-FFF2-40B4-BE49-F238E27FC236}">
                <a16:creationId xmlns:a16="http://schemas.microsoft.com/office/drawing/2014/main" id="{7923B5AE-8B7C-D962-3D30-3A8CC2E00E38}"/>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116412562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9842D-0161-B952-E3B7-FC244034C3BD}"/>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218517DB-77EC-909A-9C72-368DC1F2C596}"/>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64</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35172824-C92A-9833-225A-34350F75B384}"/>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589FEB54-482C-FA85-D416-AE88594B2AE0}"/>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:11</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6E0D5D45-42D4-E3AF-29E3-5A0CBA1A38B1}"/>
              </a:ext>
            </a:extLst>
          </p:cNvPr>
          <p:cNvSpPr/>
          <p:nvPr/>
        </p:nvSpPr>
        <p:spPr bwMode="auto">
          <a:xfrm>
            <a:off x="419510" y="2234915"/>
            <a:ext cx="831332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STEP 11: Rule-Based Imputation</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Explanation:</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If age &gt; 50 → fasting blood sugar likely </a:t>
            </a:r>
            <a:r>
              <a:rPr lang="en-US" sz="2000" dirty="0" err="1">
                <a:solidFill>
                  <a:srgbClr val="0C0D03"/>
                </a:solidFill>
                <a:latin typeface="Times New Roman" panose="02020603050405020304" pitchFamily="18" charset="0"/>
                <a:cs typeface="Times New Roman" panose="02020603050405020304" pitchFamily="18" charset="0"/>
              </a:rPr>
              <a:t>high.Uses</a:t>
            </a:r>
            <a:r>
              <a:rPr lang="en-US" sz="2000" dirty="0">
                <a:solidFill>
                  <a:srgbClr val="0C0D03"/>
                </a:solidFill>
                <a:latin typeface="Times New Roman" panose="02020603050405020304" pitchFamily="18" charset="0"/>
                <a:cs typeface="Times New Roman" panose="02020603050405020304" pitchFamily="18" charset="0"/>
              </a:rPr>
              <a:t> domain knowledge.</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 </a:t>
            </a:r>
            <a:r>
              <a:rPr lang="en-US" sz="2400" b="1" dirty="0">
                <a:solidFill>
                  <a:srgbClr val="0C0D03"/>
                </a:solidFill>
                <a:latin typeface="Times New Roman" panose="02020603050405020304" pitchFamily="18" charset="0"/>
                <a:cs typeface="Times New Roman" panose="02020603050405020304" pitchFamily="18" charset="0"/>
              </a:rPr>
              <a:t>Purpose:</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To intelligently fill missing categorical values.</a:t>
            </a:r>
          </a:p>
        </p:txBody>
      </p:sp>
      <p:pic>
        <p:nvPicPr>
          <p:cNvPr id="7" name="Picture 6">
            <a:extLst>
              <a:ext uri="{FF2B5EF4-FFF2-40B4-BE49-F238E27FC236}">
                <a16:creationId xmlns:a16="http://schemas.microsoft.com/office/drawing/2014/main" id="{1FD9D18F-E59C-AE1E-16C7-DAD2A318740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1560" y="2833733"/>
            <a:ext cx="7416824" cy="1052605"/>
          </a:xfrm>
          <a:prstGeom prst="rect">
            <a:avLst/>
          </a:prstGeom>
        </p:spPr>
      </p:pic>
      <p:pic>
        <p:nvPicPr>
          <p:cNvPr id="5" name="Picture 4">
            <a:extLst>
              <a:ext uri="{FF2B5EF4-FFF2-40B4-BE49-F238E27FC236}">
                <a16:creationId xmlns:a16="http://schemas.microsoft.com/office/drawing/2014/main" id="{3524E1C8-C546-D626-1E25-6C6F86412FB1}"/>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171666334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3AE39E-9F3C-1DD4-7588-AB37FD934EC7}"/>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49AB88FE-10FF-AAF4-5397-B1E4EF7E5A6E}"/>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65</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690D6544-CC4F-EDDE-CDBF-B1AEE922D67F}"/>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7C36E18B-135E-A1AE-6987-FF667367C932}"/>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:12</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EBC3468D-C028-1533-50C6-1D371CE320A4}"/>
              </a:ext>
            </a:extLst>
          </p:cNvPr>
          <p:cNvSpPr/>
          <p:nvPr/>
        </p:nvSpPr>
        <p:spPr bwMode="auto">
          <a:xfrm>
            <a:off x="419510" y="2234915"/>
            <a:ext cx="831332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STEP 12: More Rule-Based Filling</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Explanation:</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Lower heart rate suggests exercise-induced angina</a:t>
            </a:r>
          </a:p>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Purpose:</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To improve data accuracy using medical logic.</a:t>
            </a:r>
          </a:p>
          <a:p>
            <a:pPr marL="0" marR="0" indent="0" algn="just" defTabSz="914400" rtl="0" eaLnBrk="1" fontAlgn="base" latinLnBrk="0" hangingPunct="1">
              <a:lnSpc>
                <a:spcPts val="3000"/>
              </a:lnSpc>
              <a:spcBef>
                <a:spcPct val="0"/>
              </a:spcBef>
              <a:spcAft>
                <a:spcPct val="0"/>
              </a:spcAft>
              <a:buClrTx/>
              <a:buSzTx/>
              <a:buFontTx/>
              <a:buNone/>
              <a:tabLst/>
            </a:pPr>
            <a:endParaRPr lang="en-US" sz="2000" dirty="0">
              <a:solidFill>
                <a:srgbClr val="0C0D03"/>
              </a:solidFill>
              <a:latin typeface="Times New Roman" panose="02020603050405020304" pitchFamily="18" charset="0"/>
              <a:cs typeface="Times New Roman" panose="02020603050405020304" pitchFamily="18" charset="0"/>
            </a:endParaRPr>
          </a:p>
        </p:txBody>
      </p:sp>
      <p:pic>
        <p:nvPicPr>
          <p:cNvPr id="6" name="Picture 5">
            <a:extLst>
              <a:ext uri="{FF2B5EF4-FFF2-40B4-BE49-F238E27FC236}">
                <a16:creationId xmlns:a16="http://schemas.microsoft.com/office/drawing/2014/main" id="{DD92EF51-60E6-1F8E-9FD7-667B1ED81E2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1559" y="2851696"/>
            <a:ext cx="7638655" cy="937344"/>
          </a:xfrm>
          <a:prstGeom prst="rect">
            <a:avLst/>
          </a:prstGeom>
        </p:spPr>
      </p:pic>
      <p:pic>
        <p:nvPicPr>
          <p:cNvPr id="5" name="Picture 4">
            <a:extLst>
              <a:ext uri="{FF2B5EF4-FFF2-40B4-BE49-F238E27FC236}">
                <a16:creationId xmlns:a16="http://schemas.microsoft.com/office/drawing/2014/main" id="{DBD183B4-80D0-9C91-0BFA-447B1D1EDEA6}"/>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72195821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4BC7C0-C3D2-A5F1-8034-55BE33725871}"/>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AFF1DA44-8991-8D4D-6F48-648C039B2D4D}"/>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66</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6B0E79B9-B3CE-CF9C-4CD6-C28B050DD715}"/>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8BFF0013-577B-917A-715D-5B7EC527403A}"/>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:13</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324267E9-8C72-3C03-D429-EB221FE681EF}"/>
              </a:ext>
            </a:extLst>
          </p:cNvPr>
          <p:cNvSpPr/>
          <p:nvPr/>
        </p:nvSpPr>
        <p:spPr bwMode="auto">
          <a:xfrm>
            <a:off x="419510" y="2234915"/>
            <a:ext cx="831332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STEP 13: Remaining Feature Imputation</a:t>
            </a:r>
            <a:endParaRPr lang="en-US" sz="2000" dirty="0">
              <a:solidFill>
                <a:srgbClr val="0C0D03"/>
              </a:solidFill>
              <a:latin typeface="Times New Roman" panose="02020603050405020304" pitchFamily="18" charset="0"/>
              <a:cs typeface="Times New Roman" panose="02020603050405020304" pitchFamily="18" charset="0"/>
            </a:endParaRPr>
          </a:p>
        </p:txBody>
      </p:sp>
      <p:pic>
        <p:nvPicPr>
          <p:cNvPr id="7" name="Picture 6">
            <a:extLst>
              <a:ext uri="{FF2B5EF4-FFF2-40B4-BE49-F238E27FC236}">
                <a16:creationId xmlns:a16="http://schemas.microsoft.com/office/drawing/2014/main" id="{C5DCF8FE-17AA-64B7-DCAE-AD97209631A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31502" y="2810109"/>
            <a:ext cx="6880996" cy="3439975"/>
          </a:xfrm>
          <a:prstGeom prst="rect">
            <a:avLst/>
          </a:prstGeom>
        </p:spPr>
      </p:pic>
      <p:pic>
        <p:nvPicPr>
          <p:cNvPr id="5" name="Picture 4">
            <a:extLst>
              <a:ext uri="{FF2B5EF4-FFF2-40B4-BE49-F238E27FC236}">
                <a16:creationId xmlns:a16="http://schemas.microsoft.com/office/drawing/2014/main" id="{FFA7B869-FC8E-F1EF-4C32-AED48858D373}"/>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344029087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88E89D-1E2D-28C3-A397-D789039A8958}"/>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4EDA134E-86F9-7F3C-FE52-90C0CBF1A4D4}"/>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67</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FCB46807-08A3-54EC-7319-9B5DCF1E3E67}"/>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75314980-A098-BDE0-1B5D-DCF33C7F4DAD}"/>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:13</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80AD1F2E-09F5-5B15-BA3A-B032383893FC}"/>
              </a:ext>
            </a:extLst>
          </p:cNvPr>
          <p:cNvSpPr/>
          <p:nvPr/>
        </p:nvSpPr>
        <p:spPr bwMode="auto">
          <a:xfrm>
            <a:off x="419510" y="2234915"/>
            <a:ext cx="831332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STEP 13: Remaining Feature Imputation</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Explanation:</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Missing values are filled using logical conditions based on related features.</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 </a:t>
            </a:r>
            <a:r>
              <a:rPr lang="en-US" sz="2400" b="1" dirty="0">
                <a:solidFill>
                  <a:srgbClr val="0C0D03"/>
                </a:solidFill>
                <a:latin typeface="Times New Roman" panose="02020603050405020304" pitchFamily="18" charset="0"/>
                <a:cs typeface="Times New Roman" panose="02020603050405020304" pitchFamily="18" charset="0"/>
              </a:rPr>
              <a:t>Purpose:</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To maintain medical consistency across variables.</a:t>
            </a:r>
          </a:p>
        </p:txBody>
      </p:sp>
      <p:pic>
        <p:nvPicPr>
          <p:cNvPr id="5" name="Picture 4">
            <a:extLst>
              <a:ext uri="{FF2B5EF4-FFF2-40B4-BE49-F238E27FC236}">
                <a16:creationId xmlns:a16="http://schemas.microsoft.com/office/drawing/2014/main" id="{3817C87C-A681-D4C3-9019-059C467E9E41}"/>
              </a:ext>
            </a:extLst>
          </p:cNvPr>
          <p:cNvPicPr>
            <a:picLocks noChangeAspect="1"/>
          </p:cNvPicPr>
          <p:nvPr/>
        </p:nvPicPr>
        <p:blipFill>
          <a:blip r:embed="rId2">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77494696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C4B77A-D45D-B0E2-8EBE-08836205058B}"/>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718494A5-E0F9-5037-6ACC-09CBCADD6BF8}"/>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68</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A8F58AF8-23D2-F10B-51D8-2839A9B15BDA}"/>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F15E3D52-038B-E993-82A7-C69957D0085F}"/>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:14</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F3269290-68BD-0E3B-1AC1-76E21CBD9DBD}"/>
              </a:ext>
            </a:extLst>
          </p:cNvPr>
          <p:cNvSpPr/>
          <p:nvPr/>
        </p:nvSpPr>
        <p:spPr bwMode="auto">
          <a:xfrm>
            <a:off x="419510" y="2234915"/>
            <a:ext cx="831332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STEP 14: Final Missing-Value Check</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Explanation:</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Confirms no missing values remain.</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p:txBody>
      </p:sp>
      <p:pic>
        <p:nvPicPr>
          <p:cNvPr id="6" name="Picture 5">
            <a:extLst>
              <a:ext uri="{FF2B5EF4-FFF2-40B4-BE49-F238E27FC236}">
                <a16:creationId xmlns:a16="http://schemas.microsoft.com/office/drawing/2014/main" id="{B8804CB9-4281-A11C-F6DE-5EC98AE78A4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1560" y="2816965"/>
            <a:ext cx="5112568" cy="774086"/>
          </a:xfrm>
          <a:prstGeom prst="rect">
            <a:avLst/>
          </a:prstGeom>
        </p:spPr>
      </p:pic>
      <p:pic>
        <p:nvPicPr>
          <p:cNvPr id="5" name="Picture 4">
            <a:extLst>
              <a:ext uri="{FF2B5EF4-FFF2-40B4-BE49-F238E27FC236}">
                <a16:creationId xmlns:a16="http://schemas.microsoft.com/office/drawing/2014/main" id="{F8E81F58-69E2-64D1-C4FC-354A21B608BC}"/>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348086913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E95DC3-A435-BB63-C00B-18572E456510}"/>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BEAB9FCD-1C83-82B7-A661-CC85183599BF}"/>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69</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4EF96A1E-9E69-6A69-824B-010047FC7AF3}"/>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103F5618-66D1-7347-8E4D-C842F3B9D566}"/>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:14</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E5F4F16F-80DC-7846-B2A3-7F81D09475A6}"/>
              </a:ext>
            </a:extLst>
          </p:cNvPr>
          <p:cNvSpPr/>
          <p:nvPr/>
        </p:nvSpPr>
        <p:spPr bwMode="auto">
          <a:xfrm>
            <a:off x="419510" y="2234915"/>
            <a:ext cx="831332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STEP 14: These two lines import visualization libraries used to create graphs and plots.</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Explanation:</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Matplotlib is a Python library used to create basic graphs</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Importing the plotting module </a:t>
            </a:r>
            <a:r>
              <a:rPr lang="en-US" sz="2000" dirty="0" err="1">
                <a:solidFill>
                  <a:srgbClr val="0C0D03"/>
                </a:solidFill>
                <a:latin typeface="Times New Roman" panose="02020603050405020304" pitchFamily="18" charset="0"/>
                <a:cs typeface="Times New Roman" panose="02020603050405020304" pitchFamily="18" charset="0"/>
              </a:rPr>
              <a:t>pyplot</a:t>
            </a:r>
            <a:r>
              <a:rPr lang="en-US" sz="2000" dirty="0">
                <a:solidFill>
                  <a:srgbClr val="0C0D03"/>
                </a:solidFill>
                <a:latin typeface="Times New Roman" panose="02020603050405020304" pitchFamily="18" charset="0"/>
                <a:cs typeface="Times New Roman" panose="02020603050405020304" pitchFamily="18" charset="0"/>
              </a:rPr>
              <a:t> </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Giving it the short name </a:t>
            </a:r>
            <a:r>
              <a:rPr lang="en-US" sz="2000" dirty="0" err="1">
                <a:solidFill>
                  <a:srgbClr val="0C0D03"/>
                </a:solidFill>
                <a:latin typeface="Times New Roman" panose="02020603050405020304" pitchFamily="18" charset="0"/>
                <a:cs typeface="Times New Roman" panose="02020603050405020304" pitchFamily="18" charset="0"/>
              </a:rPr>
              <a:t>plt</a:t>
            </a:r>
            <a:r>
              <a:rPr lang="en-US" sz="2000" dirty="0">
                <a:solidFill>
                  <a:srgbClr val="0C0D03"/>
                </a:solidFill>
                <a:latin typeface="Times New Roman" panose="02020603050405020304" pitchFamily="18" charset="0"/>
                <a:cs typeface="Times New Roman" panose="02020603050405020304" pitchFamily="18" charset="0"/>
              </a:rPr>
              <a:t> (standard convention)</a:t>
            </a:r>
          </a:p>
        </p:txBody>
      </p:sp>
      <p:pic>
        <p:nvPicPr>
          <p:cNvPr id="8" name="Picture 7">
            <a:extLst>
              <a:ext uri="{FF2B5EF4-FFF2-40B4-BE49-F238E27FC236}">
                <a16:creationId xmlns:a16="http://schemas.microsoft.com/office/drawing/2014/main" id="{22190CB8-4535-0414-1549-C00F67B32B0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3568" y="3267801"/>
            <a:ext cx="5940328" cy="881279"/>
          </a:xfrm>
          <a:prstGeom prst="rect">
            <a:avLst/>
          </a:prstGeom>
        </p:spPr>
      </p:pic>
      <p:pic>
        <p:nvPicPr>
          <p:cNvPr id="5" name="Picture 4">
            <a:extLst>
              <a:ext uri="{FF2B5EF4-FFF2-40B4-BE49-F238E27FC236}">
                <a16:creationId xmlns:a16="http://schemas.microsoft.com/office/drawing/2014/main" id="{DDF5C1CD-8DB0-0451-C106-D556F256584E}"/>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251856670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DB41E7-870A-FDC7-44F9-BC4494BA0FF2}"/>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FF7E80DA-0D78-E7E3-1690-3DCBD9D7726F}"/>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70</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682F16EE-4359-8C3A-D312-CC772E886220}"/>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558A63F7-2CF8-F677-1339-1E264E09FC4B}"/>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:14</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D7ACC199-CE95-AF6E-E8A0-E3971D4FE897}"/>
              </a:ext>
            </a:extLst>
          </p:cNvPr>
          <p:cNvSpPr/>
          <p:nvPr/>
        </p:nvSpPr>
        <p:spPr bwMode="auto">
          <a:xfrm>
            <a:off x="419510" y="2234915"/>
            <a:ext cx="831332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STEP 14:</a:t>
            </a:r>
          </a:p>
          <a:p>
            <a:pPr algn="just" rtl="0" fontAlgn="base">
              <a:lnSpc>
                <a:spcPts val="3000"/>
              </a:lnSpc>
              <a:spcBef>
                <a:spcPct val="0"/>
              </a:spcBef>
              <a:spcAft>
                <a:spcPct val="0"/>
              </a:spcAft>
            </a:pPr>
            <a:r>
              <a:rPr lang="en-US" sz="2400" b="1" dirty="0">
                <a:solidFill>
                  <a:srgbClr val="0C0D03"/>
                </a:solidFill>
                <a:latin typeface="Times New Roman" panose="02020603050405020304" pitchFamily="18" charset="0"/>
                <a:cs typeface="Times New Roman" panose="02020603050405020304" pitchFamily="18" charset="0"/>
              </a:rPr>
              <a:t>Matplotlib :</a:t>
            </a:r>
            <a:r>
              <a:rPr lang="en-US" sz="2000" dirty="0" err="1">
                <a:solidFill>
                  <a:srgbClr val="0C0D03"/>
                </a:solidFill>
                <a:latin typeface="Times New Roman" panose="02020603050405020304" pitchFamily="18" charset="0"/>
                <a:cs typeface="Times New Roman" panose="02020603050405020304" pitchFamily="18" charset="0"/>
              </a:rPr>
              <a:t>T</a:t>
            </a:r>
            <a:r>
              <a:rPr lang="en-US" sz="2000" dirty="0" err="1">
                <a:solidFill>
                  <a:srgbClr val="0C0D03"/>
                </a:solidFill>
                <a:latin typeface="Times New Roman" panose="02020603050405020304" pitchFamily="18" charset="0"/>
                <a:cs typeface="Times New Roman" panose="02020603050405020304" pitchFamily="18" charset="0"/>
                <a:hlinkClick r:id="rId3">
                  <a:extLst>
                    <a:ext uri="{A12FA001-AC4F-418D-AE19-62706E023703}">
                      <ahyp:hlinkClr xmlns:ahyp="http://schemas.microsoft.com/office/drawing/2018/hyperlinkcolor" val="tx"/>
                    </a:ext>
                  </a:extLst>
                </a:hlinkClick>
              </a:rPr>
              <a:t>Data</a:t>
            </a:r>
            <a:r>
              <a:rPr lang="en-US" sz="2000" dirty="0">
                <a:solidFill>
                  <a:srgbClr val="0C0D03"/>
                </a:solidFill>
                <a:latin typeface="Times New Roman" panose="02020603050405020304" pitchFamily="18" charset="0"/>
                <a:cs typeface="Times New Roman" panose="02020603050405020304" pitchFamily="18" charset="0"/>
                <a:hlinkClick r:id="rId3">
                  <a:extLst>
                    <a:ext uri="{A12FA001-AC4F-418D-AE19-62706E023703}">
                      <ahyp:hlinkClr xmlns:ahyp="http://schemas.microsoft.com/office/drawing/2018/hyperlinkcolor" val="tx"/>
                    </a:ext>
                  </a:extLst>
                </a:hlinkClick>
              </a:rPr>
              <a:t> visualization</a:t>
            </a:r>
            <a:r>
              <a:rPr lang="en-US" sz="2000" dirty="0">
                <a:solidFill>
                  <a:srgbClr val="0C0D03"/>
                </a:solidFill>
                <a:latin typeface="Times New Roman" panose="02020603050405020304" pitchFamily="18" charset="0"/>
                <a:cs typeface="Times New Roman" panose="02020603050405020304" pitchFamily="18" charset="0"/>
              </a:rPr>
              <a:t> helps to understand complex datasets. The Matplotlib library in Python is a key tool for creating plots, and this guide walks you through installation and basic plotting. </a:t>
            </a:r>
          </a:p>
          <a:p>
            <a:pPr algn="just" rtl="0" fontAlgn="base">
              <a:lnSpc>
                <a:spcPts val="3000"/>
              </a:lnSpc>
              <a:spcBef>
                <a:spcPct val="0"/>
              </a:spcBef>
              <a:spcAft>
                <a:spcPct val="0"/>
              </a:spcAft>
            </a:pPr>
            <a:r>
              <a:rPr lang="en-US" sz="2000" dirty="0">
                <a:solidFill>
                  <a:srgbClr val="0C0D03"/>
                </a:solidFill>
                <a:latin typeface="Times New Roman" panose="02020603050405020304" pitchFamily="18" charset="0"/>
                <a:cs typeface="Times New Roman" panose="02020603050405020304" pitchFamily="18" charset="0"/>
              </a:rPr>
              <a:t>Matplotlib is a popular plotting library in Python used for creating high-quality visualizations and graphs. It offers various tools to generate diverse plots, facilitating data analysis, exploration, and presentation. Matplotlib is flexible, supporting multiple plot types and customization options, making it valuable for scientific research, data analysis, and visual communication.</a:t>
            </a:r>
          </a:p>
          <a:p>
            <a:pPr marL="0" marR="0" indent="0" algn="just" defTabSz="914400" rtl="0" eaLnBrk="1" fontAlgn="base" latinLnBrk="0" hangingPunct="1">
              <a:lnSpc>
                <a:spcPts val="3000"/>
              </a:lnSpc>
              <a:spcBef>
                <a:spcPct val="0"/>
              </a:spcBef>
              <a:spcAft>
                <a:spcPct val="0"/>
              </a:spcAft>
              <a:buClrTx/>
              <a:buSzTx/>
              <a:buFontTx/>
              <a:buNone/>
              <a:tabLst/>
            </a:pPr>
            <a:endParaRPr lang="en-US" sz="2000"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0F6ECBD7-1D36-4441-5D40-F68A67C914B1}"/>
              </a:ext>
            </a:extLst>
          </p:cNvPr>
          <p:cNvPicPr>
            <a:picLocks noChangeAspect="1"/>
          </p:cNvPicPr>
          <p:nvPr/>
        </p:nvPicPr>
        <p:blipFill>
          <a:blip r:embed="rId4">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263394423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BFBF48-913F-2B3D-E6CB-5D0D7D34E127}"/>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BA0CE7E9-0C3C-9307-CD10-EE37C1C2EA98}"/>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71</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0C5D8755-C6C8-3CBC-741C-B115E95B2824}"/>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CEEB3183-CB2F-666D-7A0E-E0D6E4249ABD}"/>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:14</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BFE13F0B-B949-56E9-4E78-51DE3DC327E9}"/>
              </a:ext>
            </a:extLst>
          </p:cNvPr>
          <p:cNvSpPr/>
          <p:nvPr/>
        </p:nvSpPr>
        <p:spPr bwMode="auto">
          <a:xfrm>
            <a:off x="419510" y="2234915"/>
            <a:ext cx="831332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STEP 14:</a:t>
            </a: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Installation of Matplotlib:</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Let’s check how to set up the Matplotlib in Google </a:t>
            </a:r>
            <a:r>
              <a:rPr lang="en-US" sz="2000" dirty="0" err="1">
                <a:solidFill>
                  <a:srgbClr val="0C0D03"/>
                </a:solidFill>
                <a:latin typeface="Times New Roman" panose="02020603050405020304" pitchFamily="18" charset="0"/>
                <a:cs typeface="Times New Roman" panose="02020603050405020304" pitchFamily="18" charset="0"/>
              </a:rPr>
              <a:t>Colab</a:t>
            </a:r>
            <a:r>
              <a:rPr lang="en-US" sz="2000" dirty="0">
                <a:solidFill>
                  <a:srgbClr val="0C0D03"/>
                </a:solidFill>
                <a:latin typeface="Times New Roman" panose="02020603050405020304" pitchFamily="18" charset="0"/>
                <a:cs typeface="Times New Roman" panose="02020603050405020304" pitchFamily="18" charset="0"/>
              </a:rPr>
              <a:t>. </a:t>
            </a:r>
            <a:r>
              <a:rPr lang="en-US" sz="2000" dirty="0" err="1">
                <a:solidFill>
                  <a:srgbClr val="0C0D03"/>
                </a:solidFill>
                <a:latin typeface="Times New Roman" panose="02020603050405020304" pitchFamily="18" charset="0"/>
                <a:cs typeface="Times New Roman" panose="02020603050405020304" pitchFamily="18" charset="0"/>
              </a:rPr>
              <a:t>Colab</a:t>
            </a:r>
            <a:r>
              <a:rPr lang="en-US" sz="2000" dirty="0">
                <a:solidFill>
                  <a:srgbClr val="0C0D03"/>
                </a:solidFill>
                <a:latin typeface="Times New Roman" panose="02020603050405020304" pitchFamily="18" charset="0"/>
                <a:cs typeface="Times New Roman" panose="02020603050405020304" pitchFamily="18" charset="0"/>
              </a:rPr>
              <a:t> Notebooks are similar to </a:t>
            </a:r>
            <a:r>
              <a:rPr lang="en-US" sz="2000" dirty="0" err="1">
                <a:solidFill>
                  <a:srgbClr val="0C0D03"/>
                </a:solidFill>
                <a:latin typeface="Times New Roman" panose="02020603050405020304" pitchFamily="18" charset="0"/>
                <a:cs typeface="Times New Roman" panose="02020603050405020304" pitchFamily="18" charset="0"/>
              </a:rPr>
              <a:t>Jupyter</a:t>
            </a:r>
            <a:r>
              <a:rPr lang="en-US" sz="2000" dirty="0">
                <a:solidFill>
                  <a:srgbClr val="0C0D03"/>
                </a:solidFill>
                <a:latin typeface="Times New Roman" panose="02020603050405020304" pitchFamily="18" charset="0"/>
                <a:cs typeface="Times New Roman" panose="02020603050405020304" pitchFamily="18" charset="0"/>
              </a:rPr>
              <a:t> Notebooks except for running on the cloud. It is also connected to our Google Drive, making it much easier to access our </a:t>
            </a:r>
            <a:r>
              <a:rPr lang="en-US" sz="2000" dirty="0" err="1">
                <a:solidFill>
                  <a:srgbClr val="0C0D03"/>
                </a:solidFill>
                <a:latin typeface="Times New Roman" panose="02020603050405020304" pitchFamily="18" charset="0"/>
                <a:cs typeface="Times New Roman" panose="02020603050405020304" pitchFamily="18" charset="0"/>
              </a:rPr>
              <a:t>Colab</a:t>
            </a:r>
            <a:r>
              <a:rPr lang="en-US" sz="2000" dirty="0">
                <a:solidFill>
                  <a:srgbClr val="0C0D03"/>
                </a:solidFill>
                <a:latin typeface="Times New Roman" panose="02020603050405020304" pitchFamily="18" charset="0"/>
                <a:cs typeface="Times New Roman" panose="02020603050405020304" pitchFamily="18" charset="0"/>
              </a:rPr>
              <a:t> notebooks anytime, anywhere, and on any system. You can install Matplotlib by using the PIP command.</a:t>
            </a:r>
          </a:p>
          <a:p>
            <a:pPr marL="0" marR="0" indent="0" algn="just" defTabSz="914400" rtl="0" eaLnBrk="1" fontAlgn="base" latinLnBrk="0" hangingPunct="1">
              <a:lnSpc>
                <a:spcPts val="3000"/>
              </a:lnSpc>
              <a:spcBef>
                <a:spcPct val="0"/>
              </a:spcBef>
              <a:spcAft>
                <a:spcPct val="0"/>
              </a:spcAft>
              <a:buClrTx/>
              <a:buSzTx/>
              <a:buFontTx/>
              <a:buNone/>
              <a:tabLst/>
            </a:pPr>
            <a:endParaRPr lang="en-US" sz="2000"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p:txBody>
      </p:sp>
      <p:pic>
        <p:nvPicPr>
          <p:cNvPr id="6" name="Picture 5">
            <a:extLst>
              <a:ext uri="{FF2B5EF4-FFF2-40B4-BE49-F238E27FC236}">
                <a16:creationId xmlns:a16="http://schemas.microsoft.com/office/drawing/2014/main" id="{EFF6F54A-B6D3-BB39-CEFB-A7E18E31D2B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3608" y="5281703"/>
            <a:ext cx="5989634" cy="615073"/>
          </a:xfrm>
          <a:prstGeom prst="rect">
            <a:avLst/>
          </a:prstGeom>
        </p:spPr>
      </p:pic>
      <p:pic>
        <p:nvPicPr>
          <p:cNvPr id="5" name="Picture 4">
            <a:extLst>
              <a:ext uri="{FF2B5EF4-FFF2-40B4-BE49-F238E27FC236}">
                <a16:creationId xmlns:a16="http://schemas.microsoft.com/office/drawing/2014/main" id="{AF15539B-3A17-A687-4884-41F40368E815}"/>
              </a:ext>
            </a:extLst>
          </p:cNvPr>
          <p:cNvPicPr>
            <a:picLocks noChangeAspect="1"/>
          </p:cNvPicPr>
          <p:nvPr/>
        </p:nvPicPr>
        <p:blipFill>
          <a:blip r:embed="rId4">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146900406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CB3BE8-606E-193C-7B03-DDB557197C24}"/>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CF7DA6F7-2413-0186-CDB6-EF93CF85A864}"/>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72</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5C132E94-8AF2-71B0-54A7-C3F1B56B2980}"/>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98A5FAA5-ACBE-63AC-6390-DD67C053C295}"/>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:14</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D2830BA2-4236-0288-BDE8-3D30535C2A52}"/>
              </a:ext>
            </a:extLst>
          </p:cNvPr>
          <p:cNvSpPr/>
          <p:nvPr/>
        </p:nvSpPr>
        <p:spPr bwMode="auto">
          <a:xfrm>
            <a:off x="419510" y="2234915"/>
            <a:ext cx="831332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STEP 14:</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To verify the installation, you would have to write the following code chunk:</a:t>
            </a:r>
          </a:p>
          <a:p>
            <a:pPr marL="0" marR="0" indent="0" algn="just" defTabSz="914400" rtl="0" eaLnBrk="1" fontAlgn="base" latinLnBrk="0" hangingPunct="1">
              <a:lnSpc>
                <a:spcPts val="3000"/>
              </a:lnSpc>
              <a:spcBef>
                <a:spcPct val="0"/>
              </a:spcBef>
              <a:spcAft>
                <a:spcPct val="0"/>
              </a:spcAft>
              <a:buClrTx/>
              <a:buSzTx/>
              <a:buFontTx/>
              <a:buNone/>
              <a:tabLst/>
            </a:pPr>
            <a:endParaRPr lang="en-US" sz="2000"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000"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different categories of plots that Matplotlib provides.</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    Line plot</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    Histogram</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    Bar Chart</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    Scatter plot</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    Pie charts</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    Boxplot</a:t>
            </a:r>
          </a:p>
          <a:p>
            <a:pPr marL="0" marR="0" indent="0" algn="just" defTabSz="914400" rtl="0" eaLnBrk="1" fontAlgn="base" latinLnBrk="0" hangingPunct="1">
              <a:lnSpc>
                <a:spcPts val="3000"/>
              </a:lnSpc>
              <a:spcBef>
                <a:spcPct val="0"/>
              </a:spcBef>
              <a:spcAft>
                <a:spcPct val="0"/>
              </a:spcAft>
              <a:buClrTx/>
              <a:buSzTx/>
              <a:buFontTx/>
              <a:buNone/>
              <a:tabLst/>
            </a:pPr>
            <a:endParaRPr lang="en-US" sz="2000"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000"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p:txBody>
      </p:sp>
      <p:pic>
        <p:nvPicPr>
          <p:cNvPr id="7" name="Picture 6">
            <a:extLst>
              <a:ext uri="{FF2B5EF4-FFF2-40B4-BE49-F238E27FC236}">
                <a16:creationId xmlns:a16="http://schemas.microsoft.com/office/drawing/2014/main" id="{FDE85142-2377-6256-EB08-AFA75C6E234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53941" y="3084278"/>
            <a:ext cx="5929710" cy="776770"/>
          </a:xfrm>
          <a:prstGeom prst="rect">
            <a:avLst/>
          </a:prstGeom>
        </p:spPr>
      </p:pic>
      <p:pic>
        <p:nvPicPr>
          <p:cNvPr id="5" name="Picture 4">
            <a:extLst>
              <a:ext uri="{FF2B5EF4-FFF2-40B4-BE49-F238E27FC236}">
                <a16:creationId xmlns:a16="http://schemas.microsoft.com/office/drawing/2014/main" id="{A742B412-5CB0-01D6-32F4-E2052DEFA681}"/>
              </a:ext>
            </a:extLst>
          </p:cNvPr>
          <p:cNvPicPr>
            <a:picLocks noChangeAspect="1"/>
          </p:cNvPicPr>
          <p:nvPr/>
        </p:nvPicPr>
        <p:blipFill>
          <a:blip r:embed="rId4">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110830984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E64F62-2E62-3506-D649-133642BD1232}"/>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AD06CE38-EE2A-2A4A-2DCE-82EA651F756B}"/>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73</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9919F829-055A-A83A-4E43-1244DBA03EDD}"/>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391DDC1B-BD98-BBCA-B3C4-7ADD6CFB6F7E}"/>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:14</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2C16A7EF-E4C6-54DD-4EAC-784AB8AAAAD5}"/>
              </a:ext>
            </a:extLst>
          </p:cNvPr>
          <p:cNvSpPr/>
          <p:nvPr/>
        </p:nvSpPr>
        <p:spPr bwMode="auto">
          <a:xfrm>
            <a:off x="419510" y="2234915"/>
            <a:ext cx="831332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STEP 14:</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Matplotlib is used to:</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Create figures</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Display plots</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Set titles, labels, axes</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Show graphs on screen</a:t>
            </a:r>
          </a:p>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What is Seaborn:</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Seaborn is a Python library built on top of Matplotlib</a:t>
            </a:r>
          </a:p>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It provides: </a:t>
            </a:r>
            <a:r>
              <a:rPr lang="en-US" sz="2000" dirty="0">
                <a:solidFill>
                  <a:srgbClr val="0C0D03"/>
                </a:solidFill>
                <a:latin typeface="Times New Roman" panose="02020603050405020304" pitchFamily="18" charset="0"/>
                <a:cs typeface="Times New Roman" panose="02020603050405020304" pitchFamily="18" charset="0"/>
              </a:rPr>
              <a:t>More beautiful plots and Statistical visualizations and Less code for complex graphs</a:t>
            </a:r>
          </a:p>
        </p:txBody>
      </p:sp>
      <p:pic>
        <p:nvPicPr>
          <p:cNvPr id="5" name="Picture 4">
            <a:extLst>
              <a:ext uri="{FF2B5EF4-FFF2-40B4-BE49-F238E27FC236}">
                <a16:creationId xmlns:a16="http://schemas.microsoft.com/office/drawing/2014/main" id="{B73B2B1A-730B-93E7-647C-C757636EBDB4}"/>
              </a:ext>
            </a:extLst>
          </p:cNvPr>
          <p:cNvPicPr>
            <a:picLocks noChangeAspect="1"/>
          </p:cNvPicPr>
          <p:nvPr/>
        </p:nvPicPr>
        <p:blipFill>
          <a:blip r:embed="rId2">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332026421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3CD350-09DD-BB54-37A4-B565EEF65A5E}"/>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08D5B7C9-4AFA-143A-929C-3A5B529E734F}"/>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74</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34FA836A-3FCC-9A21-284E-A512E9813917}"/>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7561FEBC-B3E2-79A6-40FC-6E4A2302536E}"/>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:14</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559A5F31-34BA-84B8-6255-964BE9F6466A}"/>
              </a:ext>
            </a:extLst>
          </p:cNvPr>
          <p:cNvSpPr/>
          <p:nvPr/>
        </p:nvSpPr>
        <p:spPr bwMode="auto">
          <a:xfrm>
            <a:off x="419510" y="2060848"/>
            <a:ext cx="8313328" cy="4248805"/>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algn="just" rtl="0" fontAlgn="base">
              <a:spcBef>
                <a:spcPct val="0"/>
              </a:spcBef>
              <a:spcAft>
                <a:spcPct val="0"/>
              </a:spcAft>
            </a:pPr>
            <a:r>
              <a:rPr lang="en-US" sz="2400" b="1" dirty="0">
                <a:solidFill>
                  <a:srgbClr val="0C0D03"/>
                </a:solidFill>
                <a:latin typeface="Times New Roman" panose="02020603050405020304" pitchFamily="18" charset="0"/>
                <a:cs typeface="Times New Roman" panose="02020603050405020304" pitchFamily="18" charset="0"/>
              </a:rPr>
              <a:t>Seaborn is used to:</a:t>
            </a:r>
          </a:p>
          <a:p>
            <a:pPr lvl="1" algn="just" rtl="0" fontAlgn="base">
              <a:spcBef>
                <a:spcPct val="0"/>
              </a:spcBef>
              <a:spcAft>
                <a:spcPct val="0"/>
              </a:spcAft>
            </a:pPr>
            <a:r>
              <a:rPr lang="en-US" sz="2000" dirty="0">
                <a:solidFill>
                  <a:srgbClr val="0C0D03"/>
                </a:solidFill>
                <a:latin typeface="Times New Roman" panose="02020603050405020304" pitchFamily="18" charset="0"/>
                <a:cs typeface="Times New Roman" panose="02020603050405020304" pitchFamily="18" charset="0"/>
              </a:rPr>
              <a:t>Plot distributions</a:t>
            </a:r>
          </a:p>
          <a:p>
            <a:pPr lvl="1" algn="just" rtl="0" fontAlgn="base">
              <a:spcBef>
                <a:spcPct val="0"/>
              </a:spcBef>
              <a:spcAft>
                <a:spcPct val="0"/>
              </a:spcAft>
            </a:pPr>
            <a:r>
              <a:rPr lang="en-US" sz="2000" dirty="0">
                <a:solidFill>
                  <a:srgbClr val="0C0D03"/>
                </a:solidFill>
                <a:latin typeface="Times New Roman" panose="02020603050405020304" pitchFamily="18" charset="0"/>
                <a:cs typeface="Times New Roman" panose="02020603050405020304" pitchFamily="18" charset="0"/>
              </a:rPr>
              <a:t>Create boxplots, histograms, heatmaps</a:t>
            </a:r>
          </a:p>
          <a:p>
            <a:pPr lvl="1" algn="just" rtl="0" fontAlgn="base">
              <a:spcBef>
                <a:spcPct val="0"/>
              </a:spcBef>
              <a:spcAft>
                <a:spcPct val="0"/>
              </a:spcAft>
            </a:pPr>
            <a:r>
              <a:rPr lang="en-US" sz="2000" dirty="0">
                <a:solidFill>
                  <a:srgbClr val="0C0D03"/>
                </a:solidFill>
                <a:latin typeface="Times New Roman" panose="02020603050405020304" pitchFamily="18" charset="0"/>
                <a:cs typeface="Times New Roman" panose="02020603050405020304" pitchFamily="18" charset="0"/>
              </a:rPr>
              <a:t>Visualize relationships between variables</a:t>
            </a:r>
          </a:p>
          <a:p>
            <a:pPr marL="0" marR="0" indent="0" algn="just" defTabSz="914400" rtl="0" eaLnBrk="1" fontAlgn="base" latinLnBrk="0" hangingPunct="1">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In this project( heart disease ) these libraries are used to:</a:t>
            </a:r>
          </a:p>
          <a:p>
            <a:pPr lvl="1" algn="just" rtl="0" fontAlgn="base">
              <a:spcBef>
                <a:spcPct val="0"/>
              </a:spcBef>
              <a:spcAft>
                <a:spcPct val="0"/>
              </a:spcAft>
            </a:pPr>
            <a:r>
              <a:rPr lang="en-US" sz="2000" dirty="0">
                <a:solidFill>
                  <a:srgbClr val="0C0D03"/>
                </a:solidFill>
                <a:latin typeface="Times New Roman" panose="02020603050405020304" pitchFamily="18" charset="0"/>
                <a:cs typeface="Times New Roman" panose="02020603050405020304" pitchFamily="18" charset="0"/>
              </a:rPr>
              <a:t>Visualize age distribution</a:t>
            </a:r>
          </a:p>
          <a:p>
            <a:pPr lvl="1" algn="just" rtl="0" fontAlgn="base">
              <a:spcBef>
                <a:spcPct val="0"/>
              </a:spcBef>
              <a:spcAft>
                <a:spcPct val="0"/>
              </a:spcAft>
            </a:pPr>
            <a:r>
              <a:rPr lang="en-US" sz="2000" dirty="0">
                <a:solidFill>
                  <a:srgbClr val="0C0D03"/>
                </a:solidFill>
                <a:latin typeface="Times New Roman" panose="02020603050405020304" pitchFamily="18" charset="0"/>
                <a:cs typeface="Times New Roman" panose="02020603050405020304" pitchFamily="18" charset="0"/>
              </a:rPr>
              <a:t>Compare blood pressure vs blood sugar</a:t>
            </a:r>
          </a:p>
          <a:p>
            <a:pPr lvl="1" algn="just" rtl="0" fontAlgn="base">
              <a:spcBef>
                <a:spcPct val="0"/>
              </a:spcBef>
              <a:spcAft>
                <a:spcPct val="0"/>
              </a:spcAft>
            </a:pPr>
            <a:r>
              <a:rPr lang="en-US" sz="2000" dirty="0">
                <a:solidFill>
                  <a:srgbClr val="0C0D03"/>
                </a:solidFill>
                <a:latin typeface="Times New Roman" panose="02020603050405020304" pitchFamily="18" charset="0"/>
                <a:cs typeface="Times New Roman" panose="02020603050405020304" pitchFamily="18" charset="0"/>
              </a:rPr>
              <a:t>Show cholesterol vs heart rate</a:t>
            </a:r>
          </a:p>
          <a:p>
            <a:pPr lvl="1" algn="just" rtl="0" fontAlgn="base">
              <a:spcBef>
                <a:spcPct val="0"/>
              </a:spcBef>
              <a:spcAft>
                <a:spcPct val="0"/>
              </a:spcAft>
            </a:pPr>
            <a:r>
              <a:rPr lang="en-US" sz="2000" dirty="0">
                <a:solidFill>
                  <a:srgbClr val="0C0D03"/>
                </a:solidFill>
                <a:latin typeface="Times New Roman" panose="02020603050405020304" pitchFamily="18" charset="0"/>
                <a:cs typeface="Times New Roman" panose="02020603050405020304" pitchFamily="18" charset="0"/>
              </a:rPr>
              <a:t>Display correlation heatmap</a:t>
            </a:r>
          </a:p>
          <a:p>
            <a:pPr marL="0" marR="0" indent="0" algn="just" defTabSz="914400" rtl="0" eaLnBrk="1" fontAlgn="base" latinLnBrk="0" hangingPunct="1">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 </a:t>
            </a:r>
            <a:r>
              <a:rPr lang="en-US" sz="2000" b="1" dirty="0">
                <a:solidFill>
                  <a:srgbClr val="0C0D03"/>
                </a:solidFill>
                <a:latin typeface="Times New Roman" panose="02020603050405020304" pitchFamily="18" charset="0"/>
                <a:cs typeface="Times New Roman" panose="02020603050405020304" pitchFamily="18" charset="0"/>
              </a:rPr>
              <a:t>These visualizations help:</a:t>
            </a:r>
          </a:p>
          <a:p>
            <a:pPr lvl="1" algn="just" rtl="0" fontAlgn="base">
              <a:spcBef>
                <a:spcPct val="0"/>
              </a:spcBef>
              <a:spcAft>
                <a:spcPct val="0"/>
              </a:spcAft>
            </a:pPr>
            <a:r>
              <a:rPr lang="en-US" sz="2000" dirty="0">
                <a:solidFill>
                  <a:srgbClr val="0C0D03"/>
                </a:solidFill>
                <a:latin typeface="Times New Roman" panose="02020603050405020304" pitchFamily="18" charset="0"/>
                <a:cs typeface="Times New Roman" panose="02020603050405020304" pitchFamily="18" charset="0"/>
              </a:rPr>
              <a:t>Understand data patterns</a:t>
            </a:r>
          </a:p>
          <a:p>
            <a:pPr lvl="1" algn="just" rtl="0" fontAlgn="base">
              <a:spcBef>
                <a:spcPct val="0"/>
              </a:spcBef>
              <a:spcAft>
                <a:spcPct val="0"/>
              </a:spcAft>
            </a:pPr>
            <a:r>
              <a:rPr lang="en-US" sz="2000" dirty="0">
                <a:solidFill>
                  <a:srgbClr val="0C0D03"/>
                </a:solidFill>
                <a:latin typeface="Times New Roman" panose="02020603050405020304" pitchFamily="18" charset="0"/>
                <a:cs typeface="Times New Roman" panose="02020603050405020304" pitchFamily="18" charset="0"/>
              </a:rPr>
              <a:t>Detect outliers</a:t>
            </a:r>
          </a:p>
          <a:p>
            <a:pPr lvl="1" algn="just" rtl="0" fontAlgn="base">
              <a:spcBef>
                <a:spcPct val="0"/>
              </a:spcBef>
              <a:spcAft>
                <a:spcPct val="0"/>
              </a:spcAft>
            </a:pPr>
            <a:r>
              <a:rPr lang="en-US" sz="2000" dirty="0">
                <a:solidFill>
                  <a:srgbClr val="0C0D03"/>
                </a:solidFill>
                <a:latin typeface="Times New Roman" panose="02020603050405020304" pitchFamily="18" charset="0"/>
                <a:cs typeface="Times New Roman" panose="02020603050405020304" pitchFamily="18" charset="0"/>
              </a:rPr>
              <a:t>Support modeling decisions</a:t>
            </a:r>
          </a:p>
        </p:txBody>
      </p:sp>
      <p:pic>
        <p:nvPicPr>
          <p:cNvPr id="5" name="Picture 4">
            <a:extLst>
              <a:ext uri="{FF2B5EF4-FFF2-40B4-BE49-F238E27FC236}">
                <a16:creationId xmlns:a16="http://schemas.microsoft.com/office/drawing/2014/main" id="{B3A8CA86-56A1-BA44-EC76-9719735149B1}"/>
              </a:ext>
            </a:extLst>
          </p:cNvPr>
          <p:cNvPicPr>
            <a:picLocks noChangeAspect="1"/>
          </p:cNvPicPr>
          <p:nvPr/>
        </p:nvPicPr>
        <p:blipFill>
          <a:blip r:embed="rId2">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4811705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9B3E95-F6FC-D27B-D2CC-01A9B084BC4E}"/>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2CDC914D-8A7E-46B4-9B5F-FF84987D4281}"/>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75</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3EAADBB1-9CD2-9E7C-C3F7-A50CF36948E9}"/>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4EC36337-BC52-03EE-873F-71563464F1A2}"/>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:15</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54E4F0C5-71E5-B542-5365-612C798BFA08}"/>
              </a:ext>
            </a:extLst>
          </p:cNvPr>
          <p:cNvSpPr/>
          <p:nvPr/>
        </p:nvSpPr>
        <p:spPr bwMode="auto">
          <a:xfrm>
            <a:off x="419510" y="2234915"/>
            <a:ext cx="831332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STEP 15: Data Visualization (EDA) Age Distribution</a:t>
            </a:r>
          </a:p>
          <a:p>
            <a:pPr marL="0" marR="0" indent="0" algn="just" defTabSz="914400" rtl="0" eaLnBrk="1" fontAlgn="base" latinLnBrk="0" hangingPunct="1">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spcBef>
                <a:spcPct val="0"/>
              </a:spcBef>
              <a:spcAft>
                <a:spcPct val="0"/>
              </a:spcAft>
              <a:buClrTx/>
              <a:buSzTx/>
              <a:buFontTx/>
              <a:buNone/>
              <a:tabLst/>
            </a:pPr>
            <a:r>
              <a:rPr lang="en-US" sz="2000" dirty="0" err="1">
                <a:solidFill>
                  <a:srgbClr val="0C0D03"/>
                </a:solidFill>
                <a:latin typeface="Times New Roman" panose="02020603050405020304" pitchFamily="18" charset="0"/>
                <a:cs typeface="Times New Roman" panose="02020603050405020304" pitchFamily="18" charset="0"/>
              </a:rPr>
              <a:t>plt.figure</a:t>
            </a:r>
            <a:r>
              <a:rPr lang="en-US" sz="2000" dirty="0">
                <a:solidFill>
                  <a:srgbClr val="0C0D03"/>
                </a:solidFill>
                <a:latin typeface="Times New Roman" panose="02020603050405020304" pitchFamily="18" charset="0"/>
                <a:cs typeface="Times New Roman" panose="02020603050405020304" pitchFamily="18" charset="0"/>
              </a:rPr>
              <a:t>() creates a new, empty figure (plot window) where graphs will be drawn.</a:t>
            </a:r>
          </a:p>
          <a:p>
            <a:pPr marL="0" marR="0" indent="0" algn="just" defTabSz="914400" rtl="0" eaLnBrk="1" fontAlgn="base" latinLnBrk="0" hangingPunct="1">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Why Do We Need </a:t>
            </a:r>
            <a:r>
              <a:rPr lang="en-US" sz="2000" b="1" dirty="0" err="1">
                <a:solidFill>
                  <a:srgbClr val="0C0D03"/>
                </a:solidFill>
                <a:latin typeface="Times New Roman" panose="02020603050405020304" pitchFamily="18" charset="0"/>
                <a:cs typeface="Times New Roman" panose="02020603050405020304" pitchFamily="18" charset="0"/>
              </a:rPr>
              <a:t>plt.figure</a:t>
            </a:r>
            <a:r>
              <a:rPr lang="en-US" sz="2000" b="1" dirty="0">
                <a:solidFill>
                  <a:srgbClr val="0C0D03"/>
                </a:solidFill>
                <a:latin typeface="Times New Roman" panose="02020603050405020304" pitchFamily="18" charset="0"/>
                <a:cs typeface="Times New Roman" panose="02020603050405020304" pitchFamily="18" charset="0"/>
              </a:rPr>
              <a:t>() : </a:t>
            </a:r>
          </a:p>
          <a:p>
            <a:pPr lvl="1" algn="just" rtl="0" fontAlgn="base">
              <a:spcBef>
                <a:spcPct val="0"/>
              </a:spcBef>
              <a:spcAft>
                <a:spcPct val="0"/>
              </a:spcAft>
            </a:pPr>
            <a:r>
              <a:rPr lang="en-US" sz="2000" dirty="0">
                <a:solidFill>
                  <a:srgbClr val="0C0D03"/>
                </a:solidFill>
                <a:latin typeface="Times New Roman" panose="02020603050405020304" pitchFamily="18" charset="0"/>
                <a:cs typeface="Times New Roman" panose="02020603050405020304" pitchFamily="18" charset="0"/>
              </a:rPr>
              <a:t>Without </a:t>
            </a:r>
            <a:r>
              <a:rPr lang="en-US" sz="2000" dirty="0" err="1">
                <a:solidFill>
                  <a:srgbClr val="0C0D03"/>
                </a:solidFill>
                <a:latin typeface="Times New Roman" panose="02020603050405020304" pitchFamily="18" charset="0"/>
                <a:cs typeface="Times New Roman" panose="02020603050405020304" pitchFamily="18" charset="0"/>
              </a:rPr>
              <a:t>plt.figure</a:t>
            </a:r>
            <a:r>
              <a:rPr lang="en-US" sz="2000" dirty="0">
                <a:solidFill>
                  <a:srgbClr val="0C0D03"/>
                </a:solidFill>
                <a:latin typeface="Times New Roman" panose="02020603050405020304" pitchFamily="18" charset="0"/>
                <a:cs typeface="Times New Roman" panose="02020603050405020304" pitchFamily="18" charset="0"/>
              </a:rPr>
              <a:t>():</a:t>
            </a:r>
          </a:p>
          <a:p>
            <a:pPr lvl="1" algn="just" rtl="0" fontAlgn="base">
              <a:spcBef>
                <a:spcPct val="0"/>
              </a:spcBef>
              <a:spcAft>
                <a:spcPct val="0"/>
              </a:spcAft>
            </a:pPr>
            <a:r>
              <a:rPr lang="en-US" sz="2000" dirty="0">
                <a:solidFill>
                  <a:srgbClr val="0C0D03"/>
                </a:solidFill>
                <a:latin typeface="Times New Roman" panose="02020603050405020304" pitchFamily="18" charset="0"/>
                <a:cs typeface="Times New Roman" panose="02020603050405020304" pitchFamily="18" charset="0"/>
              </a:rPr>
              <a:t>New plots may be drawn on top of old plots</a:t>
            </a:r>
          </a:p>
          <a:p>
            <a:pPr lvl="1" algn="just" rtl="0" fontAlgn="base">
              <a:spcBef>
                <a:spcPct val="0"/>
              </a:spcBef>
              <a:spcAft>
                <a:spcPct val="0"/>
              </a:spcAft>
            </a:pPr>
            <a:r>
              <a:rPr lang="en-US" sz="2000" dirty="0">
                <a:solidFill>
                  <a:srgbClr val="0C0D03"/>
                </a:solidFill>
                <a:latin typeface="Times New Roman" panose="02020603050405020304" pitchFamily="18" charset="0"/>
                <a:cs typeface="Times New Roman" panose="02020603050405020304" pitchFamily="18" charset="0"/>
              </a:rPr>
              <a:t>Graphs may overlap and become unclear</a:t>
            </a:r>
          </a:p>
          <a:p>
            <a:pPr marL="0" marR="0" indent="0" algn="just" defTabSz="914400" rtl="0" eaLnBrk="1" fontAlgn="base" latinLnBrk="0" hangingPunct="1">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With </a:t>
            </a:r>
            <a:r>
              <a:rPr lang="en-US" sz="2000" b="1" dirty="0" err="1">
                <a:solidFill>
                  <a:srgbClr val="0C0D03"/>
                </a:solidFill>
                <a:latin typeface="Times New Roman" panose="02020603050405020304" pitchFamily="18" charset="0"/>
                <a:cs typeface="Times New Roman" panose="02020603050405020304" pitchFamily="18" charset="0"/>
              </a:rPr>
              <a:t>plt.figure</a:t>
            </a:r>
            <a:r>
              <a:rPr lang="en-US" sz="2000" b="1" dirty="0">
                <a:solidFill>
                  <a:srgbClr val="0C0D03"/>
                </a:solidFill>
                <a:latin typeface="Times New Roman" panose="02020603050405020304" pitchFamily="18" charset="0"/>
                <a:cs typeface="Times New Roman" panose="02020603050405020304" pitchFamily="18" charset="0"/>
              </a:rPr>
              <a:t>():</a:t>
            </a:r>
          </a:p>
          <a:p>
            <a:pPr lvl="1" algn="just" rtl="0" fontAlgn="base">
              <a:spcBef>
                <a:spcPct val="0"/>
              </a:spcBef>
              <a:spcAft>
                <a:spcPct val="0"/>
              </a:spcAft>
            </a:pPr>
            <a:r>
              <a:rPr lang="en-US" sz="2000" dirty="0">
                <a:solidFill>
                  <a:srgbClr val="0C0D03"/>
                </a:solidFill>
                <a:latin typeface="Times New Roman" panose="02020603050405020304" pitchFamily="18" charset="0"/>
                <a:cs typeface="Times New Roman" panose="02020603050405020304" pitchFamily="18" charset="0"/>
              </a:rPr>
              <a:t>Each plot is drawn separately</a:t>
            </a:r>
          </a:p>
          <a:p>
            <a:pPr lvl="1" algn="just" rtl="0" fontAlgn="base">
              <a:spcBef>
                <a:spcPct val="0"/>
              </a:spcBef>
              <a:spcAft>
                <a:spcPct val="0"/>
              </a:spcAft>
            </a:pPr>
            <a:r>
              <a:rPr lang="en-US" sz="2000" dirty="0">
                <a:solidFill>
                  <a:srgbClr val="0C0D03"/>
                </a:solidFill>
                <a:latin typeface="Times New Roman" panose="02020603050405020304" pitchFamily="18" charset="0"/>
                <a:cs typeface="Times New Roman" panose="02020603050405020304" pitchFamily="18" charset="0"/>
              </a:rPr>
              <a:t>Graphs are clean and readable</a:t>
            </a:r>
          </a:p>
        </p:txBody>
      </p:sp>
      <p:pic>
        <p:nvPicPr>
          <p:cNvPr id="9" name="Picture 8">
            <a:extLst>
              <a:ext uri="{FF2B5EF4-FFF2-40B4-BE49-F238E27FC236}">
                <a16:creationId xmlns:a16="http://schemas.microsoft.com/office/drawing/2014/main" id="{805D0D52-30DA-1565-5A5A-F0DDC4173D0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43608" y="2717266"/>
            <a:ext cx="2986751" cy="567718"/>
          </a:xfrm>
          <a:prstGeom prst="rect">
            <a:avLst/>
          </a:prstGeom>
        </p:spPr>
      </p:pic>
      <p:pic>
        <p:nvPicPr>
          <p:cNvPr id="5" name="Picture 4">
            <a:extLst>
              <a:ext uri="{FF2B5EF4-FFF2-40B4-BE49-F238E27FC236}">
                <a16:creationId xmlns:a16="http://schemas.microsoft.com/office/drawing/2014/main" id="{680EF2D5-69A0-2255-44FD-730F625FD470}"/>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97328384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718316-1666-3095-5A54-9A4DD3A434FF}"/>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32D22925-775A-D110-696C-B0D3CF5DFC19}"/>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76</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94884D99-F652-6572-48D7-6A0C23F769AC}"/>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CAB72B48-CEC3-7FD7-7394-6EBD1EF3B117}"/>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:15</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6DADE3A5-2747-8622-D11F-B9416190EDEA}"/>
              </a:ext>
            </a:extLst>
          </p:cNvPr>
          <p:cNvSpPr/>
          <p:nvPr/>
        </p:nvSpPr>
        <p:spPr bwMode="auto">
          <a:xfrm>
            <a:off x="419510" y="2234915"/>
            <a:ext cx="831332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STEP 15: Data Visualization (EDA) Age Distribution</a:t>
            </a:r>
          </a:p>
          <a:p>
            <a:pPr marL="0" marR="0" indent="0" algn="just" defTabSz="914400" rtl="0" eaLnBrk="1" fontAlgn="base" latinLnBrk="0" hangingPunct="1">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spcBef>
                <a:spcPct val="0"/>
              </a:spcBef>
              <a:spcAft>
                <a:spcPct val="0"/>
              </a:spcAft>
              <a:buClrTx/>
              <a:buSzTx/>
              <a:buFontTx/>
              <a:buNone/>
              <a:tabLst/>
            </a:pPr>
            <a:r>
              <a:rPr lang="en-US" sz="2000" b="1" dirty="0" err="1">
                <a:solidFill>
                  <a:srgbClr val="0C0D03"/>
                </a:solidFill>
                <a:latin typeface="Times New Roman" panose="02020603050405020304" pitchFamily="18" charset="0"/>
                <a:cs typeface="Times New Roman" panose="02020603050405020304" pitchFamily="18" charset="0"/>
              </a:rPr>
              <a:t>plt.figure</a:t>
            </a:r>
            <a:r>
              <a:rPr lang="en-US" sz="2000" b="1" dirty="0">
                <a:solidFill>
                  <a:srgbClr val="0C0D03"/>
                </a:solidFill>
                <a:latin typeface="Times New Roman" panose="02020603050405020304" pitchFamily="18" charset="0"/>
                <a:cs typeface="Times New Roman" panose="02020603050405020304" pitchFamily="18" charset="0"/>
              </a:rPr>
              <a:t>() → opens a new figure</a:t>
            </a:r>
          </a:p>
          <a:p>
            <a:pPr marL="0" marR="0" indent="0" algn="just" defTabSz="914400" rtl="0" eaLnBrk="1" fontAlgn="base" latinLnBrk="0" hangingPunct="1">
              <a:spcBef>
                <a:spcPct val="0"/>
              </a:spcBef>
              <a:spcAft>
                <a:spcPct val="0"/>
              </a:spcAft>
              <a:buClrTx/>
              <a:buSzTx/>
              <a:buFontTx/>
              <a:buNone/>
              <a:tabLst/>
            </a:pPr>
            <a:r>
              <a:rPr lang="en-US" sz="2000" b="1" dirty="0" err="1">
                <a:solidFill>
                  <a:srgbClr val="0C0D03"/>
                </a:solidFill>
                <a:latin typeface="Times New Roman" panose="02020603050405020304" pitchFamily="18" charset="0"/>
                <a:cs typeface="Times New Roman" panose="02020603050405020304" pitchFamily="18" charset="0"/>
              </a:rPr>
              <a:t>sns.histplot</a:t>
            </a:r>
            <a:r>
              <a:rPr lang="en-US" sz="2000" b="1" dirty="0">
                <a:solidFill>
                  <a:srgbClr val="0C0D03"/>
                </a:solidFill>
                <a:latin typeface="Times New Roman" panose="02020603050405020304" pitchFamily="18" charset="0"/>
                <a:cs typeface="Times New Roman" panose="02020603050405020304" pitchFamily="18" charset="0"/>
              </a:rPr>
              <a:t>() → draws the histogram</a:t>
            </a:r>
          </a:p>
          <a:p>
            <a:pPr marL="0" marR="0" indent="0" algn="just" defTabSz="914400" rtl="0" eaLnBrk="1" fontAlgn="base" latinLnBrk="0" hangingPunct="1">
              <a:spcBef>
                <a:spcPct val="0"/>
              </a:spcBef>
              <a:spcAft>
                <a:spcPct val="0"/>
              </a:spcAft>
              <a:buClrTx/>
              <a:buSzTx/>
              <a:buFontTx/>
              <a:buNone/>
              <a:tabLst/>
            </a:pPr>
            <a:r>
              <a:rPr lang="en-US" sz="2000" b="1" dirty="0" err="1">
                <a:solidFill>
                  <a:srgbClr val="0C0D03"/>
                </a:solidFill>
                <a:latin typeface="Times New Roman" panose="02020603050405020304" pitchFamily="18" charset="0"/>
                <a:cs typeface="Times New Roman" panose="02020603050405020304" pitchFamily="18" charset="0"/>
              </a:rPr>
              <a:t>plt.title</a:t>
            </a:r>
            <a:r>
              <a:rPr lang="en-US" sz="2000" b="1" dirty="0">
                <a:solidFill>
                  <a:srgbClr val="0C0D03"/>
                </a:solidFill>
                <a:latin typeface="Times New Roman" panose="02020603050405020304" pitchFamily="18" charset="0"/>
                <a:cs typeface="Times New Roman" panose="02020603050405020304" pitchFamily="18" charset="0"/>
              </a:rPr>
              <a:t>() → adds a title</a:t>
            </a:r>
          </a:p>
          <a:p>
            <a:pPr marL="0" marR="0" indent="0" algn="just" defTabSz="914400" rtl="0" eaLnBrk="1" fontAlgn="base" latinLnBrk="0" hangingPunct="1">
              <a:spcBef>
                <a:spcPct val="0"/>
              </a:spcBef>
              <a:spcAft>
                <a:spcPct val="0"/>
              </a:spcAft>
              <a:buClrTx/>
              <a:buSzTx/>
              <a:buFontTx/>
              <a:buNone/>
              <a:tabLst/>
            </a:pPr>
            <a:r>
              <a:rPr lang="en-US" sz="2000" b="1" dirty="0" err="1">
                <a:solidFill>
                  <a:srgbClr val="0C0D03"/>
                </a:solidFill>
                <a:latin typeface="Times New Roman" panose="02020603050405020304" pitchFamily="18" charset="0"/>
                <a:cs typeface="Times New Roman" panose="02020603050405020304" pitchFamily="18" charset="0"/>
              </a:rPr>
              <a:t>plt.show</a:t>
            </a:r>
            <a:r>
              <a:rPr lang="en-US" sz="2000" b="1" dirty="0">
                <a:solidFill>
                  <a:srgbClr val="0C0D03"/>
                </a:solidFill>
                <a:latin typeface="Times New Roman" panose="02020603050405020304" pitchFamily="18" charset="0"/>
                <a:cs typeface="Times New Roman" panose="02020603050405020304" pitchFamily="18" charset="0"/>
              </a:rPr>
              <a:t>() → displays the figure</a:t>
            </a:r>
          </a:p>
          <a:p>
            <a:pPr marL="0" marR="0" indent="0" algn="just" defTabSz="914400" rtl="0" eaLnBrk="1" fontAlgn="base" latinLnBrk="0" hangingPunct="1">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p:txBody>
      </p:sp>
      <p:pic>
        <p:nvPicPr>
          <p:cNvPr id="6" name="Picture 5">
            <a:extLst>
              <a:ext uri="{FF2B5EF4-FFF2-40B4-BE49-F238E27FC236}">
                <a16:creationId xmlns:a16="http://schemas.microsoft.com/office/drawing/2014/main" id="{743E3E04-7126-62A2-F119-D0C9406EABB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1559" y="2794868"/>
            <a:ext cx="4612195" cy="1542071"/>
          </a:xfrm>
          <a:prstGeom prst="rect">
            <a:avLst/>
          </a:prstGeom>
        </p:spPr>
      </p:pic>
      <p:pic>
        <p:nvPicPr>
          <p:cNvPr id="5" name="Picture 4">
            <a:extLst>
              <a:ext uri="{FF2B5EF4-FFF2-40B4-BE49-F238E27FC236}">
                <a16:creationId xmlns:a16="http://schemas.microsoft.com/office/drawing/2014/main" id="{4FFA65F1-2C8E-2E0A-73C6-52B7FCD273F4}"/>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417268220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B14BA6-63AC-D870-D9F8-0B082B283F29}"/>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FE2F17D8-6F52-CBB1-89E0-2141D93C3930}"/>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77</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BC2B4422-16D8-F699-68B5-2F1DA941571C}"/>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FF00E5E1-627C-35CB-D3E1-443172A7C0B6}"/>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:15</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9FAADD4F-A3B0-37ED-246E-3DE82930FD0C}"/>
              </a:ext>
            </a:extLst>
          </p:cNvPr>
          <p:cNvSpPr/>
          <p:nvPr/>
        </p:nvSpPr>
        <p:spPr bwMode="auto">
          <a:xfrm>
            <a:off x="419510" y="2234915"/>
            <a:ext cx="831332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STEP 15: Data Visualization (EDA) Age Distribution</a:t>
            </a:r>
          </a:p>
          <a:p>
            <a:pPr marL="0" marR="0" indent="0" algn="just" defTabSz="914400" rtl="0" eaLnBrk="1" fontAlgn="base" latinLnBrk="0" hangingPunct="1">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 </a:t>
            </a:r>
          </a:p>
        </p:txBody>
      </p:sp>
      <p:pic>
        <p:nvPicPr>
          <p:cNvPr id="1028" name="Picture 4">
            <a:extLst>
              <a:ext uri="{FF2B5EF4-FFF2-40B4-BE49-F238E27FC236}">
                <a16:creationId xmlns:a16="http://schemas.microsoft.com/office/drawing/2014/main" id="{E76CC0B0-704F-D577-DEC2-CC6BAFB5EB1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139952" y="2671965"/>
            <a:ext cx="4392488" cy="350014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5990DE99-693D-2109-6A49-567C31DBE0D0}"/>
              </a:ext>
            </a:extLst>
          </p:cNvPr>
          <p:cNvSpPr txBox="1"/>
          <p:nvPr/>
        </p:nvSpPr>
        <p:spPr>
          <a:xfrm>
            <a:off x="387970" y="2983160"/>
            <a:ext cx="3856487" cy="2554545"/>
          </a:xfrm>
          <a:prstGeom prst="rect">
            <a:avLst/>
          </a:prstGeom>
          <a:noFill/>
        </p:spPr>
        <p:txBody>
          <a:bodyPr wrap="square" rtlCol="0">
            <a:spAutoFit/>
          </a:bodyPr>
          <a:lstStyle/>
          <a:p>
            <a:pPr algn="l"/>
            <a:r>
              <a:rPr lang="en-US" sz="2000" dirty="0">
                <a:solidFill>
                  <a:srgbClr val="0C0D03"/>
                </a:solidFill>
                <a:latin typeface="Times New Roman" panose="02020603050405020304" pitchFamily="18" charset="0"/>
                <a:cs typeface="Times New Roman" panose="02020603050405020304" pitchFamily="18" charset="0"/>
              </a:rPr>
              <a:t>This chart shows the distribution of patient ages in the heart disease dataset.</a:t>
            </a:r>
            <a:br>
              <a:rPr lang="en-US" sz="2000" dirty="0">
                <a:solidFill>
                  <a:srgbClr val="0C0D03"/>
                </a:solidFill>
                <a:latin typeface="Times New Roman" panose="02020603050405020304" pitchFamily="18" charset="0"/>
                <a:cs typeface="Times New Roman" panose="02020603050405020304" pitchFamily="18" charset="0"/>
              </a:rPr>
            </a:br>
            <a:r>
              <a:rPr lang="en-US" sz="2000" dirty="0">
                <a:solidFill>
                  <a:srgbClr val="0C0D03"/>
                </a:solidFill>
                <a:latin typeface="Times New Roman" panose="02020603050405020304" pitchFamily="18" charset="0"/>
                <a:cs typeface="Times New Roman" panose="02020603050405020304" pitchFamily="18" charset="0"/>
              </a:rPr>
              <a:t>The histogram represents the frequency of patients within different age ranges, while the smooth curve (KDE) illustrates the overall age distribution trend.</a:t>
            </a:r>
          </a:p>
        </p:txBody>
      </p:sp>
      <p:pic>
        <p:nvPicPr>
          <p:cNvPr id="6" name="Picture 5">
            <a:extLst>
              <a:ext uri="{FF2B5EF4-FFF2-40B4-BE49-F238E27FC236}">
                <a16:creationId xmlns:a16="http://schemas.microsoft.com/office/drawing/2014/main" id="{7285301F-2BC2-3213-CD32-71AC86CAAFFC}"/>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294578442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E019ED-C2D9-54E8-66A9-C36162943624}"/>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2CFA7BA6-4259-CCA5-6E4A-45CC7BB8E75A}"/>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78</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E54B5916-7BBA-F1BD-7EC8-AC1BCF0D5581}"/>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9AFF388C-5F9D-90F4-3EC4-4621154BF8B7}"/>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:15</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8843F12E-8E62-6F2E-FEFE-B01A234A489D}"/>
              </a:ext>
            </a:extLst>
          </p:cNvPr>
          <p:cNvSpPr/>
          <p:nvPr/>
        </p:nvSpPr>
        <p:spPr bwMode="auto">
          <a:xfrm>
            <a:off x="419510" y="2234915"/>
            <a:ext cx="831332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STEP 15: Data Visualization (EDA) Age Distribution</a:t>
            </a:r>
          </a:p>
          <a:p>
            <a:pPr marL="0" marR="0" indent="0" algn="just" defTabSz="914400" rtl="0" eaLnBrk="1" fontAlgn="base" latinLnBrk="0" hangingPunct="1">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 </a:t>
            </a:r>
          </a:p>
        </p:txBody>
      </p:sp>
      <p:pic>
        <p:nvPicPr>
          <p:cNvPr id="1028" name="Picture 4">
            <a:extLst>
              <a:ext uri="{FF2B5EF4-FFF2-40B4-BE49-F238E27FC236}">
                <a16:creationId xmlns:a16="http://schemas.microsoft.com/office/drawing/2014/main" id="{B0189E93-F9E6-52F9-4071-D4812AE2800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21454" y="2699978"/>
            <a:ext cx="2303036" cy="2529222"/>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A6020F7F-26B4-3A3F-0025-AE3B256FC1F8}"/>
              </a:ext>
            </a:extLst>
          </p:cNvPr>
          <p:cNvSpPr txBox="1"/>
          <p:nvPr/>
        </p:nvSpPr>
        <p:spPr>
          <a:xfrm>
            <a:off x="419510" y="2845138"/>
            <a:ext cx="6033484" cy="3477875"/>
          </a:xfrm>
          <a:prstGeom prst="rect">
            <a:avLst/>
          </a:prstGeom>
          <a:noFill/>
        </p:spPr>
        <p:txBody>
          <a:bodyPr wrap="square" rtlCol="0">
            <a:spAutoFit/>
          </a:bodyPr>
          <a:lstStyle/>
          <a:p>
            <a:pPr algn="l"/>
            <a:r>
              <a:rPr lang="en-US" sz="2000" b="1" dirty="0">
                <a:solidFill>
                  <a:srgbClr val="0C0D03"/>
                </a:solidFill>
                <a:latin typeface="Times New Roman" panose="02020603050405020304" pitchFamily="18" charset="0"/>
                <a:cs typeface="Times New Roman" panose="02020603050405020304" pitchFamily="18" charset="0"/>
              </a:rPr>
              <a:t>Key observations:</a:t>
            </a:r>
          </a:p>
          <a:p>
            <a:pPr algn="l"/>
            <a:r>
              <a:rPr lang="en-US" sz="2000" dirty="0">
                <a:solidFill>
                  <a:srgbClr val="0C0D03"/>
                </a:solidFill>
                <a:latin typeface="Times New Roman" panose="02020603050405020304" pitchFamily="18" charset="0"/>
                <a:cs typeface="Times New Roman" panose="02020603050405020304" pitchFamily="18" charset="0"/>
              </a:rPr>
              <a:t>Most patients are between 45 and 65 years old.</a:t>
            </a:r>
          </a:p>
          <a:p>
            <a:pPr algn="l"/>
            <a:r>
              <a:rPr lang="en-US" sz="2000" dirty="0">
                <a:solidFill>
                  <a:srgbClr val="0C0D03"/>
                </a:solidFill>
                <a:latin typeface="Times New Roman" panose="02020603050405020304" pitchFamily="18" charset="0"/>
                <a:cs typeface="Times New Roman" panose="02020603050405020304" pitchFamily="18" charset="0"/>
              </a:rPr>
              <a:t>The distribution is approximately normal (bell-shaped).</a:t>
            </a:r>
          </a:p>
          <a:p>
            <a:pPr algn="l"/>
            <a:r>
              <a:rPr lang="en-US" sz="2000" dirty="0">
                <a:solidFill>
                  <a:srgbClr val="0C0D03"/>
                </a:solidFill>
                <a:latin typeface="Times New Roman" panose="02020603050405020304" pitchFamily="18" charset="0"/>
                <a:cs typeface="Times New Roman" panose="02020603050405020304" pitchFamily="18" charset="0"/>
              </a:rPr>
              <a:t>Very few patients are younger than 30 or older than 75.</a:t>
            </a:r>
          </a:p>
          <a:p>
            <a:pPr algn="l"/>
            <a:r>
              <a:rPr lang="en-US" sz="2000" b="1" dirty="0">
                <a:solidFill>
                  <a:srgbClr val="0C0D03"/>
                </a:solidFill>
                <a:latin typeface="Times New Roman" panose="02020603050405020304" pitchFamily="18" charset="0"/>
                <a:cs typeface="Times New Roman" panose="02020603050405020304" pitchFamily="18" charset="0"/>
              </a:rPr>
              <a:t>Relevance to classification:</a:t>
            </a:r>
            <a:br>
              <a:rPr lang="en-US" sz="2000" dirty="0">
                <a:solidFill>
                  <a:srgbClr val="0C0D03"/>
                </a:solidFill>
                <a:latin typeface="Times New Roman" panose="02020603050405020304" pitchFamily="18" charset="0"/>
                <a:cs typeface="Times New Roman" panose="02020603050405020304" pitchFamily="18" charset="0"/>
              </a:rPr>
            </a:br>
            <a:r>
              <a:rPr lang="en-US" sz="2000" dirty="0">
                <a:solidFill>
                  <a:srgbClr val="0C0D03"/>
                </a:solidFill>
                <a:latin typeface="Times New Roman" panose="02020603050405020304" pitchFamily="18" charset="0"/>
                <a:cs typeface="Times New Roman" panose="02020603050405020304" pitchFamily="18" charset="0"/>
              </a:rPr>
              <a:t>Age is an important feature in heart disease prediction, as the likelihood of heart disease generally increases with age. Understanding the age distribution helps ensure that the classification model is trained on a representative population and can learn meaningful patterns related to age</a:t>
            </a:r>
          </a:p>
        </p:txBody>
      </p:sp>
      <p:pic>
        <p:nvPicPr>
          <p:cNvPr id="6" name="Picture 5">
            <a:extLst>
              <a:ext uri="{FF2B5EF4-FFF2-40B4-BE49-F238E27FC236}">
                <a16:creationId xmlns:a16="http://schemas.microsoft.com/office/drawing/2014/main" id="{052CC92D-7B62-E821-ED36-BDC2A2355BFD}"/>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196617966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8A7DC4-F1AB-FA4D-00A1-49695EBF528A}"/>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9B896785-E703-7AD0-D973-5805362DE7A7}"/>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79</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A7F5CDEB-AD7A-4DF4-917D-D47910AE3C1D}"/>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A7022E21-5A94-AFF3-5BFB-CD30C94C673B}"/>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:15</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3F5A3CA8-3978-6539-A406-3CF638846249}"/>
              </a:ext>
            </a:extLst>
          </p:cNvPr>
          <p:cNvSpPr/>
          <p:nvPr/>
        </p:nvSpPr>
        <p:spPr bwMode="auto">
          <a:xfrm>
            <a:off x="419510" y="2234915"/>
            <a:ext cx="831332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STEP 15: Data Visualization (EDA)</a:t>
            </a:r>
          </a:p>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Age Distribution</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Shows age distribution and density.</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p:txBody>
      </p:sp>
      <p:pic>
        <p:nvPicPr>
          <p:cNvPr id="7" name="Picture 6">
            <a:extLst>
              <a:ext uri="{FF2B5EF4-FFF2-40B4-BE49-F238E27FC236}">
                <a16:creationId xmlns:a16="http://schemas.microsoft.com/office/drawing/2014/main" id="{665564AB-7DB0-3C27-5146-A63736ADCCA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1560" y="3184231"/>
            <a:ext cx="6659383" cy="748245"/>
          </a:xfrm>
          <a:prstGeom prst="rect">
            <a:avLst/>
          </a:prstGeom>
        </p:spPr>
      </p:pic>
      <p:pic>
        <p:nvPicPr>
          <p:cNvPr id="5" name="Picture 4">
            <a:extLst>
              <a:ext uri="{FF2B5EF4-FFF2-40B4-BE49-F238E27FC236}">
                <a16:creationId xmlns:a16="http://schemas.microsoft.com/office/drawing/2014/main" id="{E1834023-FD3D-EF0B-36E4-5C1F3D43BF76}"/>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405349511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84FE69-1E7A-A81B-37B2-DBCA8353BA79}"/>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9B63B894-D4C3-3E14-33F2-3600582BAE17}"/>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80</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51D0FE97-6DDC-A757-8EB5-F2FE1B7C50C2}"/>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C8FC0676-77C9-2713-3F37-B0A7914089C3}"/>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:15</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485661B7-AB6D-0ADA-0803-28F04C69BA31}"/>
              </a:ext>
            </a:extLst>
          </p:cNvPr>
          <p:cNvSpPr/>
          <p:nvPr/>
        </p:nvSpPr>
        <p:spPr bwMode="auto">
          <a:xfrm>
            <a:off x="419510" y="2234915"/>
            <a:ext cx="831332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STEP 15: Data Visualization (EDA)</a:t>
            </a:r>
          </a:p>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Blood Pressure vs FBS</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Compares blood pressure by sugar level.</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p:txBody>
      </p:sp>
      <p:pic>
        <p:nvPicPr>
          <p:cNvPr id="6" name="Picture 5">
            <a:extLst>
              <a:ext uri="{FF2B5EF4-FFF2-40B4-BE49-F238E27FC236}">
                <a16:creationId xmlns:a16="http://schemas.microsoft.com/office/drawing/2014/main" id="{604E80C1-D648-55CD-8001-1C8160EC52B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3568" y="3320195"/>
            <a:ext cx="6336704" cy="872823"/>
          </a:xfrm>
          <a:prstGeom prst="rect">
            <a:avLst/>
          </a:prstGeom>
        </p:spPr>
      </p:pic>
      <p:pic>
        <p:nvPicPr>
          <p:cNvPr id="5" name="Picture 4">
            <a:extLst>
              <a:ext uri="{FF2B5EF4-FFF2-40B4-BE49-F238E27FC236}">
                <a16:creationId xmlns:a16="http://schemas.microsoft.com/office/drawing/2014/main" id="{FD06BD56-89F5-C425-8035-A4A8C8BC70E9}"/>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319211719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6D6701-480B-9318-557C-8C7CA1AB27B4}"/>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6E7C9521-D2AE-A75E-BD78-02573918A818}"/>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81</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F2217060-9472-1B70-318D-3C80D569E772}"/>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251594CB-6154-B853-DAE0-9DB68810B767}"/>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:15</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1BF11114-C46B-469B-EC79-2C08AAE857F6}"/>
              </a:ext>
            </a:extLst>
          </p:cNvPr>
          <p:cNvSpPr/>
          <p:nvPr/>
        </p:nvSpPr>
        <p:spPr bwMode="auto">
          <a:xfrm>
            <a:off x="419510" y="2234915"/>
            <a:ext cx="831332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STEP 15: Data Visualization (EDA)</a:t>
            </a:r>
          </a:p>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Blood Pressure vs FBS</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 </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p:txBody>
      </p:sp>
      <p:pic>
        <p:nvPicPr>
          <p:cNvPr id="2050" name="Picture 2">
            <a:extLst>
              <a:ext uri="{FF2B5EF4-FFF2-40B4-BE49-F238E27FC236}">
                <a16:creationId xmlns:a16="http://schemas.microsoft.com/office/drawing/2014/main" id="{4B531DF6-691A-17BD-5D4F-B9D49F609BD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52826" y="2759946"/>
            <a:ext cx="4171664" cy="3324181"/>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1A80C24E-C637-D955-FC8D-89242174E77E}"/>
              </a:ext>
            </a:extLst>
          </p:cNvPr>
          <p:cNvSpPr txBox="1"/>
          <p:nvPr/>
        </p:nvSpPr>
        <p:spPr>
          <a:xfrm>
            <a:off x="421078" y="3212976"/>
            <a:ext cx="3720442" cy="1631216"/>
          </a:xfrm>
          <a:prstGeom prst="rect">
            <a:avLst/>
          </a:prstGeom>
          <a:noFill/>
        </p:spPr>
        <p:txBody>
          <a:bodyPr wrap="square" rtlCol="0">
            <a:spAutoFit/>
          </a:bodyPr>
          <a:lstStyle/>
          <a:p>
            <a:pPr algn="l"/>
            <a:r>
              <a:rPr lang="en-US" sz="2000" dirty="0">
                <a:solidFill>
                  <a:srgbClr val="0C0D03"/>
                </a:solidFill>
                <a:latin typeface="Times New Roman" panose="02020603050405020304" pitchFamily="18" charset="0"/>
                <a:cs typeface="Times New Roman" panose="02020603050405020304" pitchFamily="18" charset="0"/>
              </a:rPr>
              <a:t>This box plot compares resting blood pressure (</a:t>
            </a:r>
            <a:r>
              <a:rPr lang="en-US" sz="2000" dirty="0" err="1">
                <a:solidFill>
                  <a:srgbClr val="0C0D03"/>
                </a:solidFill>
                <a:latin typeface="Times New Roman" panose="02020603050405020304" pitchFamily="18" charset="0"/>
                <a:cs typeface="Times New Roman" panose="02020603050405020304" pitchFamily="18" charset="0"/>
              </a:rPr>
              <a:t>trestbps</a:t>
            </a:r>
            <a:r>
              <a:rPr lang="en-US" sz="2000" dirty="0">
                <a:solidFill>
                  <a:srgbClr val="0C0D03"/>
                </a:solidFill>
                <a:latin typeface="Times New Roman" panose="02020603050405020304" pitchFamily="18" charset="0"/>
                <a:cs typeface="Times New Roman" panose="02020603050405020304" pitchFamily="18" charset="0"/>
              </a:rPr>
              <a:t>) between patients with normal fasting blood sugar and those with elevated fasting blood sugar (</a:t>
            </a:r>
            <a:r>
              <a:rPr lang="en-US" sz="2000" dirty="0" err="1">
                <a:solidFill>
                  <a:srgbClr val="0C0D03"/>
                </a:solidFill>
                <a:latin typeface="Times New Roman" panose="02020603050405020304" pitchFamily="18" charset="0"/>
                <a:cs typeface="Times New Roman" panose="02020603050405020304" pitchFamily="18" charset="0"/>
              </a:rPr>
              <a:t>fbs</a:t>
            </a:r>
            <a:r>
              <a:rPr lang="en-US" sz="2000" dirty="0">
                <a:solidFill>
                  <a:srgbClr val="0C0D03"/>
                </a:solidFill>
                <a:latin typeface="Times New Roman" panose="02020603050405020304" pitchFamily="18" charset="0"/>
                <a:cs typeface="Times New Roman" panose="02020603050405020304" pitchFamily="18" charset="0"/>
              </a:rPr>
              <a:t>).</a:t>
            </a:r>
          </a:p>
        </p:txBody>
      </p:sp>
      <p:pic>
        <p:nvPicPr>
          <p:cNvPr id="6" name="Picture 5">
            <a:extLst>
              <a:ext uri="{FF2B5EF4-FFF2-40B4-BE49-F238E27FC236}">
                <a16:creationId xmlns:a16="http://schemas.microsoft.com/office/drawing/2014/main" id="{C6D5E247-66E1-D429-49C1-EBF3A99ED6F1}"/>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347119490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F8FBA-F3DD-4FF1-CA9F-CA45439BEE65}"/>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4C3DEEA2-71CE-6F54-041F-1143B01C28EC}"/>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82</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26B7285E-F5EF-B0AE-D041-41CD457BD74B}"/>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A58192E5-D461-1984-2E1B-468EE52F9711}"/>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:15</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4D88E953-DD0E-FFB3-2748-25C791EF3A21}"/>
              </a:ext>
            </a:extLst>
          </p:cNvPr>
          <p:cNvSpPr/>
          <p:nvPr/>
        </p:nvSpPr>
        <p:spPr bwMode="auto">
          <a:xfrm>
            <a:off x="419510" y="2234915"/>
            <a:ext cx="831332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STEP 15: Data Visualization (EDA)</a:t>
            </a: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Blood Pressure vs FBS</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 </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p:txBody>
      </p:sp>
      <p:pic>
        <p:nvPicPr>
          <p:cNvPr id="2050" name="Picture 2">
            <a:extLst>
              <a:ext uri="{FF2B5EF4-FFF2-40B4-BE49-F238E27FC236}">
                <a16:creationId xmlns:a16="http://schemas.microsoft.com/office/drawing/2014/main" id="{91700E39-0A9A-F902-1CE1-05E91E76B20A}"/>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39785" y="2070223"/>
            <a:ext cx="1999869" cy="1593591"/>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68AF7C95-9FA5-71E9-12B1-BDEE778AFF48}"/>
              </a:ext>
            </a:extLst>
          </p:cNvPr>
          <p:cNvSpPr txBox="1"/>
          <p:nvPr/>
        </p:nvSpPr>
        <p:spPr>
          <a:xfrm>
            <a:off x="419510" y="3106698"/>
            <a:ext cx="8472971" cy="3477875"/>
          </a:xfrm>
          <a:prstGeom prst="rect">
            <a:avLst/>
          </a:prstGeom>
          <a:noFill/>
        </p:spPr>
        <p:txBody>
          <a:bodyPr wrap="square" rtlCol="0">
            <a:spAutoFit/>
          </a:bodyPr>
          <a:lstStyle/>
          <a:p>
            <a:pPr algn="l"/>
            <a:r>
              <a:rPr lang="en-US" sz="2000" b="1" dirty="0">
                <a:solidFill>
                  <a:srgbClr val="0C0D03"/>
                </a:solidFill>
                <a:latin typeface="Times New Roman" panose="02020603050405020304" pitchFamily="18" charset="0"/>
                <a:cs typeface="Times New Roman" panose="02020603050405020304" pitchFamily="18" charset="0"/>
              </a:rPr>
              <a:t>Key observations:</a:t>
            </a:r>
          </a:p>
          <a:p>
            <a:pPr algn="l"/>
            <a:r>
              <a:rPr lang="en-US" sz="2000" dirty="0">
                <a:solidFill>
                  <a:srgbClr val="0C0D03"/>
                </a:solidFill>
                <a:latin typeface="Times New Roman" panose="02020603050405020304" pitchFamily="18" charset="0"/>
                <a:cs typeface="Times New Roman" panose="02020603050405020304" pitchFamily="18" charset="0"/>
              </a:rPr>
              <a:t>Patients with high fasting blood sugar (</a:t>
            </a:r>
            <a:r>
              <a:rPr lang="en-US" sz="2000" dirty="0" err="1">
                <a:solidFill>
                  <a:srgbClr val="0C0D03"/>
                </a:solidFill>
                <a:latin typeface="Times New Roman" panose="02020603050405020304" pitchFamily="18" charset="0"/>
                <a:cs typeface="Times New Roman" panose="02020603050405020304" pitchFamily="18" charset="0"/>
              </a:rPr>
              <a:t>fbs</a:t>
            </a:r>
            <a:r>
              <a:rPr lang="en-US" sz="2000" dirty="0">
                <a:solidFill>
                  <a:srgbClr val="0C0D03"/>
                </a:solidFill>
                <a:latin typeface="Times New Roman" panose="02020603050405020304" pitchFamily="18" charset="0"/>
                <a:cs typeface="Times New Roman" panose="02020603050405020304" pitchFamily="18" charset="0"/>
              </a:rPr>
              <a:t> = True) tend to have a higher median resting blood pressure.</a:t>
            </a:r>
          </a:p>
          <a:p>
            <a:pPr algn="l"/>
            <a:r>
              <a:rPr lang="en-US" sz="2000" dirty="0">
                <a:solidFill>
                  <a:srgbClr val="0C0D03"/>
                </a:solidFill>
                <a:latin typeface="Times New Roman" panose="02020603050405020304" pitchFamily="18" charset="0"/>
                <a:cs typeface="Times New Roman" panose="02020603050405020304" pitchFamily="18" charset="0"/>
              </a:rPr>
              <a:t>The blood pressure values for the high-FBS group show greater variability.</a:t>
            </a:r>
          </a:p>
          <a:p>
            <a:pPr algn="l"/>
            <a:r>
              <a:rPr lang="en-US" sz="2000" dirty="0">
                <a:solidFill>
                  <a:srgbClr val="0C0D03"/>
                </a:solidFill>
                <a:latin typeface="Times New Roman" panose="02020603050405020304" pitchFamily="18" charset="0"/>
                <a:cs typeface="Times New Roman" panose="02020603050405020304" pitchFamily="18" charset="0"/>
              </a:rPr>
              <a:t>Outliers are present in both groups, indicating unusually high or low blood pressure readings.</a:t>
            </a:r>
          </a:p>
          <a:p>
            <a:pPr algn="l"/>
            <a:r>
              <a:rPr lang="en-US" sz="2000" b="1" dirty="0">
                <a:solidFill>
                  <a:srgbClr val="0C0D03"/>
                </a:solidFill>
                <a:latin typeface="Times New Roman" panose="02020603050405020304" pitchFamily="18" charset="0"/>
                <a:cs typeface="Times New Roman" panose="02020603050405020304" pitchFamily="18" charset="0"/>
              </a:rPr>
              <a:t>Relevance to classification:</a:t>
            </a:r>
            <a:br>
              <a:rPr lang="en-US" sz="2000" dirty="0">
                <a:solidFill>
                  <a:srgbClr val="0C0D03"/>
                </a:solidFill>
                <a:latin typeface="Times New Roman" panose="02020603050405020304" pitchFamily="18" charset="0"/>
                <a:cs typeface="Times New Roman" panose="02020603050405020304" pitchFamily="18" charset="0"/>
              </a:rPr>
            </a:br>
            <a:r>
              <a:rPr lang="en-US" sz="2000" dirty="0">
                <a:solidFill>
                  <a:srgbClr val="0C0D03"/>
                </a:solidFill>
                <a:latin typeface="Times New Roman" panose="02020603050405020304" pitchFamily="18" charset="0"/>
                <a:cs typeface="Times New Roman" panose="02020603050405020304" pitchFamily="18" charset="0"/>
              </a:rPr>
              <a:t>This visualization suggests a relationship between blood sugar levels and blood pressure, both of which are important risk factors for heart disease. Such patterns help the classification model learn how combinations of medical features contribute to the prediction of heart disease.</a:t>
            </a:r>
          </a:p>
        </p:txBody>
      </p:sp>
      <p:pic>
        <p:nvPicPr>
          <p:cNvPr id="6" name="Picture 5">
            <a:extLst>
              <a:ext uri="{FF2B5EF4-FFF2-40B4-BE49-F238E27FC236}">
                <a16:creationId xmlns:a16="http://schemas.microsoft.com/office/drawing/2014/main" id="{D00D3FF9-35D1-8DD9-B1AF-1E86B5A3E9D8}"/>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17183586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26A4E4-D098-E5D6-C500-A7516EEBBAB7}"/>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A2A26B6B-008D-1CE9-2E1F-20FCB46D6444}"/>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83</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22B67B45-5586-521B-E2B4-5525F70A847C}"/>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AA610202-CBA8-ED8C-CB2B-99A097C628CB}"/>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:15</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F31F8296-8304-30C9-C913-CEB45620C4AC}"/>
              </a:ext>
            </a:extLst>
          </p:cNvPr>
          <p:cNvSpPr/>
          <p:nvPr/>
        </p:nvSpPr>
        <p:spPr bwMode="auto">
          <a:xfrm>
            <a:off x="419510" y="2234915"/>
            <a:ext cx="831332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STEP 15: Data Visualization (EDA)</a:t>
            </a:r>
          </a:p>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Cholesterol vs Heart Rate</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Visualizes relationship between cholesterol and heart rate.</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p:txBody>
      </p:sp>
      <p:pic>
        <p:nvPicPr>
          <p:cNvPr id="7" name="Picture 6">
            <a:extLst>
              <a:ext uri="{FF2B5EF4-FFF2-40B4-BE49-F238E27FC236}">
                <a16:creationId xmlns:a16="http://schemas.microsoft.com/office/drawing/2014/main" id="{5F449325-DBBA-4E8D-F0F6-0DB9C4986E3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0575" y="3123956"/>
            <a:ext cx="7164777" cy="665084"/>
          </a:xfrm>
          <a:prstGeom prst="rect">
            <a:avLst/>
          </a:prstGeom>
        </p:spPr>
      </p:pic>
      <p:pic>
        <p:nvPicPr>
          <p:cNvPr id="5" name="Picture 4">
            <a:extLst>
              <a:ext uri="{FF2B5EF4-FFF2-40B4-BE49-F238E27FC236}">
                <a16:creationId xmlns:a16="http://schemas.microsoft.com/office/drawing/2014/main" id="{BBFCAA84-D3B4-B799-D8D3-9D9E7CB24F80}"/>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210824189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6E153-268A-3F7A-6A68-942B6EFB51D4}"/>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E99B3D44-F7D7-532C-3F39-C4B9F9CF7496}"/>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84</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94278EEA-0318-0895-DF3B-A2D94B53D1D5}"/>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2A7E8744-ACAF-A4A0-61E0-921931603A20}"/>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:15</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EE02FDA8-F355-6F99-F1B9-363B61A0AEFC}"/>
              </a:ext>
            </a:extLst>
          </p:cNvPr>
          <p:cNvSpPr/>
          <p:nvPr/>
        </p:nvSpPr>
        <p:spPr bwMode="auto">
          <a:xfrm>
            <a:off x="419510" y="2234915"/>
            <a:ext cx="831332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STEP 15: Data Visualization (EDA)</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p:txBody>
      </p:sp>
      <p:pic>
        <p:nvPicPr>
          <p:cNvPr id="3074" name="Picture 2">
            <a:extLst>
              <a:ext uri="{FF2B5EF4-FFF2-40B4-BE49-F238E27FC236}">
                <a16:creationId xmlns:a16="http://schemas.microsoft.com/office/drawing/2014/main" id="{086F0697-9F55-0ECA-2CD4-3FE9D3C531B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93042" y="2706998"/>
            <a:ext cx="4031448" cy="3456717"/>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4F9885E5-14D5-9174-C9C3-DFFCD4CD840D}"/>
              </a:ext>
            </a:extLst>
          </p:cNvPr>
          <p:cNvSpPr txBox="1"/>
          <p:nvPr/>
        </p:nvSpPr>
        <p:spPr>
          <a:xfrm>
            <a:off x="419510" y="2983160"/>
            <a:ext cx="4273532" cy="1938992"/>
          </a:xfrm>
          <a:prstGeom prst="rect">
            <a:avLst/>
          </a:prstGeom>
          <a:noFill/>
        </p:spPr>
        <p:txBody>
          <a:bodyPr wrap="square" rtlCol="0">
            <a:spAutoFit/>
          </a:bodyPr>
          <a:lstStyle/>
          <a:p>
            <a:pPr algn="l"/>
            <a:r>
              <a:rPr lang="en-US" sz="2000" dirty="0">
                <a:solidFill>
                  <a:srgbClr val="0C0D03"/>
                </a:solidFill>
                <a:latin typeface="Times New Roman" panose="02020603050405020304" pitchFamily="18" charset="0"/>
                <a:cs typeface="Times New Roman" panose="02020603050405020304" pitchFamily="18" charset="0"/>
              </a:rPr>
              <a:t>This scatter plot shows the relationship between cholesterol level (</a:t>
            </a:r>
            <a:r>
              <a:rPr lang="en-US" sz="2000" dirty="0" err="1">
                <a:solidFill>
                  <a:srgbClr val="0C0D03"/>
                </a:solidFill>
                <a:latin typeface="Times New Roman" panose="02020603050405020304" pitchFamily="18" charset="0"/>
                <a:cs typeface="Times New Roman" panose="02020603050405020304" pitchFamily="18" charset="0"/>
              </a:rPr>
              <a:t>chol</a:t>
            </a:r>
            <a:r>
              <a:rPr lang="en-US" sz="2000" dirty="0">
                <a:solidFill>
                  <a:srgbClr val="0C0D03"/>
                </a:solidFill>
                <a:latin typeface="Times New Roman" panose="02020603050405020304" pitchFamily="18" charset="0"/>
                <a:cs typeface="Times New Roman" panose="02020603050405020304" pitchFamily="18" charset="0"/>
              </a:rPr>
              <a:t>) and maximum heart rate achieved (</a:t>
            </a:r>
            <a:r>
              <a:rPr lang="en-US" sz="2000" dirty="0" err="1">
                <a:solidFill>
                  <a:srgbClr val="0C0D03"/>
                </a:solidFill>
                <a:latin typeface="Times New Roman" panose="02020603050405020304" pitchFamily="18" charset="0"/>
                <a:cs typeface="Times New Roman" panose="02020603050405020304" pitchFamily="18" charset="0"/>
              </a:rPr>
              <a:t>thalach</a:t>
            </a:r>
            <a:r>
              <a:rPr lang="en-US" sz="2000" dirty="0">
                <a:solidFill>
                  <a:srgbClr val="0C0D03"/>
                </a:solidFill>
                <a:latin typeface="Times New Roman" panose="02020603050405020304" pitchFamily="18" charset="0"/>
                <a:cs typeface="Times New Roman" panose="02020603050405020304" pitchFamily="18" charset="0"/>
              </a:rPr>
              <a:t>), with points colored based on the presence of exercise-induced angina (</a:t>
            </a:r>
            <a:r>
              <a:rPr lang="en-US" sz="2000" dirty="0" err="1">
                <a:solidFill>
                  <a:srgbClr val="0C0D03"/>
                </a:solidFill>
                <a:latin typeface="Times New Roman" panose="02020603050405020304" pitchFamily="18" charset="0"/>
                <a:cs typeface="Times New Roman" panose="02020603050405020304" pitchFamily="18" charset="0"/>
              </a:rPr>
              <a:t>exang</a:t>
            </a:r>
            <a:r>
              <a:rPr lang="en-US" sz="2000" dirty="0">
                <a:solidFill>
                  <a:srgbClr val="0C0D03"/>
                </a:solidFill>
                <a:latin typeface="Times New Roman" panose="02020603050405020304" pitchFamily="18" charset="0"/>
                <a:cs typeface="Times New Roman" panose="02020603050405020304" pitchFamily="18" charset="0"/>
              </a:rPr>
              <a:t>).</a:t>
            </a:r>
          </a:p>
        </p:txBody>
      </p:sp>
      <p:pic>
        <p:nvPicPr>
          <p:cNvPr id="6" name="Picture 5">
            <a:extLst>
              <a:ext uri="{FF2B5EF4-FFF2-40B4-BE49-F238E27FC236}">
                <a16:creationId xmlns:a16="http://schemas.microsoft.com/office/drawing/2014/main" id="{4BE35C86-93CD-6502-41A9-ACF48D87AEF7}"/>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83494638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6670E5-3961-CE4A-AECD-BB2E680C0652}"/>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3F457127-7943-672F-946B-340A135BA913}"/>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85</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1C561676-54A0-8486-FF58-C1F472A8421E}"/>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37C273BE-0644-D857-C3D1-DF19C7454B95}"/>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:15</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F188A83A-8C2A-EAAA-E41C-B39CD38526E8}"/>
              </a:ext>
            </a:extLst>
          </p:cNvPr>
          <p:cNvSpPr/>
          <p:nvPr/>
        </p:nvSpPr>
        <p:spPr bwMode="auto">
          <a:xfrm>
            <a:off x="419510" y="2234915"/>
            <a:ext cx="831332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STEP 15: Data Visualization (EDA)</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20F76E55-3239-B08D-91FA-2A774071014E}"/>
              </a:ext>
            </a:extLst>
          </p:cNvPr>
          <p:cNvSpPr txBox="1"/>
          <p:nvPr/>
        </p:nvSpPr>
        <p:spPr>
          <a:xfrm>
            <a:off x="429462" y="2651373"/>
            <a:ext cx="8463018" cy="3908762"/>
          </a:xfrm>
          <a:prstGeom prst="rect">
            <a:avLst/>
          </a:prstGeom>
          <a:noFill/>
        </p:spPr>
        <p:txBody>
          <a:bodyPr wrap="square" rtlCol="0">
            <a:spAutoFit/>
          </a:bodyPr>
          <a:lstStyle/>
          <a:p>
            <a:pPr algn="l" rtl="0"/>
            <a:r>
              <a:rPr lang="en-US" sz="2400" b="1" dirty="0">
                <a:solidFill>
                  <a:srgbClr val="0C0D03"/>
                </a:solidFill>
                <a:latin typeface="Times New Roman" panose="02020603050405020304" pitchFamily="18" charset="0"/>
                <a:cs typeface="Times New Roman" panose="02020603050405020304" pitchFamily="18" charset="0"/>
              </a:rPr>
              <a:t>Key observations:</a:t>
            </a:r>
          </a:p>
          <a:p>
            <a:pPr algn="l" rtl="0"/>
            <a:r>
              <a:rPr lang="en-US" sz="2000" dirty="0">
                <a:solidFill>
                  <a:srgbClr val="0C0D03"/>
                </a:solidFill>
                <a:latin typeface="Times New Roman" panose="02020603050405020304" pitchFamily="18" charset="0"/>
                <a:cs typeface="Times New Roman" panose="02020603050405020304" pitchFamily="18" charset="0"/>
              </a:rPr>
              <a:t>Patients without exercise-induced angina (</a:t>
            </a:r>
            <a:r>
              <a:rPr lang="en-US" sz="2000" dirty="0" err="1">
                <a:solidFill>
                  <a:srgbClr val="0C0D03"/>
                </a:solidFill>
                <a:latin typeface="Times New Roman" panose="02020603050405020304" pitchFamily="18" charset="0"/>
                <a:cs typeface="Times New Roman" panose="02020603050405020304" pitchFamily="18" charset="0"/>
              </a:rPr>
              <a:t>exang</a:t>
            </a:r>
            <a:r>
              <a:rPr lang="en-US" sz="2000" dirty="0">
                <a:solidFill>
                  <a:srgbClr val="0C0D03"/>
                </a:solidFill>
                <a:latin typeface="Times New Roman" panose="02020603050405020304" pitchFamily="18" charset="0"/>
                <a:cs typeface="Times New Roman" panose="02020603050405020304" pitchFamily="18" charset="0"/>
              </a:rPr>
              <a:t> = False) generally achieve higher maximum heart rates.</a:t>
            </a:r>
          </a:p>
          <a:p>
            <a:pPr algn="l" rtl="0"/>
            <a:r>
              <a:rPr lang="en-US" sz="2000" dirty="0">
                <a:solidFill>
                  <a:srgbClr val="0C0D03"/>
                </a:solidFill>
                <a:latin typeface="Times New Roman" panose="02020603050405020304" pitchFamily="18" charset="0"/>
                <a:cs typeface="Times New Roman" panose="02020603050405020304" pitchFamily="18" charset="0"/>
              </a:rPr>
              <a:t>Patients with exercise-induced angina (</a:t>
            </a:r>
            <a:r>
              <a:rPr lang="en-US" sz="2000" dirty="0" err="1">
                <a:solidFill>
                  <a:srgbClr val="0C0D03"/>
                </a:solidFill>
                <a:latin typeface="Times New Roman" panose="02020603050405020304" pitchFamily="18" charset="0"/>
                <a:cs typeface="Times New Roman" panose="02020603050405020304" pitchFamily="18" charset="0"/>
              </a:rPr>
              <a:t>exang</a:t>
            </a:r>
            <a:r>
              <a:rPr lang="en-US" sz="2000" dirty="0">
                <a:solidFill>
                  <a:srgbClr val="0C0D03"/>
                </a:solidFill>
                <a:latin typeface="Times New Roman" panose="02020603050405020304" pitchFamily="18" charset="0"/>
                <a:cs typeface="Times New Roman" panose="02020603050405020304" pitchFamily="18" charset="0"/>
              </a:rPr>
              <a:t> = True) tend to have lower </a:t>
            </a:r>
            <a:r>
              <a:rPr lang="en-US" sz="2000" dirty="0" err="1">
                <a:solidFill>
                  <a:srgbClr val="0C0D03"/>
                </a:solidFill>
                <a:latin typeface="Times New Roman" panose="02020603050405020304" pitchFamily="18" charset="0"/>
                <a:cs typeface="Times New Roman" panose="02020603050405020304" pitchFamily="18" charset="0"/>
              </a:rPr>
              <a:t>thalach</a:t>
            </a:r>
            <a:r>
              <a:rPr lang="en-US" sz="2000" dirty="0">
                <a:solidFill>
                  <a:srgbClr val="0C0D03"/>
                </a:solidFill>
                <a:latin typeface="Times New Roman" panose="02020603050405020304" pitchFamily="18" charset="0"/>
                <a:cs typeface="Times New Roman" panose="02020603050405020304" pitchFamily="18" charset="0"/>
              </a:rPr>
              <a:t> values, even at similar cholesterol levels.</a:t>
            </a:r>
          </a:p>
          <a:p>
            <a:pPr algn="l" rtl="0"/>
            <a:r>
              <a:rPr lang="en-US" sz="2000" dirty="0">
                <a:solidFill>
                  <a:srgbClr val="0C0D03"/>
                </a:solidFill>
                <a:latin typeface="Times New Roman" panose="02020603050405020304" pitchFamily="18" charset="0"/>
                <a:cs typeface="Times New Roman" panose="02020603050405020304" pitchFamily="18" charset="0"/>
              </a:rPr>
              <a:t>Cholesterol alone does not show a strong linear relationship with maximum heart rate, indicating that multiple features must be considered together.</a:t>
            </a:r>
          </a:p>
          <a:p>
            <a:pPr algn="l" rtl="0"/>
            <a:r>
              <a:rPr lang="en-US" sz="2400" b="1" dirty="0">
                <a:solidFill>
                  <a:srgbClr val="0C0D03"/>
                </a:solidFill>
                <a:latin typeface="Times New Roman" panose="02020603050405020304" pitchFamily="18" charset="0"/>
                <a:cs typeface="Times New Roman" panose="02020603050405020304" pitchFamily="18" charset="0"/>
              </a:rPr>
              <a:t>Relevance to classification:</a:t>
            </a:r>
            <a:br>
              <a:rPr lang="en-US" sz="2400" b="1" dirty="0">
                <a:solidFill>
                  <a:srgbClr val="0C0D03"/>
                </a:solidFill>
                <a:latin typeface="Times New Roman" panose="02020603050405020304" pitchFamily="18" charset="0"/>
                <a:cs typeface="Times New Roman" panose="02020603050405020304" pitchFamily="18" charset="0"/>
              </a:rPr>
            </a:br>
            <a:r>
              <a:rPr lang="en-US" sz="2000" dirty="0">
                <a:solidFill>
                  <a:srgbClr val="0C0D03"/>
                </a:solidFill>
                <a:latin typeface="Times New Roman" panose="02020603050405020304" pitchFamily="18" charset="0"/>
                <a:cs typeface="Times New Roman" panose="02020603050405020304" pitchFamily="18" charset="0"/>
              </a:rPr>
              <a:t>This visualization highlights how combinations of features (cholesterol, heart rate, and exercise-induced angina) help distinguish between different patient conditions. Such interactions are valuable for classification models like Random Forest, which can capture complex, non-linear relationships in medical data.</a:t>
            </a:r>
          </a:p>
        </p:txBody>
      </p:sp>
      <p:pic>
        <p:nvPicPr>
          <p:cNvPr id="6" name="Picture 5">
            <a:extLst>
              <a:ext uri="{FF2B5EF4-FFF2-40B4-BE49-F238E27FC236}">
                <a16:creationId xmlns:a16="http://schemas.microsoft.com/office/drawing/2014/main" id="{B8D9F2E8-4441-3137-F09D-6911CD685934}"/>
              </a:ext>
            </a:extLst>
          </p:cNvPr>
          <p:cNvPicPr>
            <a:picLocks noChangeAspect="1"/>
          </p:cNvPicPr>
          <p:nvPr/>
        </p:nvPicPr>
        <p:blipFill>
          <a:blip r:embed="rId2">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586288272"/>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3147A3-88D8-388C-D1CE-80E90D8D187D}"/>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131149E1-399C-9A28-0AC6-483E8FB9F3CA}"/>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86</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E56968C0-EA51-7C8A-8F22-14387A3DB762}"/>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26A2CB6D-C031-1A36-522C-0AEBA29E339C}"/>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:15</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FF52F705-AE1C-43D6-E64F-6BE2A6C90A70}"/>
              </a:ext>
            </a:extLst>
          </p:cNvPr>
          <p:cNvSpPr/>
          <p:nvPr/>
        </p:nvSpPr>
        <p:spPr bwMode="auto">
          <a:xfrm>
            <a:off x="419510" y="2234915"/>
            <a:ext cx="831332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STEP 15:</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p:txBody>
      </p:sp>
      <p:pic>
        <p:nvPicPr>
          <p:cNvPr id="6" name="Picture 5">
            <a:extLst>
              <a:ext uri="{FF2B5EF4-FFF2-40B4-BE49-F238E27FC236}">
                <a16:creationId xmlns:a16="http://schemas.microsoft.com/office/drawing/2014/main" id="{F9A6DA18-733F-E873-ACFE-776CEDEEE7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71366" y="2333987"/>
            <a:ext cx="5201267" cy="1047561"/>
          </a:xfrm>
          <a:prstGeom prst="rect">
            <a:avLst/>
          </a:prstGeom>
        </p:spPr>
      </p:pic>
      <p:sp>
        <p:nvSpPr>
          <p:cNvPr id="7" name="Rectangle 1">
            <a:extLst>
              <a:ext uri="{FF2B5EF4-FFF2-40B4-BE49-F238E27FC236}">
                <a16:creationId xmlns:a16="http://schemas.microsoft.com/office/drawing/2014/main" id="{130B162C-C7D5-2DEA-E9C9-3E1558C7E505}"/>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0" i="0" u="none" strike="noStrike" cap="none" normalizeH="0" baseline="0" dirty="0">
                <a:ln>
                  <a:noFill/>
                </a:ln>
                <a:solidFill>
                  <a:schemeClr val="tx1"/>
                </a:solidFill>
                <a:effectLst/>
                <a:latin typeface="Arial Unicode MS"/>
              </a:rPr>
              <a:t>/</a:t>
            </a:r>
            <a:r>
              <a:rPr kumimoji="0" lang="en-US" altLang="en-US" sz="1000" b="0" i="0" u="none" strike="noStrike" cap="none" normalizeH="0" baseline="0" dirty="0" err="1">
                <a:ln>
                  <a:noFill/>
                </a:ln>
                <a:solidFill>
                  <a:schemeClr val="tx1"/>
                </a:solidFill>
                <a:effectLst/>
                <a:latin typeface="Arial Unicode MS"/>
              </a:rPr>
              <a:t>tmp</a:t>
            </a:r>
            <a:r>
              <a:rPr kumimoji="0" lang="en-US" altLang="en-US" sz="1000" b="0" i="0" u="none" strike="noStrike" cap="none" normalizeH="0" baseline="0" dirty="0">
                <a:ln>
                  <a:noFill/>
                </a:ln>
                <a:solidFill>
                  <a:schemeClr val="tx1"/>
                </a:solidFill>
                <a:effectLst/>
                <a:latin typeface="Arial Unicode MS"/>
              </a:rPr>
              <a:t>/ipython-input-659379015.py:2: </a:t>
            </a:r>
            <a:r>
              <a:rPr kumimoji="0" lang="en-US" altLang="en-US" sz="1000" b="0" i="0" u="none" strike="noStrike" cap="none" normalizeH="0" baseline="0" dirty="0" err="1">
                <a:ln>
                  <a:noFill/>
                </a:ln>
                <a:solidFill>
                  <a:schemeClr val="tx1"/>
                </a:solidFill>
                <a:effectLst/>
                <a:latin typeface="Arial Unicode MS"/>
              </a:rPr>
              <a:t>FutureWarning</a:t>
            </a:r>
            <a:r>
              <a:rPr kumimoji="0" lang="en-US" altLang="en-US" sz="1000" b="0" i="0" u="none" strike="noStrike" cap="none" normalizeH="0" baseline="0" dirty="0">
                <a:ln>
                  <a:noFill/>
                </a:ln>
                <a:solidFill>
                  <a:schemeClr val="tx1"/>
                </a:solidFill>
                <a:effectLst/>
                <a:latin typeface="Arial Unicode MS"/>
              </a:rPr>
              <a:t>: Passing `palette` without assigning `hue` is deprecated and will be removed in v0.14.0. Assign the `x` variable to `hue` and set `legend=False` for the same effect. </a:t>
            </a:r>
            <a:r>
              <a:rPr kumimoji="0" lang="en-US" altLang="en-US" sz="1000" b="0" i="0" u="none" strike="noStrike" cap="none" normalizeH="0" baseline="0" dirty="0" err="1">
                <a:ln>
                  <a:noFill/>
                </a:ln>
                <a:solidFill>
                  <a:schemeClr val="tx1"/>
                </a:solidFill>
                <a:effectLst/>
                <a:latin typeface="Arial Unicode MS"/>
              </a:rPr>
              <a:t>sns.countplot</a:t>
            </a:r>
            <a:r>
              <a:rPr kumimoji="0" lang="en-US" altLang="en-US" sz="1000" b="0" i="0" u="none" strike="noStrike" cap="none" normalizeH="0" baseline="0" dirty="0">
                <a:ln>
                  <a:noFill/>
                </a:ln>
                <a:solidFill>
                  <a:schemeClr val="tx1"/>
                </a:solidFill>
                <a:effectLst/>
                <a:latin typeface="Arial Unicode MS"/>
              </a:rPr>
              <a:t>(x='</a:t>
            </a:r>
            <a:r>
              <a:rPr kumimoji="0" lang="en-US" altLang="en-US" sz="1000" b="0" i="0" u="none" strike="noStrike" cap="none" normalizeH="0" baseline="0" dirty="0" err="1">
                <a:ln>
                  <a:noFill/>
                </a:ln>
                <a:solidFill>
                  <a:schemeClr val="tx1"/>
                </a:solidFill>
                <a:effectLst/>
                <a:latin typeface="Arial Unicode MS"/>
              </a:rPr>
              <a:t>thal</a:t>
            </a:r>
            <a:r>
              <a:rPr kumimoji="0" lang="en-US" altLang="en-US" sz="1000" b="0" i="0" u="none" strike="noStrike" cap="none" normalizeH="0" baseline="0" dirty="0">
                <a:ln>
                  <a:noFill/>
                </a:ln>
                <a:solidFill>
                  <a:schemeClr val="tx1"/>
                </a:solidFill>
                <a:effectLst/>
                <a:latin typeface="Arial Unicode MS"/>
              </a:rPr>
              <a:t>', palette='magma', data=</a:t>
            </a:r>
            <a:r>
              <a:rPr kumimoji="0" lang="en-US" altLang="en-US" sz="1000" b="0" i="0" u="none" strike="noStrike" cap="none" normalizeH="0" baseline="0" dirty="0" err="1">
                <a:ln>
                  <a:noFill/>
                </a:ln>
                <a:solidFill>
                  <a:schemeClr val="tx1"/>
                </a:solidFill>
                <a:effectLst/>
                <a:latin typeface="Arial Unicode MS"/>
              </a:rPr>
              <a:t>df</a:t>
            </a:r>
            <a:r>
              <a:rPr kumimoji="0" lang="en-US" altLang="en-US" sz="1000" b="0" i="0" u="none" strike="noStrike" cap="none" normalizeH="0" baseline="0" dirty="0">
                <a:ln>
                  <a:noFill/>
                </a:ln>
                <a:solidFill>
                  <a:schemeClr val="tx1"/>
                </a:solidFill>
                <a:effectLst/>
                <a:latin typeface="Arial Unicode MS"/>
              </a:rPr>
              <a:t>) </a:t>
            </a:r>
            <a:endParaRPr kumimoji="0" lang="en-US" altLang="en-US" sz="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27300" b="0" i="0" u="none" strike="noStrike" cap="none" normalizeH="0" baseline="0" dirty="0">
                <a:ln>
                  <a:noFill/>
                </a:ln>
                <a:solidFill>
                  <a:schemeClr val="tx1"/>
                </a:solidFill>
                <a:effectLst/>
                <a:latin typeface="Arial" panose="020B0604020202020204" pitchFamily="34" charset="0"/>
              </a:rPr>
              <a:t>      </a:t>
            </a: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pic>
        <p:nvPicPr>
          <p:cNvPr id="4098" name="Picture 2">
            <a:extLst>
              <a:ext uri="{FF2B5EF4-FFF2-40B4-BE49-F238E27FC236}">
                <a16:creationId xmlns:a16="http://schemas.microsoft.com/office/drawing/2014/main" id="{38A902FD-1506-88FA-1274-7FDFEA07965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61813" y="3438128"/>
            <a:ext cx="3620372" cy="2884885"/>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B9BAE99D-A081-ABBC-9208-6F77DA22B0A1}"/>
              </a:ext>
            </a:extLst>
          </p:cNvPr>
          <p:cNvPicPr>
            <a:picLocks noChangeAspect="1"/>
          </p:cNvPicPr>
          <p:nvPr/>
        </p:nvPicPr>
        <p:blipFill>
          <a:blip r:embed="rId4">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3514306070"/>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E6D736-8EA0-41C2-56E2-67332AB1D6C6}"/>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0A856CC8-C7EA-AC43-3DD1-E1247D679597}"/>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87</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8E6C273C-F904-B2F4-3137-60E78A5F901D}"/>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7A164B89-5C11-0EAF-104A-3CEE7BE8FC1C}"/>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:15</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6B8FF492-96E4-61EE-13E1-0A9D41E51947}"/>
              </a:ext>
            </a:extLst>
          </p:cNvPr>
          <p:cNvSpPr/>
          <p:nvPr/>
        </p:nvSpPr>
        <p:spPr bwMode="auto">
          <a:xfrm>
            <a:off x="419510" y="2234915"/>
            <a:ext cx="831332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algn="just" rtl="0" fontAlgn="base">
              <a:lnSpc>
                <a:spcPts val="3000"/>
              </a:lnSpc>
              <a:spcBef>
                <a:spcPct val="0"/>
              </a:spcBef>
              <a:spcAft>
                <a:spcPct val="0"/>
              </a:spcAft>
            </a:pPr>
            <a:r>
              <a:rPr lang="en-US" sz="2400" b="1" dirty="0">
                <a:solidFill>
                  <a:srgbClr val="0C0D03"/>
                </a:solidFill>
                <a:latin typeface="Times New Roman" panose="02020603050405020304" pitchFamily="18" charset="0"/>
                <a:cs typeface="Times New Roman" panose="02020603050405020304" pitchFamily="18" charset="0"/>
              </a:rPr>
              <a:t>STEP 15:Count of Thalassemia Types (Count Plot)</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p:txBody>
      </p:sp>
      <p:sp>
        <p:nvSpPr>
          <p:cNvPr id="7" name="Rectangle 1">
            <a:extLst>
              <a:ext uri="{FF2B5EF4-FFF2-40B4-BE49-F238E27FC236}">
                <a16:creationId xmlns:a16="http://schemas.microsoft.com/office/drawing/2014/main" id="{76908BAE-E08D-DB61-74D3-BA62E89DEF33}"/>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0" i="0" u="none" strike="noStrike" cap="none" normalizeH="0" baseline="0" dirty="0">
                <a:ln>
                  <a:noFill/>
                </a:ln>
                <a:solidFill>
                  <a:schemeClr val="tx1"/>
                </a:solidFill>
                <a:effectLst/>
                <a:latin typeface="Arial Unicode MS"/>
              </a:rPr>
              <a:t>/</a:t>
            </a:r>
            <a:r>
              <a:rPr kumimoji="0" lang="en-US" altLang="en-US" sz="1000" b="0" i="0" u="none" strike="noStrike" cap="none" normalizeH="0" baseline="0" dirty="0" err="1">
                <a:ln>
                  <a:noFill/>
                </a:ln>
                <a:solidFill>
                  <a:schemeClr val="tx1"/>
                </a:solidFill>
                <a:effectLst/>
                <a:latin typeface="Arial Unicode MS"/>
              </a:rPr>
              <a:t>tmp</a:t>
            </a:r>
            <a:r>
              <a:rPr kumimoji="0" lang="en-US" altLang="en-US" sz="1000" b="0" i="0" u="none" strike="noStrike" cap="none" normalizeH="0" baseline="0" dirty="0">
                <a:ln>
                  <a:noFill/>
                </a:ln>
                <a:solidFill>
                  <a:schemeClr val="tx1"/>
                </a:solidFill>
                <a:effectLst/>
                <a:latin typeface="Arial Unicode MS"/>
              </a:rPr>
              <a:t>/ipython-input-659379015.py:2: </a:t>
            </a:r>
            <a:r>
              <a:rPr kumimoji="0" lang="en-US" altLang="en-US" sz="1000" b="0" i="0" u="none" strike="noStrike" cap="none" normalizeH="0" baseline="0" dirty="0" err="1">
                <a:ln>
                  <a:noFill/>
                </a:ln>
                <a:solidFill>
                  <a:schemeClr val="tx1"/>
                </a:solidFill>
                <a:effectLst/>
                <a:latin typeface="Arial Unicode MS"/>
              </a:rPr>
              <a:t>FutureWarning</a:t>
            </a:r>
            <a:r>
              <a:rPr kumimoji="0" lang="en-US" altLang="en-US" sz="1000" b="0" i="0" u="none" strike="noStrike" cap="none" normalizeH="0" baseline="0" dirty="0">
                <a:ln>
                  <a:noFill/>
                </a:ln>
                <a:solidFill>
                  <a:schemeClr val="tx1"/>
                </a:solidFill>
                <a:effectLst/>
                <a:latin typeface="Arial Unicode MS"/>
              </a:rPr>
              <a:t>: Passing `palette` without assigning `hue` is deprecated and will be removed in v0.14.0. Assign the `x` variable to `hue` and set `legend=False` for the same effect. </a:t>
            </a:r>
            <a:r>
              <a:rPr kumimoji="0" lang="en-US" altLang="en-US" sz="1000" b="0" i="0" u="none" strike="noStrike" cap="none" normalizeH="0" baseline="0" dirty="0" err="1">
                <a:ln>
                  <a:noFill/>
                </a:ln>
                <a:solidFill>
                  <a:schemeClr val="tx1"/>
                </a:solidFill>
                <a:effectLst/>
                <a:latin typeface="Arial Unicode MS"/>
              </a:rPr>
              <a:t>sns.countplot</a:t>
            </a:r>
            <a:r>
              <a:rPr kumimoji="0" lang="en-US" altLang="en-US" sz="1000" b="0" i="0" u="none" strike="noStrike" cap="none" normalizeH="0" baseline="0" dirty="0">
                <a:ln>
                  <a:noFill/>
                </a:ln>
                <a:solidFill>
                  <a:schemeClr val="tx1"/>
                </a:solidFill>
                <a:effectLst/>
                <a:latin typeface="Arial Unicode MS"/>
              </a:rPr>
              <a:t>(x='</a:t>
            </a:r>
            <a:r>
              <a:rPr kumimoji="0" lang="en-US" altLang="en-US" sz="1000" b="0" i="0" u="none" strike="noStrike" cap="none" normalizeH="0" baseline="0" dirty="0" err="1">
                <a:ln>
                  <a:noFill/>
                </a:ln>
                <a:solidFill>
                  <a:schemeClr val="tx1"/>
                </a:solidFill>
                <a:effectLst/>
                <a:latin typeface="Arial Unicode MS"/>
              </a:rPr>
              <a:t>thal</a:t>
            </a:r>
            <a:r>
              <a:rPr kumimoji="0" lang="en-US" altLang="en-US" sz="1000" b="0" i="0" u="none" strike="noStrike" cap="none" normalizeH="0" baseline="0" dirty="0">
                <a:ln>
                  <a:noFill/>
                </a:ln>
                <a:solidFill>
                  <a:schemeClr val="tx1"/>
                </a:solidFill>
                <a:effectLst/>
                <a:latin typeface="Arial Unicode MS"/>
              </a:rPr>
              <a:t>', palette='magma', data=</a:t>
            </a:r>
            <a:r>
              <a:rPr kumimoji="0" lang="en-US" altLang="en-US" sz="1000" b="0" i="0" u="none" strike="noStrike" cap="none" normalizeH="0" baseline="0" dirty="0" err="1">
                <a:ln>
                  <a:noFill/>
                </a:ln>
                <a:solidFill>
                  <a:schemeClr val="tx1"/>
                </a:solidFill>
                <a:effectLst/>
                <a:latin typeface="Arial Unicode MS"/>
              </a:rPr>
              <a:t>df</a:t>
            </a:r>
            <a:r>
              <a:rPr kumimoji="0" lang="en-US" altLang="en-US" sz="1000" b="0" i="0" u="none" strike="noStrike" cap="none" normalizeH="0" baseline="0" dirty="0">
                <a:ln>
                  <a:noFill/>
                </a:ln>
                <a:solidFill>
                  <a:schemeClr val="tx1"/>
                </a:solidFill>
                <a:effectLst/>
                <a:latin typeface="Arial Unicode MS"/>
              </a:rPr>
              <a:t>) </a:t>
            </a:r>
            <a:endParaRPr kumimoji="0" lang="en-US" altLang="en-US" sz="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27300" b="0" i="0" u="none" strike="noStrike" cap="none" normalizeH="0" baseline="0" dirty="0">
                <a:ln>
                  <a:noFill/>
                </a:ln>
                <a:solidFill>
                  <a:schemeClr val="tx1"/>
                </a:solidFill>
                <a:effectLst/>
                <a:latin typeface="Arial" panose="020B0604020202020204" pitchFamily="34" charset="0"/>
              </a:rPr>
              <a:t>      </a:t>
            </a: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pic>
        <p:nvPicPr>
          <p:cNvPr id="4098" name="Picture 2">
            <a:extLst>
              <a:ext uri="{FF2B5EF4-FFF2-40B4-BE49-F238E27FC236}">
                <a16:creationId xmlns:a16="http://schemas.microsoft.com/office/drawing/2014/main" id="{BF9BFA08-E853-5BF3-61CF-85658BA06DE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29599" y="3905944"/>
            <a:ext cx="3016523" cy="2403709"/>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366684C7-9DBE-329F-55C1-DC45D1AB2009}"/>
              </a:ext>
            </a:extLst>
          </p:cNvPr>
          <p:cNvSpPr txBox="1"/>
          <p:nvPr/>
        </p:nvSpPr>
        <p:spPr>
          <a:xfrm>
            <a:off x="419510" y="2789541"/>
            <a:ext cx="5463046" cy="3754874"/>
          </a:xfrm>
          <a:prstGeom prst="rect">
            <a:avLst/>
          </a:prstGeom>
          <a:noFill/>
        </p:spPr>
        <p:txBody>
          <a:bodyPr wrap="square" rtlCol="0">
            <a:spAutoFit/>
          </a:bodyPr>
          <a:lstStyle/>
          <a:p>
            <a:pPr algn="l" rtl="0"/>
            <a:r>
              <a:rPr lang="en-US" sz="2000" dirty="0">
                <a:solidFill>
                  <a:srgbClr val="0C0D03"/>
                </a:solidFill>
                <a:latin typeface="Times New Roman" panose="02020603050405020304" pitchFamily="18" charset="0"/>
                <a:cs typeface="Times New Roman" panose="02020603050405020304" pitchFamily="18" charset="0"/>
              </a:rPr>
              <a:t>This chart displays the frequency distribution of thalassemia (</a:t>
            </a:r>
            <a:r>
              <a:rPr lang="en-US" sz="2000" dirty="0" err="1">
                <a:solidFill>
                  <a:srgbClr val="0C0D03"/>
                </a:solidFill>
                <a:latin typeface="Times New Roman" panose="02020603050405020304" pitchFamily="18" charset="0"/>
                <a:cs typeface="Times New Roman" panose="02020603050405020304" pitchFamily="18" charset="0"/>
              </a:rPr>
              <a:t>thal</a:t>
            </a:r>
            <a:r>
              <a:rPr lang="en-US" sz="2000" dirty="0">
                <a:solidFill>
                  <a:srgbClr val="0C0D03"/>
                </a:solidFill>
                <a:latin typeface="Times New Roman" panose="02020603050405020304" pitchFamily="18" charset="0"/>
                <a:cs typeface="Times New Roman" panose="02020603050405020304" pitchFamily="18" charset="0"/>
              </a:rPr>
              <a:t>) categories in the heart disease dataset.</a:t>
            </a:r>
          </a:p>
          <a:p>
            <a:pPr algn="l" rtl="0"/>
            <a:r>
              <a:rPr lang="en-US" sz="2000" b="1" dirty="0">
                <a:solidFill>
                  <a:srgbClr val="0C0D03"/>
                </a:solidFill>
                <a:latin typeface="Times New Roman" panose="02020603050405020304" pitchFamily="18" charset="0"/>
                <a:cs typeface="Times New Roman" panose="02020603050405020304" pitchFamily="18" charset="0"/>
              </a:rPr>
              <a:t>Key observations:</a:t>
            </a:r>
          </a:p>
          <a:p>
            <a:pPr algn="l" rtl="0"/>
            <a:r>
              <a:rPr lang="en-US" sz="2000" dirty="0">
                <a:solidFill>
                  <a:srgbClr val="0C0D03"/>
                </a:solidFill>
                <a:latin typeface="Times New Roman" panose="02020603050405020304" pitchFamily="18" charset="0"/>
                <a:cs typeface="Times New Roman" panose="02020603050405020304" pitchFamily="18" charset="0"/>
              </a:rPr>
              <a:t>The normal thalassemia category is the most frequent in the dataset.</a:t>
            </a:r>
          </a:p>
          <a:p>
            <a:pPr algn="l" rtl="0"/>
            <a:r>
              <a:rPr lang="en-US" sz="2000" dirty="0">
                <a:solidFill>
                  <a:srgbClr val="0C0D03"/>
                </a:solidFill>
                <a:latin typeface="Times New Roman" panose="02020603050405020304" pitchFamily="18" charset="0"/>
                <a:cs typeface="Times New Roman" panose="02020603050405020304" pitchFamily="18" charset="0"/>
              </a:rPr>
              <a:t>Reversible defect and fixed defect cases appear less frequently.</a:t>
            </a:r>
          </a:p>
          <a:p>
            <a:pPr algn="l" rtl="0"/>
            <a:r>
              <a:rPr lang="en-US" sz="2000" dirty="0">
                <a:solidFill>
                  <a:srgbClr val="0C0D03"/>
                </a:solidFill>
                <a:latin typeface="Times New Roman" panose="02020603050405020304" pitchFamily="18" charset="0"/>
                <a:cs typeface="Times New Roman" panose="02020603050405020304" pitchFamily="18" charset="0"/>
              </a:rPr>
              <a:t>A small number of cases fall into other categories, indicating class imbalance among thalassemia types.</a:t>
            </a:r>
          </a:p>
          <a:p>
            <a:endParaRPr lang="en-US" dirty="0"/>
          </a:p>
        </p:txBody>
      </p:sp>
      <p:pic>
        <p:nvPicPr>
          <p:cNvPr id="6" name="Picture 5">
            <a:extLst>
              <a:ext uri="{FF2B5EF4-FFF2-40B4-BE49-F238E27FC236}">
                <a16:creationId xmlns:a16="http://schemas.microsoft.com/office/drawing/2014/main" id="{B83A0205-8372-1418-94DF-D35C0AEF4246}"/>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338831897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939AF4-03B4-98D9-FD37-02A601033A62}"/>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7821F810-EABD-5F69-2C1A-BA60830CB9DC}"/>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88</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C0D40768-B227-FEB8-D7DF-734F2F31E71E}"/>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DC303BFE-8D19-FB7A-A9F0-42CE332994D3}"/>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:15</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CB927CE0-D438-BB6C-EDD0-51869C57A86D}"/>
              </a:ext>
            </a:extLst>
          </p:cNvPr>
          <p:cNvSpPr/>
          <p:nvPr/>
        </p:nvSpPr>
        <p:spPr bwMode="auto">
          <a:xfrm>
            <a:off x="419510" y="2234915"/>
            <a:ext cx="831332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STEP 15: Count of Thalassemia Types (Count Plot)</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p:txBody>
      </p:sp>
      <p:sp>
        <p:nvSpPr>
          <p:cNvPr id="7" name="Rectangle 1">
            <a:extLst>
              <a:ext uri="{FF2B5EF4-FFF2-40B4-BE49-F238E27FC236}">
                <a16:creationId xmlns:a16="http://schemas.microsoft.com/office/drawing/2014/main" id="{B0213196-0D60-9F8B-6F75-93F57C3B50BE}"/>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0" i="0" u="none" strike="noStrike" cap="none" normalizeH="0" baseline="0" dirty="0">
                <a:ln>
                  <a:noFill/>
                </a:ln>
                <a:solidFill>
                  <a:schemeClr val="tx1"/>
                </a:solidFill>
                <a:effectLst/>
                <a:latin typeface="Arial Unicode MS"/>
              </a:rPr>
              <a:t>/</a:t>
            </a:r>
            <a:r>
              <a:rPr kumimoji="0" lang="en-US" altLang="en-US" sz="1000" b="0" i="0" u="none" strike="noStrike" cap="none" normalizeH="0" baseline="0" dirty="0" err="1">
                <a:ln>
                  <a:noFill/>
                </a:ln>
                <a:solidFill>
                  <a:schemeClr val="tx1"/>
                </a:solidFill>
                <a:effectLst/>
                <a:latin typeface="Arial Unicode MS"/>
              </a:rPr>
              <a:t>tmp</a:t>
            </a:r>
            <a:r>
              <a:rPr kumimoji="0" lang="en-US" altLang="en-US" sz="1000" b="0" i="0" u="none" strike="noStrike" cap="none" normalizeH="0" baseline="0" dirty="0">
                <a:ln>
                  <a:noFill/>
                </a:ln>
                <a:solidFill>
                  <a:schemeClr val="tx1"/>
                </a:solidFill>
                <a:effectLst/>
                <a:latin typeface="Arial Unicode MS"/>
              </a:rPr>
              <a:t>/ipython-input-659379015.py:2: </a:t>
            </a:r>
            <a:r>
              <a:rPr kumimoji="0" lang="en-US" altLang="en-US" sz="1000" b="0" i="0" u="none" strike="noStrike" cap="none" normalizeH="0" baseline="0" dirty="0" err="1">
                <a:ln>
                  <a:noFill/>
                </a:ln>
                <a:solidFill>
                  <a:schemeClr val="tx1"/>
                </a:solidFill>
                <a:effectLst/>
                <a:latin typeface="Arial Unicode MS"/>
              </a:rPr>
              <a:t>FutureWarning</a:t>
            </a:r>
            <a:r>
              <a:rPr kumimoji="0" lang="en-US" altLang="en-US" sz="1000" b="0" i="0" u="none" strike="noStrike" cap="none" normalizeH="0" baseline="0" dirty="0">
                <a:ln>
                  <a:noFill/>
                </a:ln>
                <a:solidFill>
                  <a:schemeClr val="tx1"/>
                </a:solidFill>
                <a:effectLst/>
                <a:latin typeface="Arial Unicode MS"/>
              </a:rPr>
              <a:t>: Passing `palette` without assigning `hue` is deprecated and will be removed in v0.14.0. Assign the `x` variable to `hue` and set `legend=False` for the same effect. </a:t>
            </a:r>
            <a:r>
              <a:rPr kumimoji="0" lang="en-US" altLang="en-US" sz="1000" b="0" i="0" u="none" strike="noStrike" cap="none" normalizeH="0" baseline="0" dirty="0" err="1">
                <a:ln>
                  <a:noFill/>
                </a:ln>
                <a:solidFill>
                  <a:schemeClr val="tx1"/>
                </a:solidFill>
                <a:effectLst/>
                <a:latin typeface="Arial Unicode MS"/>
              </a:rPr>
              <a:t>sns.countplot</a:t>
            </a:r>
            <a:r>
              <a:rPr kumimoji="0" lang="en-US" altLang="en-US" sz="1000" b="0" i="0" u="none" strike="noStrike" cap="none" normalizeH="0" baseline="0" dirty="0">
                <a:ln>
                  <a:noFill/>
                </a:ln>
                <a:solidFill>
                  <a:schemeClr val="tx1"/>
                </a:solidFill>
                <a:effectLst/>
                <a:latin typeface="Arial Unicode MS"/>
              </a:rPr>
              <a:t>(x='</a:t>
            </a:r>
            <a:r>
              <a:rPr kumimoji="0" lang="en-US" altLang="en-US" sz="1000" b="0" i="0" u="none" strike="noStrike" cap="none" normalizeH="0" baseline="0" dirty="0" err="1">
                <a:ln>
                  <a:noFill/>
                </a:ln>
                <a:solidFill>
                  <a:schemeClr val="tx1"/>
                </a:solidFill>
                <a:effectLst/>
                <a:latin typeface="Arial Unicode MS"/>
              </a:rPr>
              <a:t>thal</a:t>
            </a:r>
            <a:r>
              <a:rPr kumimoji="0" lang="en-US" altLang="en-US" sz="1000" b="0" i="0" u="none" strike="noStrike" cap="none" normalizeH="0" baseline="0" dirty="0">
                <a:ln>
                  <a:noFill/>
                </a:ln>
                <a:solidFill>
                  <a:schemeClr val="tx1"/>
                </a:solidFill>
                <a:effectLst/>
                <a:latin typeface="Arial Unicode MS"/>
              </a:rPr>
              <a:t>', palette='magma', data=</a:t>
            </a:r>
            <a:r>
              <a:rPr kumimoji="0" lang="en-US" altLang="en-US" sz="1000" b="0" i="0" u="none" strike="noStrike" cap="none" normalizeH="0" baseline="0" dirty="0" err="1">
                <a:ln>
                  <a:noFill/>
                </a:ln>
                <a:solidFill>
                  <a:schemeClr val="tx1"/>
                </a:solidFill>
                <a:effectLst/>
                <a:latin typeface="Arial Unicode MS"/>
              </a:rPr>
              <a:t>df</a:t>
            </a:r>
            <a:r>
              <a:rPr kumimoji="0" lang="en-US" altLang="en-US" sz="1000" b="0" i="0" u="none" strike="noStrike" cap="none" normalizeH="0" baseline="0" dirty="0">
                <a:ln>
                  <a:noFill/>
                </a:ln>
                <a:solidFill>
                  <a:schemeClr val="tx1"/>
                </a:solidFill>
                <a:effectLst/>
                <a:latin typeface="Arial Unicode MS"/>
              </a:rPr>
              <a:t>) </a:t>
            </a:r>
            <a:endParaRPr kumimoji="0" lang="en-US" altLang="en-US" sz="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27300" b="0" i="0" u="none" strike="noStrike" cap="none" normalizeH="0" baseline="0" dirty="0">
                <a:ln>
                  <a:noFill/>
                </a:ln>
                <a:solidFill>
                  <a:schemeClr val="tx1"/>
                </a:solidFill>
                <a:effectLst/>
                <a:latin typeface="Arial" panose="020B0604020202020204" pitchFamily="34" charset="0"/>
              </a:rPr>
              <a:t>      </a:t>
            </a: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pic>
        <p:nvPicPr>
          <p:cNvPr id="4098" name="Picture 2">
            <a:extLst>
              <a:ext uri="{FF2B5EF4-FFF2-40B4-BE49-F238E27FC236}">
                <a16:creationId xmlns:a16="http://schemas.microsoft.com/office/drawing/2014/main" id="{CD87A8E5-34CB-9C7A-21BE-796058C6D9D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79220" y="3288677"/>
            <a:ext cx="3016523" cy="2403709"/>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47818B1-7551-CC1A-846E-C162761427D1}"/>
              </a:ext>
            </a:extLst>
          </p:cNvPr>
          <p:cNvSpPr txBox="1"/>
          <p:nvPr/>
        </p:nvSpPr>
        <p:spPr>
          <a:xfrm>
            <a:off x="419510" y="2789541"/>
            <a:ext cx="5463046" cy="2523768"/>
          </a:xfrm>
          <a:prstGeom prst="rect">
            <a:avLst/>
          </a:prstGeom>
          <a:noFill/>
        </p:spPr>
        <p:txBody>
          <a:bodyPr wrap="square" rtlCol="0">
            <a:spAutoFit/>
          </a:bodyPr>
          <a:lstStyle/>
          <a:p>
            <a:pPr algn="l" rtl="0"/>
            <a:r>
              <a:rPr lang="en-US" sz="2000" b="1" dirty="0">
                <a:solidFill>
                  <a:srgbClr val="0C0D03"/>
                </a:solidFill>
                <a:latin typeface="Times New Roman" panose="02020603050405020304" pitchFamily="18" charset="0"/>
                <a:cs typeface="Times New Roman" panose="02020603050405020304" pitchFamily="18" charset="0"/>
              </a:rPr>
              <a:t>Relevance to classification:</a:t>
            </a:r>
            <a:br>
              <a:rPr lang="en-US" sz="2000" dirty="0">
                <a:solidFill>
                  <a:srgbClr val="0C0D03"/>
                </a:solidFill>
                <a:latin typeface="Times New Roman" panose="02020603050405020304" pitchFamily="18" charset="0"/>
                <a:cs typeface="Times New Roman" panose="02020603050405020304" pitchFamily="18" charset="0"/>
              </a:rPr>
            </a:br>
            <a:r>
              <a:rPr lang="en-US" sz="2000" dirty="0">
                <a:solidFill>
                  <a:srgbClr val="0C0D03"/>
                </a:solidFill>
                <a:latin typeface="Times New Roman" panose="02020603050405020304" pitchFamily="18" charset="0"/>
                <a:cs typeface="Times New Roman" panose="02020603050405020304" pitchFamily="18" charset="0"/>
              </a:rPr>
              <a:t>Thalassemia type is an important clinical feature related to heart disease risk. Understanding its distribution helps the classification model learn how different thalassemia conditions contribute to heart disease prediction and highlights potential class imbalance that the model must handle.</a:t>
            </a:r>
          </a:p>
          <a:p>
            <a:endParaRPr lang="en-US" dirty="0"/>
          </a:p>
        </p:txBody>
      </p:sp>
      <p:pic>
        <p:nvPicPr>
          <p:cNvPr id="6" name="Picture 5">
            <a:extLst>
              <a:ext uri="{FF2B5EF4-FFF2-40B4-BE49-F238E27FC236}">
                <a16:creationId xmlns:a16="http://schemas.microsoft.com/office/drawing/2014/main" id="{E50D8D07-223A-DFFF-17E3-F5C28F7F3F30}"/>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261847852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2E28A0-5219-3FFC-E85B-F187BF1FAB95}"/>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EC3053F1-BDC0-C854-B129-95E2B4AB1DEC}"/>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89</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165EE591-C6BB-1531-7B0D-9EF52EE722FE}"/>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52049975-FA08-E9CE-048E-23BCB65E6238}"/>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:15</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9BA26D92-3E57-C810-12A8-91E693B85F1F}"/>
              </a:ext>
            </a:extLst>
          </p:cNvPr>
          <p:cNvSpPr/>
          <p:nvPr/>
        </p:nvSpPr>
        <p:spPr bwMode="auto">
          <a:xfrm>
            <a:off x="419510" y="2234915"/>
            <a:ext cx="831332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STEP 15:</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err="1">
                <a:solidFill>
                  <a:srgbClr val="0C0D03"/>
                </a:solidFill>
                <a:latin typeface="Times New Roman" panose="02020603050405020304" pitchFamily="18" charset="0"/>
                <a:cs typeface="Times New Roman" panose="02020603050405020304" pitchFamily="18" charset="0"/>
              </a:rPr>
              <a:t>sns.barplot</a:t>
            </a:r>
            <a:r>
              <a:rPr lang="en-US" sz="2000" b="1" dirty="0">
                <a:solidFill>
                  <a:srgbClr val="0C0D03"/>
                </a:solidFill>
                <a:latin typeface="Times New Roman" panose="02020603050405020304" pitchFamily="18" charset="0"/>
                <a:cs typeface="Times New Roman" panose="02020603050405020304" pitchFamily="18" charset="0"/>
              </a:rPr>
              <a:t>() is a Seaborn function used to create a bar chart that shows the relationship between two variables:</a:t>
            </a:r>
          </a:p>
          <a:p>
            <a:pPr lvl="1" algn="just" rtl="0" fontAlgn="base">
              <a:lnSpc>
                <a:spcPts val="3000"/>
              </a:lnSpc>
              <a:spcBef>
                <a:spcPct val="0"/>
              </a:spcBef>
              <a:spcAft>
                <a:spcPct val="0"/>
              </a:spcAft>
            </a:pPr>
            <a:r>
              <a:rPr lang="en-US" sz="2000" dirty="0">
                <a:solidFill>
                  <a:srgbClr val="0C0D03"/>
                </a:solidFill>
                <a:latin typeface="Times New Roman" panose="02020603050405020304" pitchFamily="18" charset="0"/>
                <a:cs typeface="Times New Roman" panose="02020603050405020304" pitchFamily="18" charset="0"/>
              </a:rPr>
              <a:t>One categorical variable (x-axis)</a:t>
            </a:r>
          </a:p>
          <a:p>
            <a:pPr lvl="1" algn="just" rtl="0" fontAlgn="base">
              <a:lnSpc>
                <a:spcPts val="3000"/>
              </a:lnSpc>
              <a:spcBef>
                <a:spcPct val="0"/>
              </a:spcBef>
              <a:spcAft>
                <a:spcPct val="0"/>
              </a:spcAft>
            </a:pPr>
            <a:r>
              <a:rPr lang="en-US" sz="2000" dirty="0">
                <a:solidFill>
                  <a:srgbClr val="0C0D03"/>
                </a:solidFill>
                <a:latin typeface="Times New Roman" panose="02020603050405020304" pitchFamily="18" charset="0"/>
                <a:cs typeface="Times New Roman" panose="02020603050405020304" pitchFamily="18" charset="0"/>
              </a:rPr>
              <a:t>One numerical variable (y-axis)</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 By default, it shows the mean (average) of the numerical variable for each category.</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p:txBody>
      </p:sp>
      <p:pic>
        <p:nvPicPr>
          <p:cNvPr id="9" name="Picture 8">
            <a:extLst>
              <a:ext uri="{FF2B5EF4-FFF2-40B4-BE49-F238E27FC236}">
                <a16:creationId xmlns:a16="http://schemas.microsoft.com/office/drawing/2014/main" id="{CCF5978D-63DF-2520-7652-F095F917D45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1560" y="2810108"/>
            <a:ext cx="8141616" cy="748245"/>
          </a:xfrm>
          <a:prstGeom prst="rect">
            <a:avLst/>
          </a:prstGeom>
        </p:spPr>
      </p:pic>
      <p:pic>
        <p:nvPicPr>
          <p:cNvPr id="5" name="Picture 4">
            <a:extLst>
              <a:ext uri="{FF2B5EF4-FFF2-40B4-BE49-F238E27FC236}">
                <a16:creationId xmlns:a16="http://schemas.microsoft.com/office/drawing/2014/main" id="{9B3885BB-E742-652C-9474-B4C40B94CF92}"/>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1232114709"/>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230048-6006-D292-682F-8A2AC9393418}"/>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41D77FDC-9872-1904-4852-91E8C2B00491}"/>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90</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00901ED0-0572-4A1C-A793-A82B86B91682}"/>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87E72F93-C0AD-D70A-7931-30D0B27038BB}"/>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:15</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A99AAB8E-0A11-9A6A-00D7-1212D9085B84}"/>
              </a:ext>
            </a:extLst>
          </p:cNvPr>
          <p:cNvSpPr/>
          <p:nvPr/>
        </p:nvSpPr>
        <p:spPr bwMode="auto">
          <a:xfrm>
            <a:off x="419510" y="2234915"/>
            <a:ext cx="831332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STEP 15:</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x='</a:t>
            </a:r>
            <a:r>
              <a:rPr lang="en-US" sz="2000" dirty="0" err="1">
                <a:solidFill>
                  <a:srgbClr val="0C0D03"/>
                </a:solidFill>
                <a:latin typeface="Times New Roman" panose="02020603050405020304" pitchFamily="18" charset="0"/>
                <a:cs typeface="Times New Roman" panose="02020603050405020304" pitchFamily="18" charset="0"/>
              </a:rPr>
              <a:t>fbs’</a:t>
            </a:r>
            <a:endParaRPr lang="en-US" sz="2000"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r>
              <a:rPr lang="en-US" sz="2000" dirty="0" err="1">
                <a:solidFill>
                  <a:srgbClr val="0C0D03"/>
                </a:solidFill>
                <a:latin typeface="Times New Roman" panose="02020603050405020304" pitchFamily="18" charset="0"/>
                <a:cs typeface="Times New Roman" panose="02020603050405020304" pitchFamily="18" charset="0"/>
              </a:rPr>
              <a:t>fbs</a:t>
            </a:r>
            <a:r>
              <a:rPr lang="en-US" sz="2000" dirty="0">
                <a:solidFill>
                  <a:srgbClr val="0C0D03"/>
                </a:solidFill>
                <a:latin typeface="Times New Roman" panose="02020603050405020304" pitchFamily="18" charset="0"/>
                <a:cs typeface="Times New Roman" panose="02020603050405020304" pitchFamily="18" charset="0"/>
              </a:rPr>
              <a:t> = Fasting Blood </a:t>
            </a:r>
            <a:r>
              <a:rPr lang="en-US" sz="2000" dirty="0" err="1">
                <a:solidFill>
                  <a:srgbClr val="0C0D03"/>
                </a:solidFill>
                <a:latin typeface="Times New Roman" panose="02020603050405020304" pitchFamily="18" charset="0"/>
                <a:cs typeface="Times New Roman" panose="02020603050405020304" pitchFamily="18" charset="0"/>
              </a:rPr>
              <a:t>SugarThis</a:t>
            </a:r>
            <a:r>
              <a:rPr lang="en-US" sz="2000" dirty="0">
                <a:solidFill>
                  <a:srgbClr val="0C0D03"/>
                </a:solidFill>
                <a:latin typeface="Times New Roman" panose="02020603050405020304" pitchFamily="18" charset="0"/>
                <a:cs typeface="Times New Roman" panose="02020603050405020304" pitchFamily="18" charset="0"/>
              </a:rPr>
              <a:t> is a categorical variable:</a:t>
            </a:r>
          </a:p>
          <a:p>
            <a:pPr lvl="1" algn="just" rtl="0" fontAlgn="base">
              <a:lnSpc>
                <a:spcPts val="3000"/>
              </a:lnSpc>
              <a:spcBef>
                <a:spcPct val="0"/>
              </a:spcBef>
              <a:spcAft>
                <a:spcPct val="0"/>
              </a:spcAft>
            </a:pPr>
            <a:r>
              <a:rPr lang="en-US" sz="2000" dirty="0">
                <a:solidFill>
                  <a:srgbClr val="0C0D03"/>
                </a:solidFill>
                <a:latin typeface="Times New Roman" panose="02020603050405020304" pitchFamily="18" charset="0"/>
                <a:cs typeface="Times New Roman" panose="02020603050405020304" pitchFamily="18" charset="0"/>
              </a:rPr>
              <a:t>0 → Normal fasting blood sugar</a:t>
            </a:r>
          </a:p>
          <a:p>
            <a:pPr lvl="1" algn="just" rtl="0" fontAlgn="base">
              <a:lnSpc>
                <a:spcPts val="3000"/>
              </a:lnSpc>
              <a:spcBef>
                <a:spcPct val="0"/>
              </a:spcBef>
              <a:spcAft>
                <a:spcPct val="0"/>
              </a:spcAft>
            </a:pPr>
            <a:r>
              <a:rPr lang="en-US" sz="2000" dirty="0">
                <a:solidFill>
                  <a:srgbClr val="0C0D03"/>
                </a:solidFill>
                <a:latin typeface="Times New Roman" panose="02020603050405020304" pitchFamily="18" charset="0"/>
                <a:cs typeface="Times New Roman" panose="02020603050405020304" pitchFamily="18" charset="0"/>
              </a:rPr>
              <a:t>1 → High fasting blood sugar</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 These categories appear on the x-axis..</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p:txBody>
      </p:sp>
      <p:pic>
        <p:nvPicPr>
          <p:cNvPr id="9" name="Picture 8">
            <a:extLst>
              <a:ext uri="{FF2B5EF4-FFF2-40B4-BE49-F238E27FC236}">
                <a16:creationId xmlns:a16="http://schemas.microsoft.com/office/drawing/2014/main" id="{087E76C7-7B0D-CA77-05A6-7A2FE375046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1560" y="2810108"/>
            <a:ext cx="8141616" cy="748245"/>
          </a:xfrm>
          <a:prstGeom prst="rect">
            <a:avLst/>
          </a:prstGeom>
        </p:spPr>
      </p:pic>
      <p:pic>
        <p:nvPicPr>
          <p:cNvPr id="5" name="Picture 4">
            <a:extLst>
              <a:ext uri="{FF2B5EF4-FFF2-40B4-BE49-F238E27FC236}">
                <a16:creationId xmlns:a16="http://schemas.microsoft.com/office/drawing/2014/main" id="{E448F1D2-E45E-9728-DB94-94451C010927}"/>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2844943405"/>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03E8BD-0EF8-3588-A13F-3167384E6586}"/>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3DD10854-3580-CA83-F7F7-56CAC00F915F}"/>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91</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5DE53F96-E511-2182-FBC4-56DB02B26C08}"/>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83B2CA72-6742-B7C1-5938-7AFFA0ABEAA6}"/>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:15</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35217A99-E8CA-5333-1738-9792F4A52523}"/>
              </a:ext>
            </a:extLst>
          </p:cNvPr>
          <p:cNvSpPr/>
          <p:nvPr/>
        </p:nvSpPr>
        <p:spPr bwMode="auto">
          <a:xfrm>
            <a:off x="419510" y="2234915"/>
            <a:ext cx="831332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STEP 15:</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y='</a:t>
            </a:r>
            <a:r>
              <a:rPr lang="en-US" sz="2000" b="1" dirty="0" err="1">
                <a:solidFill>
                  <a:srgbClr val="0C0D03"/>
                </a:solidFill>
                <a:latin typeface="Times New Roman" panose="02020603050405020304" pitchFamily="18" charset="0"/>
                <a:cs typeface="Times New Roman" panose="02020603050405020304" pitchFamily="18" charset="0"/>
              </a:rPr>
              <a:t>chol</a:t>
            </a:r>
            <a:r>
              <a:rPr lang="en-US" sz="2000" b="1" dirty="0">
                <a:solidFill>
                  <a:srgbClr val="0C0D03"/>
                </a:solidFill>
                <a:latin typeface="Times New Roman" panose="02020603050405020304" pitchFamily="18" charset="0"/>
                <a:cs typeface="Times New Roman" panose="02020603050405020304" pitchFamily="18" charset="0"/>
              </a:rPr>
              <a:t>’</a:t>
            </a:r>
          </a:p>
          <a:p>
            <a:pPr lvl="1" algn="just" rtl="0" fontAlgn="base">
              <a:lnSpc>
                <a:spcPts val="3000"/>
              </a:lnSpc>
              <a:spcBef>
                <a:spcPct val="0"/>
              </a:spcBef>
              <a:spcAft>
                <a:spcPct val="0"/>
              </a:spcAft>
            </a:pPr>
            <a:r>
              <a:rPr lang="en-US" sz="2000" dirty="0" err="1">
                <a:solidFill>
                  <a:srgbClr val="0C0D03"/>
                </a:solidFill>
                <a:latin typeface="Times New Roman" panose="02020603050405020304" pitchFamily="18" charset="0"/>
                <a:cs typeface="Times New Roman" panose="02020603050405020304" pitchFamily="18" charset="0"/>
              </a:rPr>
              <a:t>chol</a:t>
            </a:r>
            <a:r>
              <a:rPr lang="en-US" sz="2000" dirty="0">
                <a:solidFill>
                  <a:srgbClr val="0C0D03"/>
                </a:solidFill>
                <a:latin typeface="Times New Roman" panose="02020603050405020304" pitchFamily="18" charset="0"/>
                <a:cs typeface="Times New Roman" panose="02020603050405020304" pitchFamily="18" charset="0"/>
              </a:rPr>
              <a:t> = Serum cholesterol level</a:t>
            </a:r>
          </a:p>
          <a:p>
            <a:pPr lvl="1" algn="just" rtl="0" fontAlgn="base">
              <a:lnSpc>
                <a:spcPts val="3000"/>
              </a:lnSpc>
              <a:spcBef>
                <a:spcPct val="0"/>
              </a:spcBef>
              <a:spcAft>
                <a:spcPct val="0"/>
              </a:spcAft>
            </a:pPr>
            <a:r>
              <a:rPr lang="en-US" sz="2000" dirty="0">
                <a:solidFill>
                  <a:srgbClr val="0C0D03"/>
                </a:solidFill>
                <a:latin typeface="Times New Roman" panose="02020603050405020304" pitchFamily="18" charset="0"/>
                <a:cs typeface="Times New Roman" panose="02020603050405020304" pitchFamily="18" charset="0"/>
              </a:rPr>
              <a:t>This is a numerical variable</a:t>
            </a: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 The average cholesterol is plotted on the y-axis.</a:t>
            </a: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p:txBody>
      </p:sp>
      <p:pic>
        <p:nvPicPr>
          <p:cNvPr id="9" name="Picture 8">
            <a:extLst>
              <a:ext uri="{FF2B5EF4-FFF2-40B4-BE49-F238E27FC236}">
                <a16:creationId xmlns:a16="http://schemas.microsoft.com/office/drawing/2014/main" id="{75ABFC2D-FCAF-03B2-2BAA-1F3DCEB41A5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1560" y="2810108"/>
            <a:ext cx="8141616" cy="748245"/>
          </a:xfrm>
          <a:prstGeom prst="rect">
            <a:avLst/>
          </a:prstGeom>
        </p:spPr>
      </p:pic>
      <p:pic>
        <p:nvPicPr>
          <p:cNvPr id="5" name="Picture 4">
            <a:extLst>
              <a:ext uri="{FF2B5EF4-FFF2-40B4-BE49-F238E27FC236}">
                <a16:creationId xmlns:a16="http://schemas.microsoft.com/office/drawing/2014/main" id="{3BA8F364-0C38-6825-E3F7-9EB4B173CCAD}"/>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3805540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198BAF-5C2C-7778-AD7D-C3B4267B46DC}"/>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A0822435-65C7-9EB8-5F8A-7AB546E8CAD1}"/>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92</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26BDE2F3-AA36-4115-7D94-932B7FE1F9D1}"/>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4653303D-C4C2-37A3-ADB3-99B6C9A3229E}"/>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:15</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9EF978B1-3FE9-DF97-EDDB-AF3890F2E2D3}"/>
              </a:ext>
            </a:extLst>
          </p:cNvPr>
          <p:cNvSpPr/>
          <p:nvPr/>
        </p:nvSpPr>
        <p:spPr bwMode="auto">
          <a:xfrm>
            <a:off x="419510" y="2234915"/>
            <a:ext cx="831332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STEP 15:</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data=</a:t>
            </a:r>
            <a:r>
              <a:rPr lang="en-US" sz="2000" b="1" dirty="0" err="1">
                <a:solidFill>
                  <a:srgbClr val="0C0D03"/>
                </a:solidFill>
                <a:latin typeface="Times New Roman" panose="02020603050405020304" pitchFamily="18" charset="0"/>
                <a:cs typeface="Times New Roman" panose="02020603050405020304" pitchFamily="18" charset="0"/>
              </a:rPr>
              <a:t>df</a:t>
            </a:r>
            <a:endParaRPr lang="en-US" sz="2000" b="1" dirty="0">
              <a:solidFill>
                <a:srgbClr val="0C0D03"/>
              </a:solidFill>
              <a:latin typeface="Times New Roman" panose="02020603050405020304" pitchFamily="18" charset="0"/>
              <a:cs typeface="Times New Roman" panose="02020603050405020304" pitchFamily="18" charset="0"/>
            </a:endParaRPr>
          </a:p>
          <a:p>
            <a:pPr lvl="1" algn="just" rtl="0" fontAlgn="base">
              <a:lnSpc>
                <a:spcPts val="3000"/>
              </a:lnSpc>
              <a:spcBef>
                <a:spcPct val="0"/>
              </a:spcBef>
              <a:spcAft>
                <a:spcPct val="0"/>
              </a:spcAft>
            </a:pPr>
            <a:r>
              <a:rPr lang="en-US" sz="2000" dirty="0" err="1">
                <a:solidFill>
                  <a:srgbClr val="0C0D03"/>
                </a:solidFill>
                <a:latin typeface="Times New Roman" panose="02020603050405020304" pitchFamily="18" charset="0"/>
                <a:cs typeface="Times New Roman" panose="02020603050405020304" pitchFamily="18" charset="0"/>
              </a:rPr>
              <a:t>df</a:t>
            </a:r>
            <a:r>
              <a:rPr lang="en-US" sz="2000" dirty="0">
                <a:solidFill>
                  <a:srgbClr val="0C0D03"/>
                </a:solidFill>
                <a:latin typeface="Times New Roman" panose="02020603050405020304" pitchFamily="18" charset="0"/>
                <a:cs typeface="Times New Roman" panose="02020603050405020304" pitchFamily="18" charset="0"/>
              </a:rPr>
              <a:t> is the pandas </a:t>
            </a:r>
            <a:r>
              <a:rPr lang="en-US" sz="2000" dirty="0" err="1">
                <a:solidFill>
                  <a:srgbClr val="0C0D03"/>
                </a:solidFill>
                <a:latin typeface="Times New Roman" panose="02020603050405020304" pitchFamily="18" charset="0"/>
                <a:cs typeface="Times New Roman" panose="02020603050405020304" pitchFamily="18" charset="0"/>
              </a:rPr>
              <a:t>DataFrame</a:t>
            </a:r>
            <a:r>
              <a:rPr lang="en-US" sz="2000" dirty="0">
                <a:solidFill>
                  <a:srgbClr val="0C0D03"/>
                </a:solidFill>
                <a:latin typeface="Times New Roman" panose="02020603050405020304" pitchFamily="18" charset="0"/>
                <a:cs typeface="Times New Roman" panose="02020603050405020304" pitchFamily="18" charset="0"/>
              </a:rPr>
              <a:t> containing the dataset</a:t>
            </a:r>
          </a:p>
          <a:p>
            <a:pPr lvl="1" algn="just" rtl="0" fontAlgn="base">
              <a:lnSpc>
                <a:spcPts val="3000"/>
              </a:lnSpc>
              <a:spcBef>
                <a:spcPct val="0"/>
              </a:spcBef>
              <a:spcAft>
                <a:spcPct val="0"/>
              </a:spcAft>
            </a:pPr>
            <a:r>
              <a:rPr lang="en-US" sz="2000" dirty="0">
                <a:solidFill>
                  <a:srgbClr val="0C0D03"/>
                </a:solidFill>
                <a:latin typeface="Times New Roman" panose="02020603050405020304" pitchFamily="18" charset="0"/>
                <a:cs typeface="Times New Roman" panose="02020603050405020304" pitchFamily="18" charset="0"/>
              </a:rPr>
              <a:t>Seaborn takes data directly from this table</a:t>
            </a: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No need to manually extract columns</a:t>
            </a:r>
            <a:endParaRPr lang="en-US" sz="2400" b="1" dirty="0">
              <a:solidFill>
                <a:srgbClr val="0C0D03"/>
              </a:solidFill>
              <a:latin typeface="Times New Roman" panose="02020603050405020304" pitchFamily="18" charset="0"/>
              <a:cs typeface="Times New Roman" panose="02020603050405020304" pitchFamily="18" charset="0"/>
            </a:endParaRPr>
          </a:p>
        </p:txBody>
      </p:sp>
      <p:pic>
        <p:nvPicPr>
          <p:cNvPr id="9" name="Picture 8">
            <a:extLst>
              <a:ext uri="{FF2B5EF4-FFF2-40B4-BE49-F238E27FC236}">
                <a16:creationId xmlns:a16="http://schemas.microsoft.com/office/drawing/2014/main" id="{EF765C6A-B231-AF08-83D2-2BA3E6BF463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1560" y="2810108"/>
            <a:ext cx="8141616" cy="748245"/>
          </a:xfrm>
          <a:prstGeom prst="rect">
            <a:avLst/>
          </a:prstGeom>
        </p:spPr>
      </p:pic>
      <p:pic>
        <p:nvPicPr>
          <p:cNvPr id="5" name="Picture 4">
            <a:extLst>
              <a:ext uri="{FF2B5EF4-FFF2-40B4-BE49-F238E27FC236}">
                <a16:creationId xmlns:a16="http://schemas.microsoft.com/office/drawing/2014/main" id="{64A23C70-CB4C-85CC-9E5B-942F1A58454E}"/>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1936047487"/>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88CAF2-53E0-0BBB-FC05-F901AD2128B6}"/>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BF173ADB-BFFB-D3CE-362B-D69839B07CE0}"/>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93</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414EC879-6ECD-93DF-8512-A8F90562A7F8}"/>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42E9C2B2-A891-536E-6981-B7B8B98C48DA}"/>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:15</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7E86F899-5BBF-30FA-F74F-0D43A26949D0}"/>
              </a:ext>
            </a:extLst>
          </p:cNvPr>
          <p:cNvSpPr/>
          <p:nvPr/>
        </p:nvSpPr>
        <p:spPr bwMode="auto">
          <a:xfrm>
            <a:off x="251520" y="2234915"/>
            <a:ext cx="8640960"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STEP 15:</a:t>
            </a:r>
          </a:p>
          <a:p>
            <a:pPr marL="0" marR="0" indent="0" algn="just" defTabSz="914400" rtl="0" eaLnBrk="1" fontAlgn="base" latinLnBrk="0" hangingPunct="1">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palette='Set3’ :</a:t>
            </a:r>
          </a:p>
          <a:p>
            <a:pPr lvl="1" algn="just" rtl="0" fontAlgn="base">
              <a:spcBef>
                <a:spcPct val="0"/>
              </a:spcBef>
              <a:spcAft>
                <a:spcPct val="0"/>
              </a:spcAft>
            </a:pPr>
            <a:r>
              <a:rPr lang="en-US" sz="2000" dirty="0">
                <a:solidFill>
                  <a:srgbClr val="0C0D03"/>
                </a:solidFill>
                <a:latin typeface="Times New Roman" panose="02020603050405020304" pitchFamily="18" charset="0"/>
                <a:cs typeface="Times New Roman" panose="02020603050405020304" pitchFamily="18" charset="0"/>
              </a:rPr>
              <a:t>Defines the color theme of the bars</a:t>
            </a:r>
          </a:p>
          <a:p>
            <a:pPr lvl="1" algn="just" rtl="0" fontAlgn="base">
              <a:spcBef>
                <a:spcPct val="0"/>
              </a:spcBef>
              <a:spcAft>
                <a:spcPct val="0"/>
              </a:spcAft>
            </a:pPr>
            <a:r>
              <a:rPr lang="en-US" sz="2000" dirty="0">
                <a:solidFill>
                  <a:srgbClr val="0C0D03"/>
                </a:solidFill>
                <a:latin typeface="Times New Roman" panose="02020603050405020304" pitchFamily="18" charset="0"/>
                <a:cs typeface="Times New Roman" panose="02020603050405020304" pitchFamily="18" charset="0"/>
              </a:rPr>
              <a:t>Set3 is a predefined color palette in Seaborn</a:t>
            </a:r>
          </a:p>
          <a:p>
            <a:pPr marL="0" marR="0" indent="0" algn="just" defTabSz="914400" rtl="0" eaLnBrk="1" fontAlgn="base" latinLnBrk="0" hangingPunct="1">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 Improves visual clarity and aesthetics.</a:t>
            </a:r>
          </a:p>
          <a:p>
            <a:pPr marL="0" marR="0" indent="0" algn="just" defTabSz="914400" rtl="0" eaLnBrk="1" fontAlgn="base" latinLnBrk="0" hangingPunct="1">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This bar plot shows:</a:t>
            </a:r>
          </a:p>
          <a:p>
            <a:pPr lvl="1" algn="just" rtl="0" fontAlgn="base">
              <a:spcBef>
                <a:spcPct val="0"/>
              </a:spcBef>
              <a:spcAft>
                <a:spcPct val="0"/>
              </a:spcAft>
            </a:pPr>
            <a:r>
              <a:rPr lang="en-US" sz="1850" dirty="0">
                <a:solidFill>
                  <a:srgbClr val="0C0D03"/>
                </a:solidFill>
                <a:latin typeface="Times New Roman" panose="02020603050405020304" pitchFamily="18" charset="0"/>
                <a:cs typeface="Times New Roman" panose="02020603050405020304" pitchFamily="18" charset="0"/>
              </a:rPr>
              <a:t>The average cholesterol level for each fasting blood sugar group (normal vs high).</a:t>
            </a:r>
          </a:p>
          <a:p>
            <a:pPr lvl="1" algn="just" rtl="0" fontAlgn="base">
              <a:spcBef>
                <a:spcPct val="0"/>
              </a:spcBef>
              <a:spcAft>
                <a:spcPct val="0"/>
              </a:spcAft>
            </a:pPr>
            <a:r>
              <a:rPr lang="en-US" sz="2000" dirty="0">
                <a:solidFill>
                  <a:srgbClr val="0C0D03"/>
                </a:solidFill>
                <a:latin typeface="Times New Roman" panose="02020603050405020304" pitchFamily="18" charset="0"/>
                <a:cs typeface="Times New Roman" panose="02020603050405020304" pitchFamily="18" charset="0"/>
              </a:rPr>
              <a:t>Each bar = one </a:t>
            </a:r>
            <a:r>
              <a:rPr lang="en-US" sz="2000" dirty="0" err="1">
                <a:solidFill>
                  <a:srgbClr val="0C0D03"/>
                </a:solidFill>
                <a:latin typeface="Times New Roman" panose="02020603050405020304" pitchFamily="18" charset="0"/>
                <a:cs typeface="Times New Roman" panose="02020603050405020304" pitchFamily="18" charset="0"/>
              </a:rPr>
              <a:t>fbs</a:t>
            </a:r>
            <a:r>
              <a:rPr lang="en-US" sz="2000" dirty="0">
                <a:solidFill>
                  <a:srgbClr val="0C0D03"/>
                </a:solidFill>
                <a:latin typeface="Times New Roman" panose="02020603050405020304" pitchFamily="18" charset="0"/>
                <a:cs typeface="Times New Roman" panose="02020603050405020304" pitchFamily="18" charset="0"/>
              </a:rPr>
              <a:t> category</a:t>
            </a:r>
          </a:p>
          <a:p>
            <a:pPr lvl="1" algn="just" rtl="0" fontAlgn="base">
              <a:spcBef>
                <a:spcPct val="0"/>
              </a:spcBef>
              <a:spcAft>
                <a:spcPct val="0"/>
              </a:spcAft>
            </a:pPr>
            <a:r>
              <a:rPr lang="en-US" sz="2000" dirty="0">
                <a:solidFill>
                  <a:srgbClr val="0C0D03"/>
                </a:solidFill>
                <a:latin typeface="Times New Roman" panose="02020603050405020304" pitchFamily="18" charset="0"/>
                <a:cs typeface="Times New Roman" panose="02020603050405020304" pitchFamily="18" charset="0"/>
              </a:rPr>
              <a:t>Height of bar = mean cholesterol value</a:t>
            </a:r>
          </a:p>
        </p:txBody>
      </p:sp>
      <p:pic>
        <p:nvPicPr>
          <p:cNvPr id="9" name="Picture 8">
            <a:extLst>
              <a:ext uri="{FF2B5EF4-FFF2-40B4-BE49-F238E27FC236}">
                <a16:creationId xmlns:a16="http://schemas.microsoft.com/office/drawing/2014/main" id="{116AA90D-873A-D1D2-544F-0B2A2CCA4D5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1560" y="2810109"/>
            <a:ext cx="8141616" cy="618892"/>
          </a:xfrm>
          <a:prstGeom prst="rect">
            <a:avLst/>
          </a:prstGeom>
        </p:spPr>
      </p:pic>
      <p:pic>
        <p:nvPicPr>
          <p:cNvPr id="5" name="Picture 4">
            <a:extLst>
              <a:ext uri="{FF2B5EF4-FFF2-40B4-BE49-F238E27FC236}">
                <a16:creationId xmlns:a16="http://schemas.microsoft.com/office/drawing/2014/main" id="{9E3EC3D9-A123-1988-993A-F6220A043D52}"/>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4293066392"/>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04541-B8AA-19EB-0A60-FD1F5C8FF5D5}"/>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D66AA084-B645-0E15-6D54-4F1E26158B73}"/>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94</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FEF7C418-B634-589E-F0D9-61F3362057EE}"/>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07D25517-75BA-8108-FCE8-15CD46CA329A}"/>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:15</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F10B8CEA-2B65-114F-3890-9171A4677684}"/>
              </a:ext>
            </a:extLst>
          </p:cNvPr>
          <p:cNvSpPr/>
          <p:nvPr/>
        </p:nvSpPr>
        <p:spPr bwMode="auto">
          <a:xfrm>
            <a:off x="251520" y="2234915"/>
            <a:ext cx="8640960"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STEP 15:</a:t>
            </a:r>
          </a:p>
          <a:p>
            <a:pPr marL="0" marR="0" indent="0" algn="just" defTabSz="914400" rtl="0" eaLnBrk="1" fontAlgn="base" latinLnBrk="0" hangingPunct="1">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p:txBody>
      </p:sp>
      <p:sp>
        <p:nvSpPr>
          <p:cNvPr id="5" name="Rectangle 1">
            <a:extLst>
              <a:ext uri="{FF2B5EF4-FFF2-40B4-BE49-F238E27FC236}">
                <a16:creationId xmlns:a16="http://schemas.microsoft.com/office/drawing/2014/main" id="{A1CF3E22-5194-9F12-162B-9F4AB55328AF}"/>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0" i="0" u="none" strike="noStrike" cap="none" normalizeH="0" baseline="0">
                <a:ln>
                  <a:noFill/>
                </a:ln>
                <a:solidFill>
                  <a:schemeClr val="tx1"/>
                </a:solidFill>
                <a:effectLst/>
                <a:latin typeface="Arial Unicode MS"/>
              </a:rPr>
              <a:t>/tmp/ipython-input-1329050775.py:2: FutureWarning: Passing `palette` without assigning `hue` is deprecated and will be removed in v0.14.0. Assign the `x` variable to `hue` and set `legend=False` for the same effect. sns.barplot(x='fbs', y='chol', data=df, palette='Set3') </a:t>
            </a:r>
            <a:endParaRPr kumimoji="0" lang="en-US" altLang="en-US" sz="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a:ln>
                  <a:noFill/>
                </a:ln>
                <a:solidFill>
                  <a:schemeClr val="tx1"/>
                </a:solidFill>
                <a:effectLst/>
                <a:latin typeface="Arial" panose="020B0604020202020204" pitchFamily="34" charset="0"/>
              </a:rPr>
              <a:t>  </a:t>
            </a:r>
            <a:r>
              <a:rPr kumimoji="0" lang="en-US" altLang="en-US" sz="27300" b="0" i="0" u="none" strike="noStrike" cap="none" normalizeH="0" baseline="0">
                <a:ln>
                  <a:noFill/>
                </a:ln>
                <a:solidFill>
                  <a:schemeClr val="tx1"/>
                </a:solidFill>
                <a:effectLst/>
                <a:latin typeface="Arial" panose="020B0604020202020204" pitchFamily="34" charset="0"/>
              </a:rPr>
              <a:t>      </a:t>
            </a:r>
            <a:endParaRPr kumimoji="0" lang="en-US" altLang="en-US" sz="1800" b="0" i="0" u="none" strike="noStrike" cap="none" normalizeH="0" baseline="0">
              <a:ln>
                <a:noFill/>
              </a:ln>
              <a:solidFill>
                <a:schemeClr val="tx1"/>
              </a:solidFill>
              <a:effectLst/>
              <a:latin typeface="Arial" panose="020B0604020202020204" pitchFamily="34" charset="0"/>
            </a:endParaRPr>
          </a:p>
        </p:txBody>
      </p:sp>
      <p:pic>
        <p:nvPicPr>
          <p:cNvPr id="5122" name="Picture 2">
            <a:extLst>
              <a:ext uri="{FF2B5EF4-FFF2-40B4-BE49-F238E27FC236}">
                <a16:creationId xmlns:a16="http://schemas.microsoft.com/office/drawing/2014/main" id="{B98AF43E-3AFE-518E-BCA3-FEAD7B7C868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96477" y="2234915"/>
            <a:ext cx="3796003" cy="3024836"/>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4B837966-4AD8-A999-B42C-1550EDA15692}"/>
              </a:ext>
            </a:extLst>
          </p:cNvPr>
          <p:cNvSpPr txBox="1"/>
          <p:nvPr/>
        </p:nvSpPr>
        <p:spPr>
          <a:xfrm>
            <a:off x="282503" y="2810109"/>
            <a:ext cx="4915838" cy="2523768"/>
          </a:xfrm>
          <a:prstGeom prst="rect">
            <a:avLst/>
          </a:prstGeom>
          <a:noFill/>
        </p:spPr>
        <p:txBody>
          <a:bodyPr wrap="square" rtlCol="0">
            <a:spAutoFit/>
          </a:bodyPr>
          <a:lstStyle/>
          <a:p>
            <a:pPr algn="l" rtl="0"/>
            <a:r>
              <a:rPr lang="en-US" sz="2000" dirty="0">
                <a:solidFill>
                  <a:srgbClr val="0C0D03"/>
                </a:solidFill>
                <a:latin typeface="Times New Roman" panose="02020603050405020304" pitchFamily="18" charset="0"/>
                <a:cs typeface="Times New Roman" panose="02020603050405020304" pitchFamily="18" charset="0"/>
              </a:rPr>
              <a:t>This bar chart illustrates the average cholesterol level (</a:t>
            </a:r>
            <a:r>
              <a:rPr lang="en-US" sz="2000" dirty="0" err="1">
                <a:solidFill>
                  <a:srgbClr val="0C0D03"/>
                </a:solidFill>
                <a:latin typeface="Times New Roman" panose="02020603050405020304" pitchFamily="18" charset="0"/>
                <a:cs typeface="Times New Roman" panose="02020603050405020304" pitchFamily="18" charset="0"/>
              </a:rPr>
              <a:t>chol</a:t>
            </a:r>
            <a:r>
              <a:rPr lang="en-US" sz="2000" dirty="0">
                <a:solidFill>
                  <a:srgbClr val="0C0D03"/>
                </a:solidFill>
                <a:latin typeface="Times New Roman" panose="02020603050405020304" pitchFamily="18" charset="0"/>
                <a:cs typeface="Times New Roman" panose="02020603050405020304" pitchFamily="18" charset="0"/>
              </a:rPr>
              <a:t>) of patients grouped by their fasting blood sugar status (</a:t>
            </a:r>
            <a:r>
              <a:rPr lang="en-US" sz="2000" dirty="0" err="1">
                <a:solidFill>
                  <a:srgbClr val="0C0D03"/>
                </a:solidFill>
                <a:latin typeface="Times New Roman" panose="02020603050405020304" pitchFamily="18" charset="0"/>
                <a:cs typeface="Times New Roman" panose="02020603050405020304" pitchFamily="18" charset="0"/>
              </a:rPr>
              <a:t>fbs</a:t>
            </a:r>
            <a:r>
              <a:rPr lang="en-US" sz="2000" dirty="0">
                <a:solidFill>
                  <a:srgbClr val="0C0D03"/>
                </a:solidFill>
                <a:latin typeface="Times New Roman" panose="02020603050405020304" pitchFamily="18" charset="0"/>
                <a:cs typeface="Times New Roman" panose="02020603050405020304" pitchFamily="18" charset="0"/>
              </a:rPr>
              <a:t>). </a:t>
            </a:r>
          </a:p>
          <a:p>
            <a:pPr algn="l" rtl="0"/>
            <a:r>
              <a:rPr lang="en-US" sz="2000" dirty="0">
                <a:solidFill>
                  <a:srgbClr val="0C0D03"/>
                </a:solidFill>
                <a:latin typeface="Times New Roman" panose="02020603050405020304" pitchFamily="18" charset="0"/>
                <a:cs typeface="Times New Roman" panose="02020603050405020304" pitchFamily="18" charset="0"/>
              </a:rPr>
              <a:t>The </a:t>
            </a:r>
            <a:r>
              <a:rPr lang="en-US" sz="2000" dirty="0" err="1">
                <a:solidFill>
                  <a:srgbClr val="0C0D03"/>
                </a:solidFill>
                <a:latin typeface="Times New Roman" panose="02020603050405020304" pitchFamily="18" charset="0"/>
                <a:cs typeface="Times New Roman" panose="02020603050405020304" pitchFamily="18" charset="0"/>
              </a:rPr>
              <a:t>fbs</a:t>
            </a:r>
            <a:r>
              <a:rPr lang="en-US" sz="2000" dirty="0">
                <a:solidFill>
                  <a:srgbClr val="0C0D03"/>
                </a:solidFill>
                <a:latin typeface="Times New Roman" panose="02020603050405020304" pitchFamily="18" charset="0"/>
                <a:cs typeface="Times New Roman" panose="02020603050405020304" pitchFamily="18" charset="0"/>
              </a:rPr>
              <a:t> variable indicates whether a patient’s fasting blood sugar level is higher than the clinical threshold (typically &gt;120 mg/dL).</a:t>
            </a:r>
          </a:p>
          <a:p>
            <a:pPr algn="l" rtl="0"/>
            <a:endParaRPr lang="en-US" sz="2000" dirty="0">
              <a:solidFill>
                <a:srgbClr val="0C0D03"/>
              </a:solidFill>
              <a:latin typeface="Times New Roman" panose="02020603050405020304" pitchFamily="18" charset="0"/>
              <a:cs typeface="Times New Roman" panose="02020603050405020304" pitchFamily="18" charset="0"/>
            </a:endParaRPr>
          </a:p>
          <a:p>
            <a:pPr algn="l" rtl="0"/>
            <a:endParaRPr lang="en-US" dirty="0"/>
          </a:p>
        </p:txBody>
      </p:sp>
      <p:pic>
        <p:nvPicPr>
          <p:cNvPr id="7" name="Picture 6">
            <a:extLst>
              <a:ext uri="{FF2B5EF4-FFF2-40B4-BE49-F238E27FC236}">
                <a16:creationId xmlns:a16="http://schemas.microsoft.com/office/drawing/2014/main" id="{9AF0FF44-C2FB-6DF4-4226-54E56A7D2A6F}"/>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303153662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05011C-4836-3188-DA86-4ED86D674747}"/>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9ED2B9E9-0E25-1D25-634C-E81F487F5FD8}"/>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95</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A31C0052-C724-7964-988D-9A21FB281F6C}"/>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C9870A53-ED96-5874-F9C8-BDABB88CDC32}"/>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:15</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32E0A3EF-F1D6-A571-3EAA-DF65FB8A929A}"/>
              </a:ext>
            </a:extLst>
          </p:cNvPr>
          <p:cNvSpPr/>
          <p:nvPr/>
        </p:nvSpPr>
        <p:spPr bwMode="auto">
          <a:xfrm>
            <a:off x="251520" y="2234915"/>
            <a:ext cx="8640960"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STEP 15:</a:t>
            </a:r>
          </a:p>
          <a:p>
            <a:pPr marL="0" marR="0" indent="0" algn="just" defTabSz="914400" rtl="0" eaLnBrk="1" fontAlgn="base" latinLnBrk="0" hangingPunct="1">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p:txBody>
      </p:sp>
      <p:sp>
        <p:nvSpPr>
          <p:cNvPr id="5" name="Rectangle 1">
            <a:extLst>
              <a:ext uri="{FF2B5EF4-FFF2-40B4-BE49-F238E27FC236}">
                <a16:creationId xmlns:a16="http://schemas.microsoft.com/office/drawing/2014/main" id="{CEACD5CC-0F32-9E5F-4519-7C25369FE4F3}"/>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0" i="0" u="none" strike="noStrike" cap="none" normalizeH="0" baseline="0">
                <a:ln>
                  <a:noFill/>
                </a:ln>
                <a:solidFill>
                  <a:schemeClr val="tx1"/>
                </a:solidFill>
                <a:effectLst/>
                <a:latin typeface="Arial Unicode MS"/>
              </a:rPr>
              <a:t>/tmp/ipython-input-1329050775.py:2: FutureWarning: Passing `palette` without assigning `hue` is deprecated and will be removed in v0.14.0. Assign the `x` variable to `hue` and set `legend=False` for the same effect. sns.barplot(x='fbs', y='chol', data=df, palette='Set3') </a:t>
            </a:r>
            <a:endParaRPr kumimoji="0" lang="en-US" altLang="en-US" sz="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a:ln>
                  <a:noFill/>
                </a:ln>
                <a:solidFill>
                  <a:schemeClr val="tx1"/>
                </a:solidFill>
                <a:effectLst/>
                <a:latin typeface="Arial" panose="020B0604020202020204" pitchFamily="34" charset="0"/>
              </a:rPr>
              <a:t>  </a:t>
            </a:r>
            <a:r>
              <a:rPr kumimoji="0" lang="en-US" altLang="en-US" sz="27300" b="0" i="0" u="none" strike="noStrike" cap="none" normalizeH="0" baseline="0">
                <a:ln>
                  <a:noFill/>
                </a:ln>
                <a:solidFill>
                  <a:schemeClr val="tx1"/>
                </a:solidFill>
                <a:effectLst/>
                <a:latin typeface="Arial" panose="020B0604020202020204" pitchFamily="34" charset="0"/>
              </a:rPr>
              <a:t>      </a:t>
            </a:r>
            <a:endParaRPr kumimoji="0" lang="en-US" altLang="en-US" sz="1800" b="0" i="0" u="none" strike="noStrike" cap="none" normalizeH="0" baseline="0">
              <a:ln>
                <a:noFill/>
              </a:ln>
              <a:solidFill>
                <a:schemeClr val="tx1"/>
              </a:solidFill>
              <a:effectLst/>
              <a:latin typeface="Arial" panose="020B0604020202020204" pitchFamily="34" charset="0"/>
            </a:endParaRPr>
          </a:p>
        </p:txBody>
      </p:sp>
      <p:pic>
        <p:nvPicPr>
          <p:cNvPr id="5122" name="Picture 2">
            <a:extLst>
              <a:ext uri="{FF2B5EF4-FFF2-40B4-BE49-F238E27FC236}">
                <a16:creationId xmlns:a16="http://schemas.microsoft.com/office/drawing/2014/main" id="{D2ED3BB6-8D13-C5C1-218C-A03EA0C1768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96477" y="2234915"/>
            <a:ext cx="3796003" cy="3024836"/>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FD3EC180-1B22-66F9-5EC9-B3856BE792E2}"/>
              </a:ext>
            </a:extLst>
          </p:cNvPr>
          <p:cNvSpPr txBox="1"/>
          <p:nvPr/>
        </p:nvSpPr>
        <p:spPr>
          <a:xfrm>
            <a:off x="282503" y="2810109"/>
            <a:ext cx="4915838" cy="3447098"/>
          </a:xfrm>
          <a:prstGeom prst="rect">
            <a:avLst/>
          </a:prstGeom>
          <a:noFill/>
        </p:spPr>
        <p:txBody>
          <a:bodyPr wrap="square" rtlCol="0">
            <a:spAutoFit/>
          </a:bodyPr>
          <a:lstStyle/>
          <a:p>
            <a:pPr algn="l" rtl="0"/>
            <a:r>
              <a:rPr lang="en-US" sz="2000" b="1" dirty="0">
                <a:solidFill>
                  <a:srgbClr val="0C0D03"/>
                </a:solidFill>
                <a:latin typeface="Times New Roman" panose="02020603050405020304" pitchFamily="18" charset="0"/>
                <a:cs typeface="Times New Roman" panose="02020603050405020304" pitchFamily="18" charset="0"/>
              </a:rPr>
              <a:t>Description of the Chart:</a:t>
            </a:r>
          </a:p>
          <a:p>
            <a:pPr algn="l" rtl="0"/>
            <a:r>
              <a:rPr lang="en-US" sz="2000" dirty="0">
                <a:solidFill>
                  <a:srgbClr val="0C0D03"/>
                </a:solidFill>
                <a:latin typeface="Times New Roman" panose="02020603050405020304" pitchFamily="18" charset="0"/>
                <a:cs typeface="Times New Roman" panose="02020603050405020304" pitchFamily="18" charset="0"/>
              </a:rPr>
              <a:t>The x-axis represents fasting blood sugar categories:</a:t>
            </a:r>
          </a:p>
          <a:p>
            <a:pPr lvl="1" algn="l" rtl="0"/>
            <a:r>
              <a:rPr lang="en-US" sz="2000" dirty="0">
                <a:solidFill>
                  <a:srgbClr val="0C0D03"/>
                </a:solidFill>
                <a:latin typeface="Times New Roman" panose="02020603050405020304" pitchFamily="18" charset="0"/>
                <a:cs typeface="Times New Roman" panose="02020603050405020304" pitchFamily="18" charset="0"/>
              </a:rPr>
              <a:t>False (0) → Normal fasting blood sugar</a:t>
            </a:r>
          </a:p>
          <a:p>
            <a:pPr lvl="1" algn="l" rtl="0"/>
            <a:r>
              <a:rPr lang="en-US" sz="2000" dirty="0">
                <a:solidFill>
                  <a:srgbClr val="0C0D03"/>
                </a:solidFill>
                <a:latin typeface="Times New Roman" panose="02020603050405020304" pitchFamily="18" charset="0"/>
                <a:cs typeface="Times New Roman" panose="02020603050405020304" pitchFamily="18" charset="0"/>
              </a:rPr>
              <a:t>True (1) → Elevated fasting blood sugar</a:t>
            </a:r>
          </a:p>
          <a:p>
            <a:pPr algn="l" rtl="0"/>
            <a:r>
              <a:rPr lang="en-US" sz="2000" dirty="0">
                <a:solidFill>
                  <a:srgbClr val="0C0D03"/>
                </a:solidFill>
                <a:latin typeface="Times New Roman" panose="02020603050405020304" pitchFamily="18" charset="0"/>
                <a:cs typeface="Times New Roman" panose="02020603050405020304" pitchFamily="18" charset="0"/>
              </a:rPr>
              <a:t>The y-axis shows the mean cholesterol level for each group.</a:t>
            </a:r>
          </a:p>
          <a:p>
            <a:pPr algn="l" rtl="0"/>
            <a:r>
              <a:rPr lang="en-US" sz="2000" dirty="0">
                <a:solidFill>
                  <a:srgbClr val="0C0D03"/>
                </a:solidFill>
                <a:latin typeface="Times New Roman" panose="02020603050405020304" pitchFamily="18" charset="0"/>
                <a:cs typeface="Times New Roman" panose="02020603050405020304" pitchFamily="18" charset="0"/>
              </a:rPr>
              <a:t>The vertical black lines on each bar represent confidence intervals, indicating the variability of cholesterol values within each group.</a:t>
            </a:r>
          </a:p>
          <a:p>
            <a:pPr algn="l" rtl="0"/>
            <a:endParaRPr lang="en-US" dirty="0"/>
          </a:p>
        </p:txBody>
      </p:sp>
      <p:pic>
        <p:nvPicPr>
          <p:cNvPr id="7" name="Picture 6">
            <a:extLst>
              <a:ext uri="{FF2B5EF4-FFF2-40B4-BE49-F238E27FC236}">
                <a16:creationId xmlns:a16="http://schemas.microsoft.com/office/drawing/2014/main" id="{64E88961-5CEB-9CC4-09C7-D1E23BA831E6}"/>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2749204672"/>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C78156-9B97-A56A-F95E-F18B51FA52B1}"/>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FBF1865F-9A22-5ADC-367A-A0027E371953}"/>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96</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4010E08E-9BFD-CC32-6DCB-B2A39CC3D453}"/>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9239FD46-2483-636B-C23E-82F36B5784AA}"/>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:15</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BC552C05-6980-9D9F-9EC7-777F46D9943B}"/>
              </a:ext>
            </a:extLst>
          </p:cNvPr>
          <p:cNvSpPr/>
          <p:nvPr/>
        </p:nvSpPr>
        <p:spPr bwMode="auto">
          <a:xfrm>
            <a:off x="251520" y="2234915"/>
            <a:ext cx="8640960"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STEP 15:</a:t>
            </a:r>
          </a:p>
          <a:p>
            <a:pPr marL="0" marR="0" indent="0" algn="just" defTabSz="914400" rtl="0" eaLnBrk="1" fontAlgn="base" latinLnBrk="0" hangingPunct="1">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p:txBody>
      </p:sp>
      <p:sp>
        <p:nvSpPr>
          <p:cNvPr id="5" name="Rectangle 1">
            <a:extLst>
              <a:ext uri="{FF2B5EF4-FFF2-40B4-BE49-F238E27FC236}">
                <a16:creationId xmlns:a16="http://schemas.microsoft.com/office/drawing/2014/main" id="{DCB8D050-B2D9-1373-EA72-0204578DE784}"/>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0" i="0" u="none" strike="noStrike" cap="none" normalizeH="0" baseline="0">
                <a:ln>
                  <a:noFill/>
                </a:ln>
                <a:solidFill>
                  <a:schemeClr val="tx1"/>
                </a:solidFill>
                <a:effectLst/>
                <a:latin typeface="Arial Unicode MS"/>
              </a:rPr>
              <a:t>/tmp/ipython-input-1329050775.py:2: FutureWarning: Passing `palette` without assigning `hue` is deprecated and will be removed in v0.14.0. Assign the `x` variable to `hue` and set `legend=False` for the same effect. sns.barplot(x='fbs', y='chol', data=df, palette='Set3') </a:t>
            </a:r>
            <a:endParaRPr kumimoji="0" lang="en-US" altLang="en-US" sz="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a:ln>
                  <a:noFill/>
                </a:ln>
                <a:solidFill>
                  <a:schemeClr val="tx1"/>
                </a:solidFill>
                <a:effectLst/>
                <a:latin typeface="Arial" panose="020B0604020202020204" pitchFamily="34" charset="0"/>
              </a:rPr>
              <a:t>  </a:t>
            </a:r>
            <a:r>
              <a:rPr kumimoji="0" lang="en-US" altLang="en-US" sz="27300" b="0" i="0" u="none" strike="noStrike" cap="none" normalizeH="0" baseline="0">
                <a:ln>
                  <a:noFill/>
                </a:ln>
                <a:solidFill>
                  <a:schemeClr val="tx1"/>
                </a:solidFill>
                <a:effectLst/>
                <a:latin typeface="Arial" panose="020B0604020202020204" pitchFamily="34" charset="0"/>
              </a:rPr>
              <a:t>      </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6" name="TextBox 5">
            <a:extLst>
              <a:ext uri="{FF2B5EF4-FFF2-40B4-BE49-F238E27FC236}">
                <a16:creationId xmlns:a16="http://schemas.microsoft.com/office/drawing/2014/main" id="{F1981D37-1993-A0D6-CA99-89FE33616737}"/>
              </a:ext>
            </a:extLst>
          </p:cNvPr>
          <p:cNvSpPr txBox="1"/>
          <p:nvPr/>
        </p:nvSpPr>
        <p:spPr>
          <a:xfrm>
            <a:off x="395536" y="2702623"/>
            <a:ext cx="8609977" cy="3139321"/>
          </a:xfrm>
          <a:prstGeom prst="rect">
            <a:avLst/>
          </a:prstGeom>
          <a:noFill/>
        </p:spPr>
        <p:txBody>
          <a:bodyPr wrap="square" rtlCol="0">
            <a:spAutoFit/>
          </a:bodyPr>
          <a:lstStyle/>
          <a:p>
            <a:pPr algn="l" rtl="0"/>
            <a:endParaRPr lang="en-US" sz="2000" dirty="0">
              <a:solidFill>
                <a:srgbClr val="0C0D03"/>
              </a:solidFill>
              <a:latin typeface="Times New Roman" panose="02020603050405020304" pitchFamily="18" charset="0"/>
              <a:cs typeface="Times New Roman" panose="02020603050405020304" pitchFamily="18" charset="0"/>
            </a:endParaRPr>
          </a:p>
          <a:p>
            <a:pPr algn="l" rtl="0"/>
            <a:r>
              <a:rPr lang="en-US" sz="2000" b="1" dirty="0">
                <a:solidFill>
                  <a:srgbClr val="0C0D03"/>
                </a:solidFill>
                <a:latin typeface="Times New Roman" panose="02020603050405020304" pitchFamily="18" charset="0"/>
                <a:cs typeface="Times New Roman" panose="02020603050405020304" pitchFamily="18" charset="0"/>
              </a:rPr>
              <a:t>Key Observations:</a:t>
            </a:r>
          </a:p>
          <a:p>
            <a:pPr algn="l" rtl="0"/>
            <a:r>
              <a:rPr lang="en-US" sz="2000" dirty="0">
                <a:solidFill>
                  <a:srgbClr val="0C0D03"/>
                </a:solidFill>
                <a:latin typeface="Times New Roman" panose="02020603050405020304" pitchFamily="18" charset="0"/>
                <a:cs typeface="Times New Roman" panose="02020603050405020304" pitchFamily="18" charset="0"/>
              </a:rPr>
              <a:t>Patients with elevated fasting blood sugar (</a:t>
            </a:r>
            <a:r>
              <a:rPr lang="en-US" sz="2000" dirty="0" err="1">
                <a:solidFill>
                  <a:srgbClr val="0C0D03"/>
                </a:solidFill>
                <a:latin typeface="Times New Roman" panose="02020603050405020304" pitchFamily="18" charset="0"/>
                <a:cs typeface="Times New Roman" panose="02020603050405020304" pitchFamily="18" charset="0"/>
              </a:rPr>
              <a:t>fbs</a:t>
            </a:r>
            <a:r>
              <a:rPr lang="en-US" sz="2000" dirty="0">
                <a:solidFill>
                  <a:srgbClr val="0C0D03"/>
                </a:solidFill>
                <a:latin typeface="Times New Roman" panose="02020603050405020304" pitchFamily="18" charset="0"/>
                <a:cs typeface="Times New Roman" panose="02020603050405020304" pitchFamily="18" charset="0"/>
              </a:rPr>
              <a:t> = True) tend to have a slightly higher average cholesterol level compared to those with normal fasting blood sugar.</a:t>
            </a:r>
          </a:p>
          <a:p>
            <a:pPr algn="l" rtl="0"/>
            <a:r>
              <a:rPr lang="en-US" sz="2000" dirty="0">
                <a:solidFill>
                  <a:srgbClr val="0C0D03"/>
                </a:solidFill>
                <a:latin typeface="Times New Roman" panose="02020603050405020304" pitchFamily="18" charset="0"/>
                <a:cs typeface="Times New Roman" panose="02020603050405020304" pitchFamily="18" charset="0"/>
              </a:rPr>
              <a:t>Although the difference is not extremely large, it suggests a positive association between high blood sugar and higher cholesterol levels.</a:t>
            </a:r>
          </a:p>
          <a:p>
            <a:pPr algn="l" rtl="0"/>
            <a:r>
              <a:rPr lang="en-US" sz="2000" dirty="0">
                <a:solidFill>
                  <a:srgbClr val="0C0D03"/>
                </a:solidFill>
                <a:latin typeface="Times New Roman" panose="02020603050405020304" pitchFamily="18" charset="0"/>
                <a:cs typeface="Times New Roman" panose="02020603050405020304" pitchFamily="18" charset="0"/>
              </a:rPr>
              <a:t>The overlap in confidence intervals indicates that cholesterol alone may not fully separate the two groups.</a:t>
            </a:r>
          </a:p>
          <a:p>
            <a:pPr algn="l" rtl="0"/>
            <a:endParaRPr lang="en-US" dirty="0"/>
          </a:p>
        </p:txBody>
      </p:sp>
      <p:pic>
        <p:nvPicPr>
          <p:cNvPr id="7" name="Picture 6">
            <a:extLst>
              <a:ext uri="{FF2B5EF4-FFF2-40B4-BE49-F238E27FC236}">
                <a16:creationId xmlns:a16="http://schemas.microsoft.com/office/drawing/2014/main" id="{63A352E2-F1E7-25A8-DB41-65C0AA2DFA0B}"/>
              </a:ext>
            </a:extLst>
          </p:cNvPr>
          <p:cNvPicPr>
            <a:picLocks noChangeAspect="1"/>
          </p:cNvPicPr>
          <p:nvPr/>
        </p:nvPicPr>
        <p:blipFill>
          <a:blip r:embed="rId2">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31983568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5A2E8-FA98-73BB-7445-43CA83589619}"/>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DC02CDCD-A2BD-3D75-463D-A1054C7C2A27}"/>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97</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4BB67AD1-B512-3031-7AEC-9A9815E8F0E4}"/>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E01EE265-5CC1-DD82-E793-C585BF464044}"/>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:15</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48336B9E-8546-D79C-9BDD-DDD10703F172}"/>
              </a:ext>
            </a:extLst>
          </p:cNvPr>
          <p:cNvSpPr/>
          <p:nvPr/>
        </p:nvSpPr>
        <p:spPr bwMode="auto">
          <a:xfrm>
            <a:off x="251520" y="2234915"/>
            <a:ext cx="8640960"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STEP 15:</a:t>
            </a:r>
          </a:p>
          <a:p>
            <a:pPr marL="0" marR="0" indent="0" algn="just" defTabSz="914400" rtl="0" eaLnBrk="1" fontAlgn="base" latinLnBrk="0" hangingPunct="1">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p:txBody>
      </p:sp>
      <p:sp>
        <p:nvSpPr>
          <p:cNvPr id="5" name="Rectangle 1">
            <a:extLst>
              <a:ext uri="{FF2B5EF4-FFF2-40B4-BE49-F238E27FC236}">
                <a16:creationId xmlns:a16="http://schemas.microsoft.com/office/drawing/2014/main" id="{C1304BD2-E0F5-E32F-03E5-6B305CE6CAD6}"/>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0" i="0" u="none" strike="noStrike" cap="none" normalizeH="0" baseline="0">
                <a:ln>
                  <a:noFill/>
                </a:ln>
                <a:solidFill>
                  <a:schemeClr val="tx1"/>
                </a:solidFill>
                <a:effectLst/>
                <a:latin typeface="Arial Unicode MS"/>
              </a:rPr>
              <a:t>/tmp/ipython-input-1329050775.py:2: FutureWarning: Passing `palette` without assigning `hue` is deprecated and will be removed in v0.14.0. Assign the `x` variable to `hue` and set `legend=False` for the same effect. sns.barplot(x='fbs', y='chol', data=df, palette='Set3') </a:t>
            </a:r>
            <a:endParaRPr kumimoji="0" lang="en-US" altLang="en-US" sz="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a:ln>
                  <a:noFill/>
                </a:ln>
                <a:solidFill>
                  <a:schemeClr val="tx1"/>
                </a:solidFill>
                <a:effectLst/>
                <a:latin typeface="Arial" panose="020B0604020202020204" pitchFamily="34" charset="0"/>
              </a:rPr>
              <a:t>  </a:t>
            </a:r>
            <a:r>
              <a:rPr kumimoji="0" lang="en-US" altLang="en-US" sz="27300" b="0" i="0" u="none" strike="noStrike" cap="none" normalizeH="0" baseline="0">
                <a:ln>
                  <a:noFill/>
                </a:ln>
                <a:solidFill>
                  <a:schemeClr val="tx1"/>
                </a:solidFill>
                <a:effectLst/>
                <a:latin typeface="Arial" panose="020B0604020202020204" pitchFamily="34" charset="0"/>
              </a:rPr>
              <a:t>      </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6" name="TextBox 5">
            <a:extLst>
              <a:ext uri="{FF2B5EF4-FFF2-40B4-BE49-F238E27FC236}">
                <a16:creationId xmlns:a16="http://schemas.microsoft.com/office/drawing/2014/main" id="{732078D0-C6D0-A47F-30E5-0AD2C0265F45}"/>
              </a:ext>
            </a:extLst>
          </p:cNvPr>
          <p:cNvSpPr txBox="1"/>
          <p:nvPr/>
        </p:nvSpPr>
        <p:spPr>
          <a:xfrm>
            <a:off x="282503" y="2810109"/>
            <a:ext cx="8609977" cy="2523768"/>
          </a:xfrm>
          <a:prstGeom prst="rect">
            <a:avLst/>
          </a:prstGeom>
          <a:noFill/>
        </p:spPr>
        <p:txBody>
          <a:bodyPr wrap="square" rtlCol="0">
            <a:spAutoFit/>
          </a:bodyPr>
          <a:lstStyle/>
          <a:p>
            <a:pPr algn="l" rtl="0"/>
            <a:r>
              <a:rPr lang="en-US" sz="2000" b="1" dirty="0">
                <a:solidFill>
                  <a:srgbClr val="0C0D03"/>
                </a:solidFill>
                <a:latin typeface="Times New Roman" panose="02020603050405020304" pitchFamily="18" charset="0"/>
                <a:cs typeface="Times New Roman" panose="02020603050405020304" pitchFamily="18" charset="0"/>
              </a:rPr>
              <a:t>Relevance to Classification:</a:t>
            </a:r>
          </a:p>
          <a:p>
            <a:pPr algn="l" rtl="0"/>
            <a:r>
              <a:rPr lang="en-US" sz="2000" dirty="0">
                <a:solidFill>
                  <a:srgbClr val="0C0D03"/>
                </a:solidFill>
                <a:latin typeface="Times New Roman" panose="02020603050405020304" pitchFamily="18" charset="0"/>
                <a:cs typeface="Times New Roman" panose="02020603050405020304" pitchFamily="18" charset="0"/>
              </a:rPr>
              <a:t>This visualization highlights the relationship between fasting blood sugar and cholesterol, both of which are known cardiovascular risk factors. While neither feature alone may be sufficient to predict heart disease, their combined effect can improve the performance of a classification model such as Random Forest. This supports the use of multiple clinical features together to achieve more accurate heart disease prediction.</a:t>
            </a:r>
          </a:p>
          <a:p>
            <a:pPr algn="l" rtl="0"/>
            <a:endParaRPr lang="en-US" dirty="0"/>
          </a:p>
        </p:txBody>
      </p:sp>
      <p:pic>
        <p:nvPicPr>
          <p:cNvPr id="7" name="Picture 6">
            <a:extLst>
              <a:ext uri="{FF2B5EF4-FFF2-40B4-BE49-F238E27FC236}">
                <a16:creationId xmlns:a16="http://schemas.microsoft.com/office/drawing/2014/main" id="{BB9B9B80-9CFB-FBA8-A74B-7EC51483A212}"/>
              </a:ext>
            </a:extLst>
          </p:cNvPr>
          <p:cNvPicPr>
            <a:picLocks noChangeAspect="1"/>
          </p:cNvPicPr>
          <p:nvPr/>
        </p:nvPicPr>
        <p:blipFill>
          <a:blip r:embed="rId2">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149555878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9DD11A-16E9-B0FC-3FE9-6DD24F7A68F6}"/>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8B35A269-DECF-08DA-5AD6-DECE5165CB69}"/>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98</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4B532A51-FA02-AC76-22D0-915CBECDC7C3}"/>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257D6197-E369-88F9-C583-A7E7E7E96E11}"/>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:16</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7D530398-1ACE-B95C-1FB7-43089E3F6B00}"/>
              </a:ext>
            </a:extLst>
          </p:cNvPr>
          <p:cNvSpPr/>
          <p:nvPr/>
        </p:nvSpPr>
        <p:spPr bwMode="auto">
          <a:xfrm>
            <a:off x="419510" y="2234915"/>
            <a:ext cx="831332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STEP 16: Boolean to Numeric Conversion</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Explanation:</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Converts Boolean values to numeric form for ML models.</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p:txBody>
      </p:sp>
      <p:pic>
        <p:nvPicPr>
          <p:cNvPr id="7" name="Picture 6">
            <a:extLst>
              <a:ext uri="{FF2B5EF4-FFF2-40B4-BE49-F238E27FC236}">
                <a16:creationId xmlns:a16="http://schemas.microsoft.com/office/drawing/2014/main" id="{79722995-BF54-3D80-2B80-14FB5F54B16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80521" y="2810109"/>
            <a:ext cx="6887823" cy="1090284"/>
          </a:xfrm>
          <a:prstGeom prst="rect">
            <a:avLst/>
          </a:prstGeom>
        </p:spPr>
      </p:pic>
      <p:pic>
        <p:nvPicPr>
          <p:cNvPr id="5" name="Picture 4">
            <a:extLst>
              <a:ext uri="{FF2B5EF4-FFF2-40B4-BE49-F238E27FC236}">
                <a16:creationId xmlns:a16="http://schemas.microsoft.com/office/drawing/2014/main" id="{DD7C31BA-E5FB-177E-3750-99E7AE6B1209}"/>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36910710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79705A-FA7D-1A32-1A66-F798356B0AAB}"/>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B4570717-27A5-AA0E-4F65-263AA125A830}"/>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99</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622E1615-EAD1-7E22-2CD9-18E887F8A890}"/>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62236517-7C63-2F1B-21C8-7E01517AB49A}"/>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:16</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EE4AB4DC-13CF-97A2-888F-FC836063E768}"/>
              </a:ext>
            </a:extLst>
          </p:cNvPr>
          <p:cNvSpPr/>
          <p:nvPr/>
        </p:nvSpPr>
        <p:spPr bwMode="auto">
          <a:xfrm>
            <a:off x="419510" y="2234915"/>
            <a:ext cx="831332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STEP 16:</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r>
              <a:rPr lang="en-US" sz="2000" dirty="0" err="1">
                <a:solidFill>
                  <a:srgbClr val="0C0D03"/>
                </a:solidFill>
                <a:latin typeface="Times New Roman" panose="02020603050405020304" pitchFamily="18" charset="0"/>
                <a:cs typeface="Times New Roman" panose="02020603050405020304" pitchFamily="18" charset="0"/>
              </a:rPr>
              <a:t>countplot</a:t>
            </a:r>
            <a:r>
              <a:rPr lang="en-US" sz="2000" dirty="0">
                <a:solidFill>
                  <a:srgbClr val="0C0D03"/>
                </a:solidFill>
                <a:latin typeface="Times New Roman" panose="02020603050405020304" pitchFamily="18" charset="0"/>
                <a:cs typeface="Times New Roman" panose="02020603050405020304" pitchFamily="18" charset="0"/>
              </a:rPr>
              <a:t> shows the number of observations (counts) for each category.</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It is used for categorical data only</a:t>
            </a: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err="1">
                <a:solidFill>
                  <a:srgbClr val="0C0D03"/>
                </a:solidFill>
                <a:latin typeface="Times New Roman" panose="02020603050405020304" pitchFamily="18" charset="0"/>
                <a:cs typeface="Times New Roman" panose="02020603050405020304" pitchFamily="18" charset="0"/>
              </a:rPr>
              <a:t>thal</a:t>
            </a:r>
            <a:r>
              <a:rPr lang="en-US" sz="2000" b="1" dirty="0">
                <a:solidFill>
                  <a:srgbClr val="0C0D03"/>
                </a:solidFill>
                <a:latin typeface="Times New Roman" panose="02020603050405020304" pitchFamily="18" charset="0"/>
                <a:cs typeface="Times New Roman" panose="02020603050405020304" pitchFamily="18" charset="0"/>
              </a:rPr>
              <a:t> represents thalassemia / stress test result:</a:t>
            </a:r>
          </a:p>
          <a:p>
            <a:pPr lvl="1" algn="just" rtl="0" fontAlgn="base">
              <a:lnSpc>
                <a:spcPts val="3000"/>
              </a:lnSpc>
              <a:spcBef>
                <a:spcPct val="0"/>
              </a:spcBef>
              <a:spcAft>
                <a:spcPct val="0"/>
              </a:spcAft>
            </a:pPr>
            <a:r>
              <a:rPr lang="en-US" sz="2000" dirty="0">
                <a:solidFill>
                  <a:srgbClr val="0C0D03"/>
                </a:solidFill>
                <a:latin typeface="Times New Roman" panose="02020603050405020304" pitchFamily="18" charset="0"/>
                <a:cs typeface="Times New Roman" panose="02020603050405020304" pitchFamily="18" charset="0"/>
              </a:rPr>
              <a:t>This is a categorical feature</a:t>
            </a:r>
          </a:p>
          <a:p>
            <a:pPr lvl="1" algn="just" rtl="0" fontAlgn="base">
              <a:lnSpc>
                <a:spcPts val="3000"/>
              </a:lnSpc>
              <a:spcBef>
                <a:spcPct val="0"/>
              </a:spcBef>
              <a:spcAft>
                <a:spcPct val="0"/>
              </a:spcAft>
            </a:pPr>
            <a:r>
              <a:rPr lang="en-US" sz="2000" dirty="0">
                <a:solidFill>
                  <a:srgbClr val="0C0D03"/>
                </a:solidFill>
                <a:latin typeface="Times New Roman" panose="02020603050405020304" pitchFamily="18" charset="0"/>
                <a:cs typeface="Times New Roman" panose="02020603050405020304" pitchFamily="18" charset="0"/>
              </a:rPr>
              <a:t>Values represent different test outcomes</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 </a:t>
            </a:r>
            <a:r>
              <a:rPr lang="en-US" sz="2000" b="1" dirty="0">
                <a:solidFill>
                  <a:srgbClr val="0C0D03"/>
                </a:solidFill>
                <a:latin typeface="Times New Roman" panose="02020603050405020304" pitchFamily="18" charset="0"/>
                <a:cs typeface="Times New Roman" panose="02020603050405020304" pitchFamily="18" charset="0"/>
              </a:rPr>
              <a:t>Appears on the x-</a:t>
            </a:r>
            <a:r>
              <a:rPr lang="en-US" sz="2000" b="1" dirty="0" err="1">
                <a:solidFill>
                  <a:srgbClr val="0C0D03"/>
                </a:solidFill>
                <a:latin typeface="Times New Roman" panose="02020603050405020304" pitchFamily="18" charset="0"/>
                <a:cs typeface="Times New Roman" panose="02020603050405020304" pitchFamily="18" charset="0"/>
              </a:rPr>
              <a:t>axi</a:t>
            </a:r>
            <a:endParaRPr lang="en-US" sz="20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p:txBody>
      </p:sp>
      <p:pic>
        <p:nvPicPr>
          <p:cNvPr id="6" name="Picture 5">
            <a:extLst>
              <a:ext uri="{FF2B5EF4-FFF2-40B4-BE49-F238E27FC236}">
                <a16:creationId xmlns:a16="http://schemas.microsoft.com/office/drawing/2014/main" id="{BFA2E566-0E61-5A55-C87E-766A7365B05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9552" y="2950016"/>
            <a:ext cx="7155211" cy="608338"/>
          </a:xfrm>
          <a:prstGeom prst="rect">
            <a:avLst/>
          </a:prstGeom>
        </p:spPr>
      </p:pic>
      <p:pic>
        <p:nvPicPr>
          <p:cNvPr id="5" name="Picture 4">
            <a:extLst>
              <a:ext uri="{FF2B5EF4-FFF2-40B4-BE49-F238E27FC236}">
                <a16:creationId xmlns:a16="http://schemas.microsoft.com/office/drawing/2014/main" id="{242AF134-BB5A-B922-0B78-1141311C1B5F}"/>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2076152424"/>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53380-0AEF-238B-2E29-4C19B99B2DDC}"/>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56419301-4771-4705-5FAA-D8C96618F186}"/>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100</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7061B885-F72A-A7D0-2421-0BCE65F2982A}"/>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9DC68933-CB2B-9706-5E2F-FF512C83B29B}"/>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:16</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EFDE815A-7573-CC83-4CB1-34FB08B61E84}"/>
              </a:ext>
            </a:extLst>
          </p:cNvPr>
          <p:cNvSpPr/>
          <p:nvPr/>
        </p:nvSpPr>
        <p:spPr bwMode="auto">
          <a:xfrm>
            <a:off x="419510" y="2234915"/>
            <a:ext cx="831332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STEP 16:</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hue='sex’ :</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sex divides the data into subgroups:</a:t>
            </a:r>
          </a:p>
          <a:p>
            <a:pPr lvl="1" algn="just" rtl="0" fontAlgn="base">
              <a:lnSpc>
                <a:spcPts val="3000"/>
              </a:lnSpc>
              <a:spcBef>
                <a:spcPct val="0"/>
              </a:spcBef>
              <a:spcAft>
                <a:spcPct val="0"/>
              </a:spcAft>
            </a:pPr>
            <a:r>
              <a:rPr lang="en-US" sz="2000" dirty="0">
                <a:solidFill>
                  <a:srgbClr val="0C0D03"/>
                </a:solidFill>
                <a:latin typeface="Times New Roman" panose="02020603050405020304" pitchFamily="18" charset="0"/>
                <a:cs typeface="Times New Roman" panose="02020603050405020304" pitchFamily="18" charset="0"/>
              </a:rPr>
              <a:t>0 → Female</a:t>
            </a:r>
          </a:p>
          <a:p>
            <a:pPr lvl="1" algn="just" rtl="0" fontAlgn="base">
              <a:lnSpc>
                <a:spcPts val="3000"/>
              </a:lnSpc>
              <a:spcBef>
                <a:spcPct val="0"/>
              </a:spcBef>
              <a:spcAft>
                <a:spcPct val="0"/>
              </a:spcAft>
            </a:pPr>
            <a:r>
              <a:rPr lang="en-US" sz="2000" dirty="0">
                <a:solidFill>
                  <a:srgbClr val="0C0D03"/>
                </a:solidFill>
                <a:latin typeface="Times New Roman" panose="02020603050405020304" pitchFamily="18" charset="0"/>
                <a:cs typeface="Times New Roman" panose="02020603050405020304" pitchFamily="18" charset="0"/>
              </a:rPr>
              <a:t>1 → Male</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 Bars are split by sex, shown in different colors</a:t>
            </a: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data=</a:t>
            </a:r>
            <a:r>
              <a:rPr lang="en-US" sz="2000" b="1" dirty="0" err="1">
                <a:solidFill>
                  <a:srgbClr val="0C0D03"/>
                </a:solidFill>
                <a:latin typeface="Times New Roman" panose="02020603050405020304" pitchFamily="18" charset="0"/>
                <a:cs typeface="Times New Roman" panose="02020603050405020304" pitchFamily="18" charset="0"/>
              </a:rPr>
              <a:t>df</a:t>
            </a:r>
            <a:r>
              <a:rPr lang="en-US" sz="2000" b="1" dirty="0">
                <a:solidFill>
                  <a:srgbClr val="0C0D03"/>
                </a:solidFill>
                <a:latin typeface="Times New Roman" panose="02020603050405020304" pitchFamily="18" charset="0"/>
                <a:cs typeface="Times New Roman" panose="02020603050405020304" pitchFamily="18" charset="0"/>
              </a:rPr>
              <a:t>:</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err="1">
                <a:solidFill>
                  <a:srgbClr val="0C0D03"/>
                </a:solidFill>
                <a:latin typeface="Times New Roman" panose="02020603050405020304" pitchFamily="18" charset="0"/>
                <a:cs typeface="Times New Roman" panose="02020603050405020304" pitchFamily="18" charset="0"/>
              </a:rPr>
              <a:t>df</a:t>
            </a:r>
            <a:r>
              <a:rPr lang="en-US" sz="2000" dirty="0">
                <a:solidFill>
                  <a:srgbClr val="0C0D03"/>
                </a:solidFill>
                <a:latin typeface="Times New Roman" panose="02020603050405020304" pitchFamily="18" charset="0"/>
                <a:cs typeface="Times New Roman" panose="02020603050405020304" pitchFamily="18" charset="0"/>
              </a:rPr>
              <a:t> is the </a:t>
            </a:r>
            <a:r>
              <a:rPr lang="en-US" sz="2000" dirty="0" err="1">
                <a:solidFill>
                  <a:srgbClr val="0C0D03"/>
                </a:solidFill>
                <a:latin typeface="Times New Roman" panose="02020603050405020304" pitchFamily="18" charset="0"/>
                <a:cs typeface="Times New Roman" panose="02020603050405020304" pitchFamily="18" charset="0"/>
              </a:rPr>
              <a:t>DataFrame</a:t>
            </a:r>
            <a:r>
              <a:rPr lang="en-US" sz="2000" dirty="0">
                <a:solidFill>
                  <a:srgbClr val="0C0D03"/>
                </a:solidFill>
                <a:latin typeface="Times New Roman" panose="02020603050405020304" pitchFamily="18" charset="0"/>
                <a:cs typeface="Times New Roman" panose="02020603050405020304" pitchFamily="18" charset="0"/>
              </a:rPr>
              <a:t> containing the dataset</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p:txBody>
      </p:sp>
      <p:pic>
        <p:nvPicPr>
          <p:cNvPr id="6" name="Picture 5">
            <a:extLst>
              <a:ext uri="{FF2B5EF4-FFF2-40B4-BE49-F238E27FC236}">
                <a16:creationId xmlns:a16="http://schemas.microsoft.com/office/drawing/2014/main" id="{205D3F5C-B9D5-8B74-7D9D-28D52BF5CFC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9552" y="2810109"/>
            <a:ext cx="7155211" cy="608338"/>
          </a:xfrm>
          <a:prstGeom prst="rect">
            <a:avLst/>
          </a:prstGeom>
        </p:spPr>
      </p:pic>
      <p:pic>
        <p:nvPicPr>
          <p:cNvPr id="5" name="Picture 4">
            <a:extLst>
              <a:ext uri="{FF2B5EF4-FFF2-40B4-BE49-F238E27FC236}">
                <a16:creationId xmlns:a16="http://schemas.microsoft.com/office/drawing/2014/main" id="{49F61011-D7FE-1F98-B75E-598AE5C21DE3}"/>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282147570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FAA222-B1AB-3B8E-07BC-49653B7A2B1B}"/>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76D96E4D-0D3F-FFE9-8E75-DEF5C51C046A}"/>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101</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14FEAB91-8710-34F9-A866-473FE4720CD1}"/>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717F4B56-0F1E-FE4C-74D9-797B7240D2A6}"/>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:16</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74B821B5-F4B5-BCF0-FC38-2BF146DE39C7}"/>
              </a:ext>
            </a:extLst>
          </p:cNvPr>
          <p:cNvSpPr/>
          <p:nvPr/>
        </p:nvSpPr>
        <p:spPr bwMode="auto">
          <a:xfrm>
            <a:off x="419510" y="2234915"/>
            <a:ext cx="831332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STEP 16:</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palette='Set2’: </a:t>
            </a:r>
          </a:p>
          <a:p>
            <a:pPr lvl="1" algn="just" rtl="0" fontAlgn="base">
              <a:lnSpc>
                <a:spcPts val="3000"/>
              </a:lnSpc>
              <a:spcBef>
                <a:spcPct val="0"/>
              </a:spcBef>
              <a:spcAft>
                <a:spcPct val="0"/>
              </a:spcAft>
            </a:pPr>
            <a:r>
              <a:rPr lang="en-US" sz="2000" dirty="0">
                <a:solidFill>
                  <a:srgbClr val="0C0D03"/>
                </a:solidFill>
                <a:latin typeface="Times New Roman" panose="02020603050405020304" pitchFamily="18" charset="0"/>
                <a:cs typeface="Times New Roman" panose="02020603050405020304" pitchFamily="18" charset="0"/>
              </a:rPr>
              <a:t>Specifies the color scheme</a:t>
            </a:r>
          </a:p>
          <a:p>
            <a:pPr lvl="1" algn="just" rtl="0" fontAlgn="base">
              <a:lnSpc>
                <a:spcPts val="3000"/>
              </a:lnSpc>
              <a:spcBef>
                <a:spcPct val="0"/>
              </a:spcBef>
              <a:spcAft>
                <a:spcPct val="0"/>
              </a:spcAft>
            </a:pPr>
            <a:r>
              <a:rPr lang="en-US" sz="2000" dirty="0">
                <a:solidFill>
                  <a:srgbClr val="0C0D03"/>
                </a:solidFill>
                <a:latin typeface="Times New Roman" panose="02020603050405020304" pitchFamily="18" charset="0"/>
                <a:cs typeface="Times New Roman" panose="02020603050405020304" pitchFamily="18" charset="0"/>
              </a:rPr>
              <a:t>Improves readability and presentation quality</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p:txBody>
      </p:sp>
      <p:pic>
        <p:nvPicPr>
          <p:cNvPr id="6" name="Picture 5">
            <a:extLst>
              <a:ext uri="{FF2B5EF4-FFF2-40B4-BE49-F238E27FC236}">
                <a16:creationId xmlns:a16="http://schemas.microsoft.com/office/drawing/2014/main" id="{034AE80A-C5F6-A5E7-A65A-F6342ADFBA8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9552" y="2810109"/>
            <a:ext cx="7155211" cy="608338"/>
          </a:xfrm>
          <a:prstGeom prst="rect">
            <a:avLst/>
          </a:prstGeom>
        </p:spPr>
      </p:pic>
      <p:pic>
        <p:nvPicPr>
          <p:cNvPr id="5" name="Picture 4">
            <a:extLst>
              <a:ext uri="{FF2B5EF4-FFF2-40B4-BE49-F238E27FC236}">
                <a16:creationId xmlns:a16="http://schemas.microsoft.com/office/drawing/2014/main" id="{560DE21D-E4AB-C593-48AF-92A65E610FB5}"/>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282019009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86EC55-78BC-4F81-26EC-1594A24F946B}"/>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B2C851FB-E561-A2F8-00F7-5DE2F949576C}"/>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102</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A90500CE-D092-F337-278A-F308981AB10F}"/>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54C07B7D-5F4F-DB1D-9E8F-B2AC1D556A22}"/>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:16</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6CA21F7E-A0CC-9D49-6474-C4FC97F7C5C1}"/>
              </a:ext>
            </a:extLst>
          </p:cNvPr>
          <p:cNvSpPr/>
          <p:nvPr/>
        </p:nvSpPr>
        <p:spPr bwMode="auto">
          <a:xfrm>
            <a:off x="419510" y="2234915"/>
            <a:ext cx="831332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STEP 16:</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p:txBody>
      </p:sp>
      <p:pic>
        <p:nvPicPr>
          <p:cNvPr id="6146" name="Picture 2">
            <a:extLst>
              <a:ext uri="{FF2B5EF4-FFF2-40B4-BE49-F238E27FC236}">
                <a16:creationId xmlns:a16="http://schemas.microsoft.com/office/drawing/2014/main" id="{B8E4A2CF-769F-5D50-8B7A-09B91A2E773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23728" y="2234915"/>
            <a:ext cx="4993035" cy="3978689"/>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713F9611-4CDA-EE60-E485-A283A04C6726}"/>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3325031323"/>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6BB2CF-664C-51A2-124C-FB86A1BB5B83}"/>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6BEB55B5-36D3-6EFC-CE48-EA4D9289BED1}"/>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103</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984BD6DD-26CF-5703-F705-26C1362D8157}"/>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41B59459-B5A8-DB25-0C78-23F7A813D2C7}"/>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:16</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28986EE6-29BE-59BC-9DEF-DDA529F2B33D}"/>
              </a:ext>
            </a:extLst>
          </p:cNvPr>
          <p:cNvSpPr/>
          <p:nvPr/>
        </p:nvSpPr>
        <p:spPr bwMode="auto">
          <a:xfrm>
            <a:off x="419510" y="2234915"/>
            <a:ext cx="831332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STEP 16:</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Adding a Title : </a:t>
            </a:r>
          </a:p>
          <a:p>
            <a:pPr lvl="1" algn="just" rtl="0" fontAlgn="base">
              <a:lnSpc>
                <a:spcPts val="3000"/>
              </a:lnSpc>
              <a:spcBef>
                <a:spcPct val="0"/>
              </a:spcBef>
              <a:spcAft>
                <a:spcPct val="0"/>
              </a:spcAft>
            </a:pPr>
            <a:r>
              <a:rPr lang="en-US" sz="2000" dirty="0">
                <a:solidFill>
                  <a:srgbClr val="0C0D03"/>
                </a:solidFill>
                <a:latin typeface="Times New Roman" panose="02020603050405020304" pitchFamily="18" charset="0"/>
                <a:cs typeface="Times New Roman" panose="02020603050405020304" pitchFamily="18" charset="0"/>
              </a:rPr>
              <a:t>Adds a descriptive title to the graph</a:t>
            </a:r>
          </a:p>
          <a:p>
            <a:pPr lvl="1" algn="just" rtl="0" fontAlgn="base">
              <a:lnSpc>
                <a:spcPts val="3000"/>
              </a:lnSpc>
              <a:spcBef>
                <a:spcPct val="0"/>
              </a:spcBef>
              <a:spcAft>
                <a:spcPct val="0"/>
              </a:spcAft>
            </a:pPr>
            <a:r>
              <a:rPr lang="en-US" sz="2000" dirty="0">
                <a:solidFill>
                  <a:srgbClr val="0C0D03"/>
                </a:solidFill>
                <a:latin typeface="Times New Roman" panose="02020603050405020304" pitchFamily="18" charset="0"/>
                <a:cs typeface="Times New Roman" panose="02020603050405020304" pitchFamily="18" charset="0"/>
              </a:rPr>
              <a:t>Clearly explains what the visualization represents</a:t>
            </a: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 Titles are essential in academic plots</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p:txBody>
      </p:sp>
      <p:pic>
        <p:nvPicPr>
          <p:cNvPr id="7" name="Picture 6">
            <a:extLst>
              <a:ext uri="{FF2B5EF4-FFF2-40B4-BE49-F238E27FC236}">
                <a16:creationId xmlns:a16="http://schemas.microsoft.com/office/drawing/2014/main" id="{1603B50B-FB50-192D-8464-4831E55E063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55576" y="2810109"/>
            <a:ext cx="6048672" cy="664868"/>
          </a:xfrm>
          <a:prstGeom prst="rect">
            <a:avLst/>
          </a:prstGeom>
        </p:spPr>
      </p:pic>
      <p:pic>
        <p:nvPicPr>
          <p:cNvPr id="5" name="Picture 4">
            <a:extLst>
              <a:ext uri="{FF2B5EF4-FFF2-40B4-BE49-F238E27FC236}">
                <a16:creationId xmlns:a16="http://schemas.microsoft.com/office/drawing/2014/main" id="{4530D9EF-2158-094D-C435-8E1766AA1AB3}"/>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48637658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4A92D-047C-BEDC-6B45-7AB477F5C4D0}"/>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2A9C48E6-5FF9-7720-8C16-FB4B39F54F25}"/>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104</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ED072FD8-F008-8E93-1051-4451B27ACBFC}"/>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F8CC19A2-C494-9635-A57B-7A6E0BCD0B78}"/>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:16</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1D21A37B-8D9A-2D4E-A090-1A041DAE6352}"/>
              </a:ext>
            </a:extLst>
          </p:cNvPr>
          <p:cNvSpPr/>
          <p:nvPr/>
        </p:nvSpPr>
        <p:spPr bwMode="auto">
          <a:xfrm>
            <a:off x="419510" y="2234915"/>
            <a:ext cx="831332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STEP 16:</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Labeling the Axes:</a:t>
            </a: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Explanation:</a:t>
            </a:r>
          </a:p>
          <a:p>
            <a:pPr lvl="1" algn="just" rtl="0" fontAlgn="base">
              <a:lnSpc>
                <a:spcPts val="3000"/>
              </a:lnSpc>
              <a:spcBef>
                <a:spcPct val="0"/>
              </a:spcBef>
              <a:spcAft>
                <a:spcPct val="0"/>
              </a:spcAft>
            </a:pPr>
            <a:r>
              <a:rPr lang="en-US" sz="2000" dirty="0">
                <a:solidFill>
                  <a:srgbClr val="0C0D03"/>
                </a:solidFill>
                <a:latin typeface="Times New Roman" panose="02020603050405020304" pitchFamily="18" charset="0"/>
                <a:cs typeface="Times New Roman" panose="02020603050405020304" pitchFamily="18" charset="0"/>
              </a:rPr>
              <a:t>X-axis → Thal categories</a:t>
            </a:r>
          </a:p>
          <a:p>
            <a:pPr lvl="1" algn="just" rtl="0" fontAlgn="base">
              <a:lnSpc>
                <a:spcPts val="3000"/>
              </a:lnSpc>
              <a:spcBef>
                <a:spcPct val="0"/>
              </a:spcBef>
              <a:spcAft>
                <a:spcPct val="0"/>
              </a:spcAft>
            </a:pPr>
            <a:r>
              <a:rPr lang="en-US" sz="2000" dirty="0">
                <a:solidFill>
                  <a:srgbClr val="0C0D03"/>
                </a:solidFill>
                <a:latin typeface="Times New Roman" panose="02020603050405020304" pitchFamily="18" charset="0"/>
                <a:cs typeface="Times New Roman" panose="02020603050405020304" pitchFamily="18" charset="0"/>
              </a:rPr>
              <a:t>Y-axis → Number of patients in each category</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 </a:t>
            </a:r>
            <a:r>
              <a:rPr lang="en-US" sz="2000" b="1" dirty="0">
                <a:solidFill>
                  <a:srgbClr val="0C0D03"/>
                </a:solidFill>
                <a:latin typeface="Times New Roman" panose="02020603050405020304" pitchFamily="18" charset="0"/>
                <a:cs typeface="Times New Roman" panose="02020603050405020304" pitchFamily="18" charset="0"/>
              </a:rPr>
              <a:t>Axis labels improve interpretability.</a:t>
            </a:r>
          </a:p>
        </p:txBody>
      </p:sp>
      <p:pic>
        <p:nvPicPr>
          <p:cNvPr id="6" name="Picture 5">
            <a:extLst>
              <a:ext uri="{FF2B5EF4-FFF2-40B4-BE49-F238E27FC236}">
                <a16:creationId xmlns:a16="http://schemas.microsoft.com/office/drawing/2014/main" id="{3867838F-14AF-5F6C-B039-D4230B69441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1560" y="2755784"/>
            <a:ext cx="5232610" cy="802570"/>
          </a:xfrm>
          <a:prstGeom prst="rect">
            <a:avLst/>
          </a:prstGeom>
        </p:spPr>
      </p:pic>
      <p:pic>
        <p:nvPicPr>
          <p:cNvPr id="5" name="Picture 4">
            <a:extLst>
              <a:ext uri="{FF2B5EF4-FFF2-40B4-BE49-F238E27FC236}">
                <a16:creationId xmlns:a16="http://schemas.microsoft.com/office/drawing/2014/main" id="{5384F7B7-DF0F-2454-A486-A4C90B84047A}"/>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437858312"/>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FCA4EE-C250-FD72-91F8-EE41C2E284BA}"/>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E08224F0-C60B-BEF5-226A-CF22D72E63C6}"/>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105</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45B23DA2-5FD5-60DE-9C45-5AA90376A913}"/>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0FE84E18-C797-C813-9512-DE1E9BC2207D}"/>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:16</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3EF14A76-F679-354B-970B-BF73313002A2}"/>
              </a:ext>
            </a:extLst>
          </p:cNvPr>
          <p:cNvSpPr/>
          <p:nvPr/>
        </p:nvSpPr>
        <p:spPr bwMode="auto">
          <a:xfrm>
            <a:off x="419510" y="2234915"/>
            <a:ext cx="831332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STEP 16:</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Adding a Legend:</a:t>
            </a: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Explanation:</a:t>
            </a:r>
          </a:p>
          <a:p>
            <a:pPr lvl="1" algn="just" rtl="0" fontAlgn="base">
              <a:lnSpc>
                <a:spcPts val="3000"/>
              </a:lnSpc>
              <a:spcBef>
                <a:spcPct val="0"/>
              </a:spcBef>
              <a:spcAft>
                <a:spcPct val="0"/>
              </a:spcAft>
            </a:pPr>
            <a:r>
              <a:rPr lang="en-US" sz="2000" dirty="0">
                <a:solidFill>
                  <a:srgbClr val="0C0D03"/>
                </a:solidFill>
                <a:latin typeface="Times New Roman" panose="02020603050405020304" pitchFamily="18" charset="0"/>
                <a:cs typeface="Times New Roman" panose="02020603050405020304" pitchFamily="18" charset="0"/>
              </a:rPr>
              <a:t>Displays a legend showing:</a:t>
            </a:r>
          </a:p>
          <a:p>
            <a:pPr lvl="1" algn="just" rtl="0" fontAlgn="base">
              <a:lnSpc>
                <a:spcPts val="3000"/>
              </a:lnSpc>
              <a:spcBef>
                <a:spcPct val="0"/>
              </a:spcBef>
              <a:spcAft>
                <a:spcPct val="0"/>
              </a:spcAft>
            </a:pPr>
            <a:r>
              <a:rPr lang="en-US" sz="2000" dirty="0">
                <a:solidFill>
                  <a:srgbClr val="0C0D03"/>
                </a:solidFill>
                <a:latin typeface="Times New Roman" panose="02020603050405020304" pitchFamily="18" charset="0"/>
                <a:cs typeface="Times New Roman" panose="02020603050405020304" pitchFamily="18" charset="0"/>
              </a:rPr>
              <a:t>Male vs Female categories</a:t>
            </a: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Helps distinguish the colored bars</a:t>
            </a:r>
          </a:p>
        </p:txBody>
      </p:sp>
      <p:pic>
        <p:nvPicPr>
          <p:cNvPr id="7" name="Picture 6">
            <a:extLst>
              <a:ext uri="{FF2B5EF4-FFF2-40B4-BE49-F238E27FC236}">
                <a16:creationId xmlns:a16="http://schemas.microsoft.com/office/drawing/2014/main" id="{C89CE2D8-4C7F-9746-BCFF-0E13BBB8BEC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1560" y="2841521"/>
            <a:ext cx="5616624" cy="741819"/>
          </a:xfrm>
          <a:prstGeom prst="rect">
            <a:avLst/>
          </a:prstGeom>
        </p:spPr>
      </p:pic>
      <p:pic>
        <p:nvPicPr>
          <p:cNvPr id="5" name="Picture 4">
            <a:extLst>
              <a:ext uri="{FF2B5EF4-FFF2-40B4-BE49-F238E27FC236}">
                <a16:creationId xmlns:a16="http://schemas.microsoft.com/office/drawing/2014/main" id="{27DDEFC2-8E79-41C3-4A1A-0B7EC3D851DF}"/>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1911247129"/>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4D3DB0-21D1-E0C5-75B1-ED5D70E546CC}"/>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92AC66F2-FC5F-EBB0-EEDF-06D5478240FE}"/>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106</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A2B00042-8C99-92EF-3121-1E2D2502110F}"/>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367D2FFD-D079-3470-AC7B-9A227A029377}"/>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:16</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ADCD7786-2EB1-FF51-F635-B652669614C5}"/>
              </a:ext>
            </a:extLst>
          </p:cNvPr>
          <p:cNvSpPr/>
          <p:nvPr/>
        </p:nvSpPr>
        <p:spPr bwMode="auto">
          <a:xfrm>
            <a:off x="419510" y="2234915"/>
            <a:ext cx="831332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STEP 16:</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Displaying the Plot :</a:t>
            </a: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Explanation:</a:t>
            </a:r>
          </a:p>
          <a:p>
            <a:pPr lvl="1" algn="just" rtl="0" fontAlgn="base">
              <a:lnSpc>
                <a:spcPts val="3000"/>
              </a:lnSpc>
              <a:spcBef>
                <a:spcPct val="0"/>
              </a:spcBef>
              <a:spcAft>
                <a:spcPct val="0"/>
              </a:spcAft>
            </a:pPr>
            <a:r>
              <a:rPr lang="en-US" sz="2000" dirty="0">
                <a:solidFill>
                  <a:srgbClr val="0C0D03"/>
                </a:solidFill>
                <a:latin typeface="Times New Roman" panose="02020603050405020304" pitchFamily="18" charset="0"/>
                <a:cs typeface="Times New Roman" panose="02020603050405020304" pitchFamily="18" charset="0"/>
              </a:rPr>
              <a:t>Renders the plot on the screen</a:t>
            </a:r>
          </a:p>
          <a:p>
            <a:pPr lvl="1" algn="just" rtl="0" fontAlgn="base">
              <a:lnSpc>
                <a:spcPts val="3000"/>
              </a:lnSpc>
              <a:spcBef>
                <a:spcPct val="0"/>
              </a:spcBef>
              <a:spcAft>
                <a:spcPct val="0"/>
              </a:spcAft>
            </a:pPr>
            <a:r>
              <a:rPr lang="en-US" sz="2000" dirty="0">
                <a:solidFill>
                  <a:srgbClr val="0C0D03"/>
                </a:solidFill>
                <a:latin typeface="Times New Roman" panose="02020603050405020304" pitchFamily="18" charset="0"/>
                <a:cs typeface="Times New Roman" panose="02020603050405020304" pitchFamily="18" charset="0"/>
              </a:rPr>
              <a:t>Without this line, the graph may not appear</a:t>
            </a:r>
          </a:p>
        </p:txBody>
      </p:sp>
      <p:pic>
        <p:nvPicPr>
          <p:cNvPr id="6" name="Picture 5">
            <a:extLst>
              <a:ext uri="{FF2B5EF4-FFF2-40B4-BE49-F238E27FC236}">
                <a16:creationId xmlns:a16="http://schemas.microsoft.com/office/drawing/2014/main" id="{9CDFAE62-A7C4-5187-2C8E-7DF962FA81A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9552" y="2840589"/>
            <a:ext cx="5184576" cy="779635"/>
          </a:xfrm>
          <a:prstGeom prst="rect">
            <a:avLst/>
          </a:prstGeom>
        </p:spPr>
      </p:pic>
      <p:pic>
        <p:nvPicPr>
          <p:cNvPr id="5" name="Picture 4">
            <a:extLst>
              <a:ext uri="{FF2B5EF4-FFF2-40B4-BE49-F238E27FC236}">
                <a16:creationId xmlns:a16="http://schemas.microsoft.com/office/drawing/2014/main" id="{00238C6E-ABEC-EF3C-AC8B-EC0D241862CD}"/>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4294732443"/>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801DE6-9DC5-2475-EA63-074B9B67E0DB}"/>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E35D1FA5-FFE5-7839-5397-C2DBDBD2AA8A}"/>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107</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E1695D78-DEE2-4862-2D4D-66DD89F3D0D6}"/>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203629F6-E752-8BF1-F584-FBD1C38EA7F7}"/>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:17</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B4F8E272-449D-9C46-0694-135156324DF0}"/>
              </a:ext>
            </a:extLst>
          </p:cNvPr>
          <p:cNvSpPr/>
          <p:nvPr/>
        </p:nvSpPr>
        <p:spPr bwMode="auto">
          <a:xfrm>
            <a:off x="251520" y="2234915"/>
            <a:ext cx="848131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STEP 17: Correlation Heatmap</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Explanation:</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Shows correlation between important numerical features.</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Helps identify strong relationships.</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 </a:t>
            </a:r>
            <a:r>
              <a:rPr lang="en-US" sz="2400" b="1" dirty="0">
                <a:solidFill>
                  <a:srgbClr val="0C0D03"/>
                </a:solidFill>
                <a:latin typeface="Times New Roman" panose="02020603050405020304" pitchFamily="18" charset="0"/>
                <a:cs typeface="Times New Roman" panose="02020603050405020304" pitchFamily="18" charset="0"/>
              </a:rPr>
              <a:t>Purpose:</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Feature understanding before classification</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p:txBody>
      </p:sp>
      <p:pic>
        <p:nvPicPr>
          <p:cNvPr id="6" name="Picture 5">
            <a:extLst>
              <a:ext uri="{FF2B5EF4-FFF2-40B4-BE49-F238E27FC236}">
                <a16:creationId xmlns:a16="http://schemas.microsoft.com/office/drawing/2014/main" id="{79EFCE15-FF46-2DE9-86B2-969C1E122AB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51520" y="2930198"/>
            <a:ext cx="8458773" cy="930850"/>
          </a:xfrm>
          <a:prstGeom prst="rect">
            <a:avLst/>
          </a:prstGeom>
        </p:spPr>
      </p:pic>
      <p:pic>
        <p:nvPicPr>
          <p:cNvPr id="5" name="Picture 4">
            <a:extLst>
              <a:ext uri="{FF2B5EF4-FFF2-40B4-BE49-F238E27FC236}">
                <a16:creationId xmlns:a16="http://schemas.microsoft.com/office/drawing/2014/main" id="{3A2770ED-0D93-0B61-CBAD-A87FA005F68F}"/>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141294813"/>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E14520-3BEC-8EB9-1409-DDDB622EE1FE}"/>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7C0E5B44-52B2-4621-9BB2-B1E06D72336E}"/>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108</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C58EE1FB-0245-94C9-6772-9C2312E3FE06}"/>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E58F8E10-8AF8-317B-28EB-6E405B6B8AEE}"/>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:17</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2E3F9D75-FC10-D811-49EA-DEB15AE2094A}"/>
              </a:ext>
            </a:extLst>
          </p:cNvPr>
          <p:cNvSpPr/>
          <p:nvPr/>
        </p:nvSpPr>
        <p:spPr bwMode="auto">
          <a:xfrm>
            <a:off x="251520" y="2234915"/>
            <a:ext cx="848131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STEP 17: Correlation Heatmap</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p:txBody>
      </p:sp>
      <p:pic>
        <p:nvPicPr>
          <p:cNvPr id="7170" name="Picture 2">
            <a:extLst>
              <a:ext uri="{FF2B5EF4-FFF2-40B4-BE49-F238E27FC236}">
                <a16:creationId xmlns:a16="http://schemas.microsoft.com/office/drawing/2014/main" id="{D34E6FF6-F41E-E22B-E523-E193474F92D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492179" y="2427142"/>
            <a:ext cx="4187986" cy="3819595"/>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33897F21-1B66-EA1E-49FF-83E9B97E706A}"/>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2763497413"/>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98BEB-1C21-4FF0-BF8C-60EB9207E818}"/>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7BF362C4-A510-3C3B-397E-3409A5D8D59C}"/>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109</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2F379878-DED7-384D-C5B0-5A593B195287}"/>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E2BF84E0-8739-740B-9572-F8B0E8E50481}"/>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:18</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3D5A3CC0-5E43-B6BC-099E-15D6A92B435B}"/>
              </a:ext>
            </a:extLst>
          </p:cNvPr>
          <p:cNvSpPr/>
          <p:nvPr/>
        </p:nvSpPr>
        <p:spPr bwMode="auto">
          <a:xfrm>
            <a:off x="251520" y="2234915"/>
            <a:ext cx="848131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STEP 18: STEP 18: Define Features and Target (Classification Setup)</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What this considers:</a:t>
            </a:r>
          </a:p>
          <a:p>
            <a:pPr marL="0" marR="0" indent="0" algn="just" defTabSz="914400" rtl="0" eaLnBrk="1" fontAlgn="base" latinLnBrk="0" hangingPunct="1">
              <a:lnSpc>
                <a:spcPts val="3000"/>
              </a:lnSpc>
              <a:spcBef>
                <a:spcPct val="0"/>
              </a:spcBef>
              <a:spcAft>
                <a:spcPct val="0"/>
              </a:spcAft>
              <a:buClrTx/>
              <a:buSzTx/>
              <a:buFontTx/>
              <a:buNone/>
              <a:tabLst/>
            </a:pPr>
            <a:r>
              <a:rPr lang="en-US" sz="2400" dirty="0">
                <a:solidFill>
                  <a:srgbClr val="0C0D03"/>
                </a:solidFill>
                <a:latin typeface="Times New Roman" panose="02020603050405020304" pitchFamily="18" charset="0"/>
                <a:cs typeface="Times New Roman" panose="02020603050405020304" pitchFamily="18" charset="0"/>
              </a:rPr>
              <a:t>y → class label (0 = no disease, 1 = disease)</a:t>
            </a:r>
          </a:p>
          <a:p>
            <a:pPr marL="0" marR="0" indent="0" algn="just" defTabSz="914400" rtl="0" eaLnBrk="1" fontAlgn="base" latinLnBrk="0" hangingPunct="1">
              <a:lnSpc>
                <a:spcPts val="3000"/>
              </a:lnSpc>
              <a:spcBef>
                <a:spcPct val="0"/>
              </a:spcBef>
              <a:spcAft>
                <a:spcPct val="0"/>
              </a:spcAft>
              <a:buClrTx/>
              <a:buSzTx/>
              <a:buFontTx/>
              <a:buNone/>
              <a:tabLst/>
            </a:pPr>
            <a:r>
              <a:rPr lang="en-US" sz="2400" dirty="0">
                <a:solidFill>
                  <a:srgbClr val="0C0D03"/>
                </a:solidFill>
                <a:latin typeface="Times New Roman" panose="02020603050405020304" pitchFamily="18" charset="0"/>
                <a:cs typeface="Times New Roman" panose="02020603050405020304" pitchFamily="18" charset="0"/>
              </a:rPr>
              <a:t>X → medical features used for prediction</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p:txBody>
      </p:sp>
      <p:pic>
        <p:nvPicPr>
          <p:cNvPr id="6" name="Picture 5">
            <a:extLst>
              <a:ext uri="{FF2B5EF4-FFF2-40B4-BE49-F238E27FC236}">
                <a16:creationId xmlns:a16="http://schemas.microsoft.com/office/drawing/2014/main" id="{CB0793FA-6CA0-A00E-C8E0-469BEC8EBAF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16440" y="2852936"/>
            <a:ext cx="5801535" cy="1819529"/>
          </a:xfrm>
          <a:prstGeom prst="rect">
            <a:avLst/>
          </a:prstGeom>
        </p:spPr>
      </p:pic>
      <p:pic>
        <p:nvPicPr>
          <p:cNvPr id="5" name="Picture 4">
            <a:extLst>
              <a:ext uri="{FF2B5EF4-FFF2-40B4-BE49-F238E27FC236}">
                <a16:creationId xmlns:a16="http://schemas.microsoft.com/office/drawing/2014/main" id="{BF678F96-22B7-2938-862E-B0FB48A89B38}"/>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3975535471"/>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C4D7F8-813B-99F1-9794-EB9F9B157BB6}"/>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324F7FFF-9A8A-C3B6-4B9E-711B2B07A9DE}"/>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110</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956580EB-8384-269B-B71A-196B84663D04}"/>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1405EF11-787B-4646-535A-AED4DC9D2D02}"/>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:18</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DA6BD642-5756-FC9E-F9F9-6781889948E2}"/>
              </a:ext>
            </a:extLst>
          </p:cNvPr>
          <p:cNvSpPr/>
          <p:nvPr/>
        </p:nvSpPr>
        <p:spPr bwMode="auto">
          <a:xfrm>
            <a:off x="251520" y="2234915"/>
            <a:ext cx="848131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STEP 19: Train–Test Split</a:t>
            </a:r>
          </a:p>
          <a:p>
            <a:pPr marL="0" marR="0" indent="0" algn="just" defTabSz="914400" rtl="0" eaLnBrk="1" fontAlgn="base" latinLnBrk="0" hangingPunct="1">
              <a:lnSpc>
                <a:spcPts val="3000"/>
              </a:lnSpc>
              <a:spcBef>
                <a:spcPct val="0"/>
              </a:spcBef>
              <a:spcAft>
                <a:spcPct val="0"/>
              </a:spcAft>
              <a:buClrTx/>
              <a:buSzTx/>
              <a:buFontTx/>
              <a:buNone/>
              <a:tabLst/>
            </a:pPr>
            <a:endParaRPr lang="en-US" sz="2400"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What this considers:</a:t>
            </a:r>
          </a:p>
          <a:p>
            <a:pPr marL="0" marR="0" indent="0" algn="just" defTabSz="914400" rtl="0" eaLnBrk="1" fontAlgn="base" latinLnBrk="0" hangingPunct="1">
              <a:lnSpc>
                <a:spcPts val="3000"/>
              </a:lnSpc>
              <a:spcBef>
                <a:spcPct val="0"/>
              </a:spcBef>
              <a:spcAft>
                <a:spcPct val="0"/>
              </a:spcAft>
              <a:buClrTx/>
              <a:buSzTx/>
              <a:buFontTx/>
              <a:buNone/>
              <a:tabLst/>
            </a:pPr>
            <a:r>
              <a:rPr lang="en-US" sz="2400" dirty="0">
                <a:solidFill>
                  <a:srgbClr val="0C0D03"/>
                </a:solidFill>
                <a:latin typeface="Times New Roman" panose="02020603050405020304" pitchFamily="18" charset="0"/>
                <a:cs typeface="Times New Roman" panose="02020603050405020304" pitchFamily="18" charset="0"/>
              </a:rPr>
              <a:t>70% training data</a:t>
            </a:r>
          </a:p>
          <a:p>
            <a:pPr marL="0" marR="0" indent="0" algn="just" defTabSz="914400" rtl="0" eaLnBrk="1" fontAlgn="base" latinLnBrk="0" hangingPunct="1">
              <a:lnSpc>
                <a:spcPts val="3000"/>
              </a:lnSpc>
              <a:spcBef>
                <a:spcPct val="0"/>
              </a:spcBef>
              <a:spcAft>
                <a:spcPct val="0"/>
              </a:spcAft>
              <a:buClrTx/>
              <a:buSzTx/>
              <a:buFontTx/>
              <a:buNone/>
              <a:tabLst/>
            </a:pPr>
            <a:r>
              <a:rPr lang="en-US" sz="2400" dirty="0">
                <a:solidFill>
                  <a:srgbClr val="0C0D03"/>
                </a:solidFill>
                <a:latin typeface="Times New Roman" panose="02020603050405020304" pitchFamily="18" charset="0"/>
                <a:cs typeface="Times New Roman" panose="02020603050405020304" pitchFamily="18" charset="0"/>
              </a:rPr>
              <a:t>30% testing data</a:t>
            </a:r>
          </a:p>
          <a:p>
            <a:pPr marL="0" marR="0" indent="0" algn="just" defTabSz="914400" rtl="0" eaLnBrk="1" fontAlgn="base" latinLnBrk="0" hangingPunct="1">
              <a:lnSpc>
                <a:spcPts val="3000"/>
              </a:lnSpc>
              <a:spcBef>
                <a:spcPct val="0"/>
              </a:spcBef>
              <a:spcAft>
                <a:spcPct val="0"/>
              </a:spcAft>
              <a:buClrTx/>
              <a:buSzTx/>
              <a:buFontTx/>
              <a:buNone/>
              <a:tabLst/>
            </a:pPr>
            <a:r>
              <a:rPr lang="en-US" sz="2400" dirty="0">
                <a:solidFill>
                  <a:srgbClr val="0C0D03"/>
                </a:solidFill>
                <a:latin typeface="Times New Roman" panose="02020603050405020304" pitchFamily="18" charset="0"/>
                <a:cs typeface="Times New Roman" panose="02020603050405020304" pitchFamily="18" charset="0"/>
              </a:rPr>
              <a:t>stratify=y keeps class balance</a:t>
            </a:r>
          </a:p>
          <a:p>
            <a:pPr marL="0" marR="0" indent="0" algn="just" defTabSz="914400" rtl="0" eaLnBrk="1" fontAlgn="base" latinLnBrk="0" hangingPunct="1">
              <a:lnSpc>
                <a:spcPts val="3000"/>
              </a:lnSpc>
              <a:spcBef>
                <a:spcPct val="0"/>
              </a:spcBef>
              <a:spcAft>
                <a:spcPct val="0"/>
              </a:spcAft>
              <a:buClrTx/>
              <a:buSzTx/>
              <a:buFontTx/>
              <a:buNone/>
              <a:tabLst/>
            </a:pPr>
            <a:endParaRPr lang="en-US" sz="2400"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r>
              <a:rPr lang="en-US" sz="2400" dirty="0">
                <a:solidFill>
                  <a:srgbClr val="0C0D03"/>
                </a:solidFill>
                <a:latin typeface="Times New Roman" panose="02020603050405020304" pitchFamily="18" charset="0"/>
                <a:cs typeface="Times New Roman" panose="02020603050405020304" pitchFamily="18" charset="0"/>
              </a:rPr>
              <a:t> </a:t>
            </a:r>
            <a:r>
              <a:rPr lang="en-US" sz="2400" b="1" dirty="0" err="1">
                <a:solidFill>
                  <a:srgbClr val="0C0D03"/>
                </a:solidFill>
                <a:latin typeface="Times New Roman" panose="02020603050405020304" pitchFamily="18" charset="0"/>
                <a:cs typeface="Times New Roman" panose="02020603050405020304" pitchFamily="18" charset="0"/>
              </a:rPr>
              <a:t>Purpose:</a:t>
            </a:r>
            <a:r>
              <a:rPr lang="en-US" sz="2400" dirty="0" err="1">
                <a:solidFill>
                  <a:srgbClr val="0C0D03"/>
                </a:solidFill>
                <a:latin typeface="Times New Roman" panose="02020603050405020304" pitchFamily="18" charset="0"/>
                <a:cs typeface="Times New Roman" panose="02020603050405020304" pitchFamily="18" charset="0"/>
              </a:rPr>
              <a:t>To</a:t>
            </a:r>
            <a:r>
              <a:rPr lang="en-US" sz="2400" dirty="0">
                <a:solidFill>
                  <a:srgbClr val="0C0D03"/>
                </a:solidFill>
                <a:latin typeface="Times New Roman" panose="02020603050405020304" pitchFamily="18" charset="0"/>
                <a:cs typeface="Times New Roman" panose="02020603050405020304" pitchFamily="18" charset="0"/>
              </a:rPr>
              <a:t> evaluate the model on unseen data</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p:txBody>
      </p:sp>
      <p:pic>
        <p:nvPicPr>
          <p:cNvPr id="6" name="Picture 5">
            <a:extLst>
              <a:ext uri="{FF2B5EF4-FFF2-40B4-BE49-F238E27FC236}">
                <a16:creationId xmlns:a16="http://schemas.microsoft.com/office/drawing/2014/main" id="{A7065939-7E43-C6DD-0B2F-26E46285546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211960" y="2234915"/>
            <a:ext cx="4384675" cy="2732713"/>
          </a:xfrm>
          <a:prstGeom prst="rect">
            <a:avLst/>
          </a:prstGeom>
        </p:spPr>
      </p:pic>
      <p:pic>
        <p:nvPicPr>
          <p:cNvPr id="5" name="Picture 4">
            <a:extLst>
              <a:ext uri="{FF2B5EF4-FFF2-40B4-BE49-F238E27FC236}">
                <a16:creationId xmlns:a16="http://schemas.microsoft.com/office/drawing/2014/main" id="{EDD4CD6A-37CC-5286-2610-886E59052F8F}"/>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3103998491"/>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8A917C-E262-90D0-5C48-0FB85B3CAE7B}"/>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BF835B53-7B98-969F-589A-330278088D4C}"/>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111</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24616A7F-48A0-E34B-5FC3-861B26DC63E3}"/>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ED1A232C-FC11-7DB9-299E-0B7CBCA1E21A}"/>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:20</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8B8CFFDA-F190-2DD8-9F10-D50BB6429AFC}"/>
              </a:ext>
            </a:extLst>
          </p:cNvPr>
          <p:cNvSpPr/>
          <p:nvPr/>
        </p:nvSpPr>
        <p:spPr bwMode="auto">
          <a:xfrm>
            <a:off x="251520" y="2234915"/>
            <a:ext cx="848131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STEP 20: Feature Scaling (Recommended)</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What this considers:</a:t>
            </a:r>
          </a:p>
          <a:p>
            <a:pPr marL="0" marR="0" indent="0" algn="just" defTabSz="914400" rtl="0" eaLnBrk="1" fontAlgn="base" latinLnBrk="0" hangingPunct="1">
              <a:lnSpc>
                <a:spcPts val="3000"/>
              </a:lnSpc>
              <a:spcBef>
                <a:spcPct val="0"/>
              </a:spcBef>
              <a:spcAft>
                <a:spcPct val="0"/>
              </a:spcAft>
              <a:buClrTx/>
              <a:buSzTx/>
              <a:buFontTx/>
              <a:buNone/>
              <a:tabLst/>
            </a:pPr>
            <a:r>
              <a:rPr lang="en-US" sz="2400" dirty="0">
                <a:solidFill>
                  <a:srgbClr val="0C0D03"/>
                </a:solidFill>
                <a:latin typeface="Times New Roman" panose="02020603050405020304" pitchFamily="18" charset="0"/>
                <a:cs typeface="Times New Roman" panose="02020603050405020304" pitchFamily="18" charset="0"/>
              </a:rPr>
              <a:t>Different feature scales (e.g., age vs cholesterol)</a:t>
            </a:r>
          </a:p>
          <a:p>
            <a:pPr marL="0" marR="0" indent="0" algn="just" defTabSz="914400" rtl="0" eaLnBrk="1" fontAlgn="base" latinLnBrk="0" hangingPunct="1">
              <a:lnSpc>
                <a:spcPts val="3000"/>
              </a:lnSpc>
              <a:spcBef>
                <a:spcPct val="0"/>
              </a:spcBef>
              <a:spcAft>
                <a:spcPct val="0"/>
              </a:spcAft>
              <a:buClrTx/>
              <a:buSzTx/>
              <a:buFontTx/>
              <a:buNone/>
              <a:tabLst/>
            </a:pPr>
            <a:r>
              <a:rPr lang="en-US" sz="2400" dirty="0">
                <a:solidFill>
                  <a:srgbClr val="0C0D03"/>
                </a:solidFill>
                <a:latin typeface="Times New Roman" panose="02020603050405020304" pitchFamily="18" charset="0"/>
                <a:cs typeface="Times New Roman" panose="02020603050405020304" pitchFamily="18" charset="0"/>
              </a:rPr>
              <a:t>Improves model stability</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p:txBody>
      </p:sp>
      <p:pic>
        <p:nvPicPr>
          <p:cNvPr id="6" name="Picture 5">
            <a:extLst>
              <a:ext uri="{FF2B5EF4-FFF2-40B4-BE49-F238E27FC236}">
                <a16:creationId xmlns:a16="http://schemas.microsoft.com/office/drawing/2014/main" id="{1B23483F-27FD-4395-6A13-F8C6057C43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11162" y="2959536"/>
            <a:ext cx="7627254" cy="1752848"/>
          </a:xfrm>
          <a:prstGeom prst="rect">
            <a:avLst/>
          </a:prstGeom>
        </p:spPr>
      </p:pic>
      <p:pic>
        <p:nvPicPr>
          <p:cNvPr id="5" name="Picture 4">
            <a:extLst>
              <a:ext uri="{FF2B5EF4-FFF2-40B4-BE49-F238E27FC236}">
                <a16:creationId xmlns:a16="http://schemas.microsoft.com/office/drawing/2014/main" id="{EF3219E0-90AE-33BA-0DDF-4A5C5BE79298}"/>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4224316473"/>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06B2EC-23D7-8962-6507-F4687CDB52A8}"/>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1E5CFB77-CDBD-B9FA-932F-D8E9A361CCC5}"/>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112</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B7688781-C365-8B38-6872-B7A655D94B34}"/>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E8C23775-0A22-8B6F-2956-B716D89556FB}"/>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:21</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53FE0E17-61EE-A7C3-179B-A313E3BA7867}"/>
              </a:ext>
            </a:extLst>
          </p:cNvPr>
          <p:cNvSpPr/>
          <p:nvPr/>
        </p:nvSpPr>
        <p:spPr bwMode="auto">
          <a:xfrm>
            <a:off x="251520" y="2234915"/>
            <a:ext cx="848131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STEP 21: Model Training (Random Forest Classifier)</a:t>
            </a:r>
          </a:p>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What this considers:</a:t>
            </a:r>
          </a:p>
          <a:p>
            <a:pPr marL="0" marR="0" indent="0" algn="just" defTabSz="914400" rtl="0" eaLnBrk="1" fontAlgn="base" latinLnBrk="0" hangingPunct="1">
              <a:lnSpc>
                <a:spcPts val="3000"/>
              </a:lnSpc>
              <a:spcBef>
                <a:spcPct val="0"/>
              </a:spcBef>
              <a:spcAft>
                <a:spcPct val="0"/>
              </a:spcAft>
              <a:buClrTx/>
              <a:buSzTx/>
              <a:buFontTx/>
              <a:buNone/>
              <a:tabLst/>
            </a:pPr>
            <a:r>
              <a:rPr lang="en-US" sz="2400" dirty="0">
                <a:solidFill>
                  <a:srgbClr val="0C0D03"/>
                </a:solidFill>
                <a:latin typeface="Times New Roman" panose="02020603050405020304" pitchFamily="18" charset="0"/>
                <a:cs typeface="Times New Roman" panose="02020603050405020304" pitchFamily="18" charset="0"/>
              </a:rPr>
              <a:t>Ensemble learning</a:t>
            </a:r>
          </a:p>
          <a:p>
            <a:pPr marL="0" marR="0" indent="0" algn="just" defTabSz="914400" rtl="0" eaLnBrk="1" fontAlgn="base" latinLnBrk="0" hangingPunct="1">
              <a:lnSpc>
                <a:spcPts val="3000"/>
              </a:lnSpc>
              <a:spcBef>
                <a:spcPct val="0"/>
              </a:spcBef>
              <a:spcAft>
                <a:spcPct val="0"/>
              </a:spcAft>
              <a:buClrTx/>
              <a:buSzTx/>
              <a:buFontTx/>
              <a:buNone/>
              <a:tabLst/>
            </a:pPr>
            <a:r>
              <a:rPr lang="en-US" sz="2400" dirty="0">
                <a:solidFill>
                  <a:srgbClr val="0C0D03"/>
                </a:solidFill>
                <a:latin typeface="Times New Roman" panose="02020603050405020304" pitchFamily="18" charset="0"/>
                <a:cs typeface="Times New Roman" panose="02020603050405020304" pitchFamily="18" charset="0"/>
              </a:rPr>
              <a:t>Reduces overfitting</a:t>
            </a:r>
          </a:p>
          <a:p>
            <a:pPr marL="0" marR="0" indent="0" algn="just" defTabSz="914400" rtl="0" eaLnBrk="1" fontAlgn="base" latinLnBrk="0" hangingPunct="1">
              <a:lnSpc>
                <a:spcPts val="3000"/>
              </a:lnSpc>
              <a:spcBef>
                <a:spcPct val="0"/>
              </a:spcBef>
              <a:spcAft>
                <a:spcPct val="0"/>
              </a:spcAft>
              <a:buClrTx/>
              <a:buSzTx/>
              <a:buFontTx/>
              <a:buNone/>
              <a:tabLst/>
            </a:pPr>
            <a:r>
              <a:rPr lang="en-US" sz="2400" dirty="0">
                <a:solidFill>
                  <a:srgbClr val="0C0D03"/>
                </a:solidFill>
                <a:latin typeface="Times New Roman" panose="02020603050405020304" pitchFamily="18" charset="0"/>
                <a:cs typeface="Times New Roman" panose="02020603050405020304" pitchFamily="18" charset="0"/>
              </a:rPr>
              <a:t>Suitable for medical classification</a:t>
            </a:r>
          </a:p>
          <a:p>
            <a:pPr marL="0" marR="0" indent="0" algn="just" defTabSz="914400" rtl="0" eaLnBrk="1" fontAlgn="base" latinLnBrk="0" hangingPunct="1">
              <a:lnSpc>
                <a:spcPts val="3000"/>
              </a:lnSpc>
              <a:spcBef>
                <a:spcPct val="0"/>
              </a:spcBef>
              <a:spcAft>
                <a:spcPct val="0"/>
              </a:spcAft>
              <a:buClrTx/>
              <a:buSzTx/>
              <a:buFontTx/>
              <a:buNone/>
              <a:tabLst/>
            </a:pPr>
            <a:r>
              <a:rPr lang="en-US" sz="2400" dirty="0">
                <a:solidFill>
                  <a:srgbClr val="0C0D03"/>
                </a:solidFill>
                <a:latin typeface="Times New Roman" panose="02020603050405020304" pitchFamily="18" charset="0"/>
                <a:cs typeface="Times New Roman" panose="02020603050405020304" pitchFamily="18" charset="0"/>
              </a:rPr>
              <a:t>This is the actual classification model.</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p:txBody>
      </p:sp>
      <p:pic>
        <p:nvPicPr>
          <p:cNvPr id="6" name="Picture 5">
            <a:extLst>
              <a:ext uri="{FF2B5EF4-FFF2-40B4-BE49-F238E27FC236}">
                <a16:creationId xmlns:a16="http://schemas.microsoft.com/office/drawing/2014/main" id="{9C6D1C16-78B8-4590-54D2-742B8686540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08383" y="2871749"/>
            <a:ext cx="3724455" cy="3168352"/>
          </a:xfrm>
          <a:prstGeom prst="rect">
            <a:avLst/>
          </a:prstGeom>
        </p:spPr>
      </p:pic>
      <p:pic>
        <p:nvPicPr>
          <p:cNvPr id="5" name="Picture 4">
            <a:extLst>
              <a:ext uri="{FF2B5EF4-FFF2-40B4-BE49-F238E27FC236}">
                <a16:creationId xmlns:a16="http://schemas.microsoft.com/office/drawing/2014/main" id="{704E2976-E634-FFBB-D3E8-2FF0BA819596}"/>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3699873784"/>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19E52A-3381-4219-1243-B5B7BCFB742E}"/>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8FDCD2BA-E123-E636-EBCE-E8B70E41C86B}"/>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113</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71AF0D70-AC0F-5532-5266-1DE7D980D4EF}"/>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08B04914-DE98-3BFC-A848-88CAE1091575}"/>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:22</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A0FEFD85-BC5B-BA5F-7178-1EAE2FCB65BF}"/>
              </a:ext>
            </a:extLst>
          </p:cNvPr>
          <p:cNvSpPr/>
          <p:nvPr/>
        </p:nvSpPr>
        <p:spPr bwMode="auto">
          <a:xfrm>
            <a:off x="251520" y="2234915"/>
            <a:ext cx="848131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STEP 22: Prediction</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What this does:</a:t>
            </a:r>
          </a:p>
          <a:p>
            <a:pPr marL="0" marR="0" indent="0" algn="just" defTabSz="914400" rtl="0" eaLnBrk="1" fontAlgn="base" latinLnBrk="0" hangingPunct="1">
              <a:lnSpc>
                <a:spcPts val="3000"/>
              </a:lnSpc>
              <a:spcBef>
                <a:spcPct val="0"/>
              </a:spcBef>
              <a:spcAft>
                <a:spcPct val="0"/>
              </a:spcAft>
              <a:buClrTx/>
              <a:buSzTx/>
              <a:buFontTx/>
              <a:buNone/>
              <a:tabLst/>
            </a:pPr>
            <a:r>
              <a:rPr lang="en-US" sz="2400" dirty="0">
                <a:solidFill>
                  <a:srgbClr val="0C0D03"/>
                </a:solidFill>
                <a:latin typeface="Times New Roman" panose="02020603050405020304" pitchFamily="18" charset="0"/>
                <a:cs typeface="Times New Roman" panose="02020603050405020304" pitchFamily="18" charset="0"/>
              </a:rPr>
              <a:t>Predicts heart disease class for test patients</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p:txBody>
      </p:sp>
      <p:pic>
        <p:nvPicPr>
          <p:cNvPr id="7" name="Picture 6">
            <a:extLst>
              <a:ext uri="{FF2B5EF4-FFF2-40B4-BE49-F238E27FC236}">
                <a16:creationId xmlns:a16="http://schemas.microsoft.com/office/drawing/2014/main" id="{433D8842-9FF0-C945-2C57-54021CB1571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11161" y="2832205"/>
            <a:ext cx="6719105" cy="956835"/>
          </a:xfrm>
          <a:prstGeom prst="rect">
            <a:avLst/>
          </a:prstGeom>
        </p:spPr>
      </p:pic>
      <p:pic>
        <p:nvPicPr>
          <p:cNvPr id="5" name="Picture 4">
            <a:extLst>
              <a:ext uri="{FF2B5EF4-FFF2-40B4-BE49-F238E27FC236}">
                <a16:creationId xmlns:a16="http://schemas.microsoft.com/office/drawing/2014/main" id="{59E0AF97-4199-B934-34B4-FD3F4BFAE91C}"/>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622519040"/>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0DDC02-54CA-3EDE-C0FB-C938C33D70C4}"/>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DE7FE3F0-068F-15C2-11AD-CB91AE25E304}"/>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114</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33766045-27D2-D1AF-187B-3DF71991DEC4}"/>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2AA3AF95-493F-4750-E105-E768B74EAC6C}"/>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:22</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049B5A5D-0AFB-33A3-8BF4-995E71A20067}"/>
              </a:ext>
            </a:extLst>
          </p:cNvPr>
          <p:cNvSpPr/>
          <p:nvPr/>
        </p:nvSpPr>
        <p:spPr bwMode="auto">
          <a:xfrm>
            <a:off x="251520" y="2234915"/>
            <a:ext cx="848131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STEP 23: Model Evaluation</a:t>
            </a:r>
          </a:p>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Accuracy:</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Accuracy shows how many predictions were correct</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Model Accuracy: 0.8840579710144928</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p:txBody>
      </p:sp>
      <p:pic>
        <p:nvPicPr>
          <p:cNvPr id="6" name="Picture 5">
            <a:extLst>
              <a:ext uri="{FF2B5EF4-FFF2-40B4-BE49-F238E27FC236}">
                <a16:creationId xmlns:a16="http://schemas.microsoft.com/office/drawing/2014/main" id="{1EF5B167-EC60-E684-E1A1-AB4530C8ACC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36706" y="3148177"/>
            <a:ext cx="5863486" cy="1774081"/>
          </a:xfrm>
          <a:prstGeom prst="rect">
            <a:avLst/>
          </a:prstGeom>
        </p:spPr>
      </p:pic>
      <p:pic>
        <p:nvPicPr>
          <p:cNvPr id="5" name="Picture 4">
            <a:extLst>
              <a:ext uri="{FF2B5EF4-FFF2-40B4-BE49-F238E27FC236}">
                <a16:creationId xmlns:a16="http://schemas.microsoft.com/office/drawing/2014/main" id="{EF1A3CE9-BC38-42BA-E721-64DC0357F128}"/>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699737709"/>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C80FF2-864A-9FBB-AB05-67345D4ED694}"/>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216DDACF-25AA-0159-A13F-414C9787979A}"/>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115</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DAA8A575-3405-ED39-0570-4CB7A8476092}"/>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8910CF9F-C7C9-16C5-76AA-C37EB810D3E2}"/>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:22</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02C31A2A-D7B7-3FF9-5C57-CD787C424ECE}"/>
              </a:ext>
            </a:extLst>
          </p:cNvPr>
          <p:cNvSpPr/>
          <p:nvPr/>
        </p:nvSpPr>
        <p:spPr bwMode="auto">
          <a:xfrm>
            <a:off x="251520" y="2234915"/>
            <a:ext cx="848131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STEP 23: Model Evaluation</a:t>
            </a:r>
          </a:p>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Confusion Matrix:</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Explains:</a:t>
            </a:r>
          </a:p>
          <a:p>
            <a:pPr marL="0" marR="0" indent="0" algn="just" defTabSz="914400" rtl="0" eaLnBrk="1" fontAlgn="base" latinLnBrk="0" hangingPunct="1">
              <a:lnSpc>
                <a:spcPts val="3000"/>
              </a:lnSpc>
              <a:spcBef>
                <a:spcPct val="0"/>
              </a:spcBef>
              <a:spcAft>
                <a:spcPct val="0"/>
              </a:spcAft>
              <a:buClrTx/>
              <a:buSzTx/>
              <a:buFontTx/>
              <a:buNone/>
              <a:tabLst/>
            </a:pPr>
            <a:r>
              <a:rPr lang="en-US" sz="2400" dirty="0">
                <a:solidFill>
                  <a:srgbClr val="0C0D03"/>
                </a:solidFill>
                <a:latin typeface="Times New Roman" panose="02020603050405020304" pitchFamily="18" charset="0"/>
                <a:cs typeface="Times New Roman" panose="02020603050405020304" pitchFamily="18" charset="0"/>
              </a:rPr>
              <a:t>True Positives-True Negatives-False Positives-False Negatives</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p:txBody>
      </p:sp>
      <p:pic>
        <p:nvPicPr>
          <p:cNvPr id="7" name="Picture 6">
            <a:extLst>
              <a:ext uri="{FF2B5EF4-FFF2-40B4-BE49-F238E27FC236}">
                <a16:creationId xmlns:a16="http://schemas.microsoft.com/office/drawing/2014/main" id="{7769E395-CE57-2297-5430-73854221D3E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11161" y="3281723"/>
            <a:ext cx="5789263" cy="1803461"/>
          </a:xfrm>
          <a:prstGeom prst="rect">
            <a:avLst/>
          </a:prstGeom>
        </p:spPr>
      </p:pic>
      <p:pic>
        <p:nvPicPr>
          <p:cNvPr id="5" name="Picture 4">
            <a:extLst>
              <a:ext uri="{FF2B5EF4-FFF2-40B4-BE49-F238E27FC236}">
                <a16:creationId xmlns:a16="http://schemas.microsoft.com/office/drawing/2014/main" id="{C568CB64-F945-EE77-321A-1C44546CC8BF}"/>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3791680982"/>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37EFE3-2693-8F0B-2309-7FC4D9E8E9D6}"/>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78952138-E13C-2E9D-635B-D7A2A68B3103}"/>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116</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A77A5E34-7DC6-956D-BC42-319C72EF11D7}"/>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FA00C794-3F9F-0095-37F5-CD4C3242210C}"/>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:22</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98E53C28-642F-538B-F05F-877C7501567F}"/>
              </a:ext>
            </a:extLst>
          </p:cNvPr>
          <p:cNvSpPr/>
          <p:nvPr/>
        </p:nvSpPr>
        <p:spPr bwMode="auto">
          <a:xfrm>
            <a:off x="251520" y="2234915"/>
            <a:ext cx="848131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STEP 23: Model Evaluation</a:t>
            </a:r>
          </a:p>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Confusion Matrix:</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r>
              <a:rPr lang="fr-FR" sz="2400" b="1" dirty="0">
                <a:solidFill>
                  <a:srgbClr val="0C0D03"/>
                </a:solidFill>
                <a:latin typeface="Times New Roman" panose="02020603050405020304" pitchFamily="18" charset="0"/>
                <a:cs typeface="Times New Roman" panose="02020603050405020304" pitchFamily="18" charset="0"/>
              </a:rPr>
              <a:t>Confusion Matrix: [[104  19] </a:t>
            </a:r>
          </a:p>
          <a:p>
            <a:pPr marL="0" marR="0" indent="0" algn="just" defTabSz="914400" rtl="0" eaLnBrk="1" fontAlgn="base" latinLnBrk="0" hangingPunct="1">
              <a:lnSpc>
                <a:spcPts val="3000"/>
              </a:lnSpc>
              <a:spcBef>
                <a:spcPct val="0"/>
              </a:spcBef>
              <a:spcAft>
                <a:spcPct val="0"/>
              </a:spcAft>
              <a:buClrTx/>
              <a:buSzTx/>
              <a:buFontTx/>
              <a:buNone/>
              <a:tabLst/>
            </a:pPr>
            <a:r>
              <a:rPr lang="fr-FR" sz="2400" b="1" dirty="0">
                <a:solidFill>
                  <a:srgbClr val="0C0D03"/>
                </a:solidFill>
                <a:latin typeface="Times New Roman" panose="02020603050405020304" pitchFamily="18" charset="0"/>
                <a:cs typeface="Times New Roman" panose="02020603050405020304" pitchFamily="18" charset="0"/>
              </a:rPr>
              <a:t>                                 [ 13 140]]</a:t>
            </a: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7958C57C-93C0-49DB-8654-B06D47751958}"/>
              </a:ext>
            </a:extLst>
          </p:cNvPr>
          <p:cNvPicPr>
            <a:picLocks noChangeAspect="1"/>
          </p:cNvPicPr>
          <p:nvPr/>
        </p:nvPicPr>
        <p:blipFill>
          <a:blip r:embed="rId2">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2892954844"/>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7737BA-25D6-8CE3-9873-3F097F164EE7}"/>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B7F97521-96B6-485C-07E4-4F085AE85168}"/>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117</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A8D43E47-AA7F-0C94-A375-C529330F21BC}"/>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F413722D-A7E1-636F-B043-5D389DDEC036}"/>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:22</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669F9431-CBF7-DEA5-2BD4-6DBDB910ECBB}"/>
              </a:ext>
            </a:extLst>
          </p:cNvPr>
          <p:cNvSpPr/>
          <p:nvPr/>
        </p:nvSpPr>
        <p:spPr bwMode="auto">
          <a:xfrm>
            <a:off x="251520" y="2234915"/>
            <a:ext cx="848131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STEP 23: Model Evaluation</a:t>
            </a:r>
          </a:p>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Classification Report (Recommended)</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Includes:</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Precision</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Recall</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F1-score</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p:txBody>
      </p:sp>
      <p:pic>
        <p:nvPicPr>
          <p:cNvPr id="6" name="Picture 5">
            <a:extLst>
              <a:ext uri="{FF2B5EF4-FFF2-40B4-BE49-F238E27FC236}">
                <a16:creationId xmlns:a16="http://schemas.microsoft.com/office/drawing/2014/main" id="{AC438262-BE4F-5A02-603A-8853F303811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11162" y="3135981"/>
            <a:ext cx="6705601" cy="1468381"/>
          </a:xfrm>
          <a:prstGeom prst="rect">
            <a:avLst/>
          </a:prstGeom>
        </p:spPr>
      </p:pic>
      <p:pic>
        <p:nvPicPr>
          <p:cNvPr id="5" name="Picture 4">
            <a:extLst>
              <a:ext uri="{FF2B5EF4-FFF2-40B4-BE49-F238E27FC236}">
                <a16:creationId xmlns:a16="http://schemas.microsoft.com/office/drawing/2014/main" id="{9CA0B0FB-5BA4-D755-5528-150074483C63}"/>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705866923"/>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83E85A-1822-D8E8-A775-190F61F09345}"/>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A7736302-161A-D59A-1F81-41C2FEE3DCCD}"/>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118</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91BBCA7A-3397-702B-29B3-9B8E67000F6C}"/>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3</a:t>
            </a:r>
          </a:p>
        </p:txBody>
      </p:sp>
      <p:sp>
        <p:nvSpPr>
          <p:cNvPr id="3" name="TextBox 2">
            <a:extLst>
              <a:ext uri="{FF2B5EF4-FFF2-40B4-BE49-F238E27FC236}">
                <a16:creationId xmlns:a16="http://schemas.microsoft.com/office/drawing/2014/main" id="{EBB79388-08EC-DF5C-0053-BACB64D2D622}"/>
              </a:ext>
            </a:extLst>
          </p:cNvPr>
          <p:cNvSpPr txBox="1"/>
          <p:nvPr/>
        </p:nvSpPr>
        <p:spPr>
          <a:xfrm>
            <a:off x="1259632" y="1197622"/>
            <a:ext cx="7632848" cy="1323439"/>
          </a:xfrm>
          <a:prstGeom prst="rect">
            <a:avLst/>
          </a:prstGeom>
          <a:noFill/>
        </p:spPr>
        <p:txBody>
          <a:bodyPr wrap="square" rtlCol="0">
            <a:spAutoFit/>
          </a:bodyPr>
          <a:lstStyle/>
          <a:p>
            <a:pPr algn="ctr"/>
            <a:r>
              <a:rPr lang="en-US" sz="2400" b="1" dirty="0">
                <a:solidFill>
                  <a:srgbClr val="0C0D03"/>
                </a:solidFill>
                <a:latin typeface="Times New Roman" panose="02020603050405020304" pitchFamily="18" charset="0"/>
                <a:cs typeface="Times New Roman" panose="02020603050405020304" pitchFamily="18" charset="0"/>
              </a:rPr>
              <a:t>Predicting Heart Disease Using Machine Learning</a:t>
            </a:r>
          </a:p>
          <a:p>
            <a:pPr algn="ctr"/>
            <a:r>
              <a:rPr lang="en-US" sz="2800" b="1" dirty="0">
                <a:solidFill>
                  <a:srgbClr val="0C0D03"/>
                </a:solidFill>
                <a:latin typeface="Times New Roman" panose="02020603050405020304" pitchFamily="18" charset="0"/>
                <a:cs typeface="Times New Roman" panose="02020603050405020304" pitchFamily="18" charset="0"/>
              </a:rPr>
              <a:t>Step :22</a:t>
            </a:r>
          </a:p>
          <a:p>
            <a:pPr algn="ctr"/>
            <a:endParaRPr lang="en-US" sz="2800" b="1" dirty="0">
              <a:solidFill>
                <a:srgbClr val="0C0D03"/>
              </a:solidFill>
              <a:latin typeface="Times New Roman" panose="02020603050405020304" pitchFamily="18" charset="0"/>
              <a:cs typeface="Times New Roman" panose="02020603050405020304" pitchFamily="18" charset="0"/>
            </a:endParaRPr>
          </a:p>
        </p:txBody>
      </p:sp>
      <p:sp>
        <p:nvSpPr>
          <p:cNvPr id="4" name="Rectangle: Rounded Corners 3">
            <a:extLst>
              <a:ext uri="{FF2B5EF4-FFF2-40B4-BE49-F238E27FC236}">
                <a16:creationId xmlns:a16="http://schemas.microsoft.com/office/drawing/2014/main" id="{4DD8BAB7-DCB2-1D67-6742-5B04279EB395}"/>
              </a:ext>
            </a:extLst>
          </p:cNvPr>
          <p:cNvSpPr/>
          <p:nvPr/>
        </p:nvSpPr>
        <p:spPr bwMode="auto">
          <a:xfrm>
            <a:off x="251520" y="2234915"/>
            <a:ext cx="8481318" cy="407473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STEP 23: Model Evaluation</a:t>
            </a:r>
          </a:p>
          <a:p>
            <a:pPr marL="0" marR="0" indent="0" algn="just" defTabSz="914400" rtl="0" eaLnBrk="1" fontAlgn="base" latinLnBrk="0" hangingPunct="1">
              <a:lnSpc>
                <a:spcPts val="3000"/>
              </a:lnSpc>
              <a:spcBef>
                <a:spcPct val="0"/>
              </a:spcBef>
              <a:spcAft>
                <a:spcPct val="0"/>
              </a:spcAft>
              <a:buClrTx/>
              <a:buSzTx/>
              <a:buFontTx/>
              <a:buNone/>
              <a:tabLst/>
            </a:pPr>
            <a:r>
              <a:rPr lang="en-US" sz="2400" b="1" dirty="0">
                <a:solidFill>
                  <a:srgbClr val="0C0D03"/>
                </a:solidFill>
                <a:latin typeface="Times New Roman" panose="02020603050405020304" pitchFamily="18" charset="0"/>
                <a:cs typeface="Times New Roman" panose="02020603050405020304" pitchFamily="18" charset="0"/>
              </a:rPr>
              <a:t>Classification Report (Recommended)</a:t>
            </a: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a:p>
            <a:pPr marL="0" marR="0" indent="0" algn="just" defTabSz="914400" rtl="0" eaLnBrk="1" fontAlgn="base" latinLnBrk="0" hangingPunct="1">
              <a:lnSpc>
                <a:spcPts val="3000"/>
              </a:lnSpc>
              <a:spcBef>
                <a:spcPct val="0"/>
              </a:spcBef>
              <a:spcAft>
                <a:spcPct val="0"/>
              </a:spcAft>
              <a:buClrTx/>
              <a:buSzTx/>
              <a:buFontTx/>
              <a:buNone/>
              <a:tabLst/>
            </a:pPr>
            <a:endParaRPr lang="en-US" sz="2400" b="1" dirty="0">
              <a:solidFill>
                <a:srgbClr val="0C0D03"/>
              </a:solidFill>
              <a:latin typeface="Times New Roman" panose="02020603050405020304" pitchFamily="18" charset="0"/>
              <a:cs typeface="Times New Roman" panose="02020603050405020304" pitchFamily="18" charset="0"/>
            </a:endParaRPr>
          </a:p>
        </p:txBody>
      </p:sp>
      <p:pic>
        <p:nvPicPr>
          <p:cNvPr id="8" name="Picture 7">
            <a:extLst>
              <a:ext uri="{FF2B5EF4-FFF2-40B4-BE49-F238E27FC236}">
                <a16:creationId xmlns:a16="http://schemas.microsoft.com/office/drawing/2014/main" id="{9DBC4988-AB04-7F81-99B8-6E6A09FD4D7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1560" y="3212976"/>
            <a:ext cx="7400070" cy="2736304"/>
          </a:xfrm>
          <a:prstGeom prst="rect">
            <a:avLst/>
          </a:prstGeom>
        </p:spPr>
      </p:pic>
      <p:pic>
        <p:nvPicPr>
          <p:cNvPr id="5" name="Picture 4">
            <a:extLst>
              <a:ext uri="{FF2B5EF4-FFF2-40B4-BE49-F238E27FC236}">
                <a16:creationId xmlns:a16="http://schemas.microsoft.com/office/drawing/2014/main" id="{B8B36117-941E-BB1A-3C13-57BF520E48AE}"/>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3326437208"/>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C17F56-6D8E-EFA4-B839-519277C4EA92}"/>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FEE751E4-0D4C-AA53-CA44-C8433C41B307}"/>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119</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550C80C8-B853-A73A-B78F-CE8B6CEE98DF}"/>
              </a:ext>
            </a:extLst>
          </p:cNvPr>
          <p:cNvSpPr/>
          <p:nvPr/>
        </p:nvSpPr>
        <p:spPr bwMode="auto">
          <a:xfrm>
            <a:off x="2291506" y="1628800"/>
            <a:ext cx="4560987" cy="576064"/>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4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a:t>
            </a:r>
            <a:r>
              <a:rPr lang="en-US" sz="2400" b="1" dirty="0">
                <a:solidFill>
                  <a:schemeClr val="accent5">
                    <a:lumMod val="20000"/>
                    <a:lumOff val="80000"/>
                  </a:schemeClr>
                </a:solidFill>
                <a:latin typeface="Times New Roman" panose="02020603050405020304" pitchFamily="18" charset="0"/>
                <a:cs typeface="Times New Roman" panose="02020603050405020304" pitchFamily="18" charset="0"/>
              </a:rPr>
              <a:t>4</a:t>
            </a:r>
          </a:p>
        </p:txBody>
      </p:sp>
      <p:sp>
        <p:nvSpPr>
          <p:cNvPr id="3" name="TextBox 2">
            <a:extLst>
              <a:ext uri="{FF2B5EF4-FFF2-40B4-BE49-F238E27FC236}">
                <a16:creationId xmlns:a16="http://schemas.microsoft.com/office/drawing/2014/main" id="{C1BC811A-1C23-26A0-050F-8F50B1CC2DE3}"/>
              </a:ext>
            </a:extLst>
          </p:cNvPr>
          <p:cNvSpPr txBox="1"/>
          <p:nvPr/>
        </p:nvSpPr>
        <p:spPr>
          <a:xfrm>
            <a:off x="755576" y="2828835"/>
            <a:ext cx="7632848" cy="2123658"/>
          </a:xfrm>
          <a:prstGeom prst="rect">
            <a:avLst/>
          </a:prstGeom>
          <a:noFill/>
        </p:spPr>
        <p:txBody>
          <a:bodyPr wrap="square" rtlCol="0">
            <a:spAutoFit/>
          </a:bodyPr>
          <a:lstStyle/>
          <a:p>
            <a:pPr algn="ctr"/>
            <a:r>
              <a:rPr lang="en-US" sz="4400" b="1" dirty="0">
                <a:solidFill>
                  <a:srgbClr val="0C0D03"/>
                </a:solidFill>
                <a:latin typeface="Times New Roman" panose="02020603050405020304" pitchFamily="18" charset="0"/>
                <a:cs typeface="Times New Roman" panose="02020603050405020304" pitchFamily="18" charset="0"/>
              </a:rPr>
              <a:t>Summery,conclusions and</a:t>
            </a:r>
          </a:p>
          <a:p>
            <a:pPr algn="ctr"/>
            <a:r>
              <a:rPr lang="en-US" sz="4400" b="1" dirty="0">
                <a:solidFill>
                  <a:srgbClr val="0C0D03"/>
                </a:solidFill>
                <a:latin typeface="Times New Roman" panose="02020603050405020304" pitchFamily="18" charset="0"/>
                <a:cs typeface="Times New Roman" panose="02020603050405020304" pitchFamily="18" charset="0"/>
              </a:rPr>
              <a:t>recommendations</a:t>
            </a:r>
          </a:p>
          <a:p>
            <a:pPr algn="ctr"/>
            <a:r>
              <a:rPr lang="en-US" sz="4400" b="1" dirty="0">
                <a:solidFill>
                  <a:srgbClr val="0C0D03"/>
                </a:solidFill>
                <a:latin typeface="Times New Roman" panose="02020603050405020304" pitchFamily="18" charset="0"/>
                <a:cs typeface="Times New Roman" panose="02020603050405020304" pitchFamily="18" charset="0"/>
              </a:rPr>
              <a:t>   </a:t>
            </a:r>
          </a:p>
        </p:txBody>
      </p:sp>
      <p:pic>
        <p:nvPicPr>
          <p:cNvPr id="4" name="Picture 3">
            <a:extLst>
              <a:ext uri="{FF2B5EF4-FFF2-40B4-BE49-F238E27FC236}">
                <a16:creationId xmlns:a16="http://schemas.microsoft.com/office/drawing/2014/main" id="{C50AD242-678F-7D55-1500-B40B3B193F1D}"/>
              </a:ext>
            </a:extLst>
          </p:cNvPr>
          <p:cNvPicPr>
            <a:picLocks noChangeAspect="1"/>
          </p:cNvPicPr>
          <p:nvPr/>
        </p:nvPicPr>
        <p:blipFill>
          <a:blip r:embed="rId2">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1193778748"/>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940C8F-1E6E-5E2D-A2CB-2004A90E9EA8}"/>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B014BDCB-C35B-7B6E-F619-30E63D94E62C}"/>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120</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EE96ECD8-2799-E16B-FE45-0D11528784C4}"/>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a:t>
            </a:r>
            <a:r>
              <a:rPr lang="en-US" sz="2000" b="1" dirty="0">
                <a:solidFill>
                  <a:schemeClr val="accent5">
                    <a:lumMod val="20000"/>
                    <a:lumOff val="80000"/>
                  </a:schemeClr>
                </a:solidFill>
                <a:latin typeface="Times New Roman" panose="02020603050405020304" pitchFamily="18" charset="0"/>
                <a:cs typeface="Times New Roman" panose="02020603050405020304" pitchFamily="18" charset="0"/>
              </a:rPr>
              <a:t>4</a:t>
            </a:r>
            <a:endPar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DC331E7B-9D7D-9C19-5D01-7C4F2D2A283C}"/>
              </a:ext>
            </a:extLst>
          </p:cNvPr>
          <p:cNvSpPr txBox="1"/>
          <p:nvPr/>
        </p:nvSpPr>
        <p:spPr>
          <a:xfrm>
            <a:off x="1259632" y="1197622"/>
            <a:ext cx="7632848" cy="646331"/>
          </a:xfrm>
          <a:prstGeom prst="rect">
            <a:avLst/>
          </a:prstGeom>
          <a:noFill/>
        </p:spPr>
        <p:txBody>
          <a:bodyPr wrap="square" rtlCol="0">
            <a:spAutoFit/>
          </a:bodyPr>
          <a:lstStyle/>
          <a:p>
            <a:pPr algn="ctr"/>
            <a:r>
              <a:rPr lang="en-US" sz="3600" b="1" dirty="0">
                <a:solidFill>
                  <a:srgbClr val="0C0D03"/>
                </a:solidFill>
                <a:latin typeface="Times New Roman" panose="02020603050405020304" pitchFamily="18" charset="0"/>
                <a:cs typeface="Times New Roman" panose="02020603050405020304" pitchFamily="18" charset="0"/>
              </a:rPr>
              <a:t>Advantages: </a:t>
            </a:r>
          </a:p>
        </p:txBody>
      </p:sp>
      <p:sp>
        <p:nvSpPr>
          <p:cNvPr id="4" name="Rectangle: Rounded Corners 3">
            <a:extLst>
              <a:ext uri="{FF2B5EF4-FFF2-40B4-BE49-F238E27FC236}">
                <a16:creationId xmlns:a16="http://schemas.microsoft.com/office/drawing/2014/main" id="{702BFE15-8D2E-4B6E-4496-EB17F828C405}"/>
              </a:ext>
            </a:extLst>
          </p:cNvPr>
          <p:cNvSpPr/>
          <p:nvPr/>
        </p:nvSpPr>
        <p:spPr bwMode="auto">
          <a:xfrm>
            <a:off x="659594" y="2248275"/>
            <a:ext cx="8064896" cy="365144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 Mining Based Methods are cost-effective and efficient</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    Helps in identifying criminal suspects</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    Helps in predicting the risk of diseases</a:t>
            </a:r>
          </a:p>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    Helps Banks and Financial Institutions to identify defaulters so that they may approve Cards, Loan, etc.</a:t>
            </a:r>
          </a:p>
        </p:txBody>
      </p:sp>
      <p:pic>
        <p:nvPicPr>
          <p:cNvPr id="5" name="Picture 4">
            <a:extLst>
              <a:ext uri="{FF2B5EF4-FFF2-40B4-BE49-F238E27FC236}">
                <a16:creationId xmlns:a16="http://schemas.microsoft.com/office/drawing/2014/main" id="{39DDC352-6498-423F-4935-7FE502AD1B6F}"/>
              </a:ext>
            </a:extLst>
          </p:cNvPr>
          <p:cNvPicPr>
            <a:picLocks noChangeAspect="1"/>
          </p:cNvPicPr>
          <p:nvPr/>
        </p:nvPicPr>
        <p:blipFill>
          <a:blip r:embed="rId2">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3252818041"/>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BCBB6-BDFE-44CE-9495-5DDCC90647DE}"/>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EC5AC443-1284-1341-29FB-B2A33BC386BD}"/>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121</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37EC9237-3883-5AAF-E791-1BBA47BD2400}"/>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a:t>
            </a:r>
            <a:r>
              <a:rPr lang="en-US" sz="2000" b="1" dirty="0">
                <a:solidFill>
                  <a:schemeClr val="accent5">
                    <a:lumMod val="20000"/>
                    <a:lumOff val="80000"/>
                  </a:schemeClr>
                </a:solidFill>
                <a:latin typeface="Times New Roman" panose="02020603050405020304" pitchFamily="18" charset="0"/>
                <a:cs typeface="Times New Roman" panose="02020603050405020304" pitchFamily="18" charset="0"/>
              </a:rPr>
              <a:t>4</a:t>
            </a:r>
            <a:endPar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1ACB185A-E485-C82C-FD6F-6FB2D5CEBFD1}"/>
              </a:ext>
            </a:extLst>
          </p:cNvPr>
          <p:cNvSpPr txBox="1"/>
          <p:nvPr/>
        </p:nvSpPr>
        <p:spPr>
          <a:xfrm>
            <a:off x="1259632" y="1197622"/>
            <a:ext cx="7632848" cy="646331"/>
          </a:xfrm>
          <a:prstGeom prst="rect">
            <a:avLst/>
          </a:prstGeom>
          <a:noFill/>
        </p:spPr>
        <p:txBody>
          <a:bodyPr wrap="square" rtlCol="0">
            <a:spAutoFit/>
          </a:bodyPr>
          <a:lstStyle/>
          <a:p>
            <a:pPr algn="ctr"/>
            <a:r>
              <a:rPr lang="en-US" sz="3600" b="1" dirty="0">
                <a:solidFill>
                  <a:srgbClr val="0C0D03"/>
                </a:solidFill>
                <a:latin typeface="Times New Roman" panose="02020603050405020304" pitchFamily="18" charset="0"/>
                <a:cs typeface="Times New Roman" panose="02020603050405020304" pitchFamily="18" charset="0"/>
              </a:rPr>
              <a:t>Disadvantages: </a:t>
            </a:r>
          </a:p>
        </p:txBody>
      </p:sp>
      <p:sp>
        <p:nvSpPr>
          <p:cNvPr id="4" name="Rectangle: Rounded Corners 3">
            <a:extLst>
              <a:ext uri="{FF2B5EF4-FFF2-40B4-BE49-F238E27FC236}">
                <a16:creationId xmlns:a16="http://schemas.microsoft.com/office/drawing/2014/main" id="{98AC902A-00EC-1D08-9C42-51E1D5A9F1F1}"/>
              </a:ext>
            </a:extLst>
          </p:cNvPr>
          <p:cNvSpPr/>
          <p:nvPr/>
        </p:nvSpPr>
        <p:spPr bwMode="auto">
          <a:xfrm>
            <a:off x="659594" y="2248275"/>
            <a:ext cx="8064896" cy="365144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 </a:t>
            </a:r>
            <a:r>
              <a:rPr lang="en-US" sz="2000" b="1" dirty="0">
                <a:solidFill>
                  <a:srgbClr val="0C0D03"/>
                </a:solidFill>
                <a:latin typeface="Times New Roman" panose="02020603050405020304" pitchFamily="18" charset="0"/>
                <a:cs typeface="Times New Roman" panose="02020603050405020304" pitchFamily="18" charset="0"/>
              </a:rPr>
              <a:t>Privacy:</a:t>
            </a: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 </a:t>
            </a:r>
            <a:r>
              <a:rPr lang="en-US" sz="2000" dirty="0">
                <a:solidFill>
                  <a:srgbClr val="0C0D03"/>
                </a:solidFill>
                <a:latin typeface="Times New Roman" panose="02020603050405020304" pitchFamily="18" charset="0"/>
                <a:cs typeface="Times New Roman" panose="02020603050405020304" pitchFamily="18" charset="0"/>
              </a:rPr>
              <a:t>When the data is either are chances that a company may give some information about their customers to other vendors or use this information for their profit. </a:t>
            </a: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Accuracy Problem: </a:t>
            </a:r>
            <a:r>
              <a:rPr lang="en-US" sz="2000" dirty="0">
                <a:solidFill>
                  <a:srgbClr val="0C0D03"/>
                </a:solidFill>
                <a:latin typeface="Times New Roman" panose="02020603050405020304" pitchFamily="18" charset="0"/>
                <a:cs typeface="Times New Roman" panose="02020603050405020304" pitchFamily="18" charset="0"/>
              </a:rPr>
              <a:t>Selection of Accurate model must be there in order to get the best accuracy and result. </a:t>
            </a:r>
          </a:p>
        </p:txBody>
      </p:sp>
      <p:pic>
        <p:nvPicPr>
          <p:cNvPr id="5" name="Picture 4">
            <a:extLst>
              <a:ext uri="{FF2B5EF4-FFF2-40B4-BE49-F238E27FC236}">
                <a16:creationId xmlns:a16="http://schemas.microsoft.com/office/drawing/2014/main" id="{9BBEBA56-3411-7E78-2A61-6DB799429348}"/>
              </a:ext>
            </a:extLst>
          </p:cNvPr>
          <p:cNvPicPr>
            <a:picLocks noChangeAspect="1"/>
          </p:cNvPicPr>
          <p:nvPr/>
        </p:nvPicPr>
        <p:blipFill>
          <a:blip r:embed="rId2">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2933139362"/>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06713F-99A1-6101-BC2D-81896542C8EE}"/>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56A6C66A-809A-69B2-8612-B2EA23F47A06}"/>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122</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E9D02523-A5BC-07F6-A076-DE1E6E788037}"/>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a:t>
            </a:r>
            <a:r>
              <a:rPr lang="en-US" sz="2000" b="1" dirty="0">
                <a:solidFill>
                  <a:schemeClr val="accent5">
                    <a:lumMod val="20000"/>
                    <a:lumOff val="80000"/>
                  </a:schemeClr>
                </a:solidFill>
                <a:latin typeface="Times New Roman" panose="02020603050405020304" pitchFamily="18" charset="0"/>
                <a:cs typeface="Times New Roman" panose="02020603050405020304" pitchFamily="18" charset="0"/>
              </a:rPr>
              <a:t>4</a:t>
            </a:r>
            <a:endPar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851094E8-2D41-B16B-1335-688054818025}"/>
              </a:ext>
            </a:extLst>
          </p:cNvPr>
          <p:cNvSpPr txBox="1"/>
          <p:nvPr/>
        </p:nvSpPr>
        <p:spPr>
          <a:xfrm>
            <a:off x="1259632" y="1197622"/>
            <a:ext cx="7632848" cy="646331"/>
          </a:xfrm>
          <a:prstGeom prst="rect">
            <a:avLst/>
          </a:prstGeom>
          <a:noFill/>
        </p:spPr>
        <p:txBody>
          <a:bodyPr wrap="square" rtlCol="0">
            <a:spAutoFit/>
          </a:bodyPr>
          <a:lstStyle/>
          <a:p>
            <a:pPr algn="ctr"/>
            <a:r>
              <a:rPr lang="en-US" sz="3600" b="1" dirty="0">
                <a:solidFill>
                  <a:srgbClr val="0C0D03"/>
                </a:solidFill>
                <a:latin typeface="Times New Roman" panose="02020603050405020304" pitchFamily="18" charset="0"/>
                <a:cs typeface="Times New Roman" panose="02020603050405020304" pitchFamily="18" charset="0"/>
              </a:rPr>
              <a:t>APPLICATIONS: </a:t>
            </a:r>
          </a:p>
        </p:txBody>
      </p:sp>
      <p:sp>
        <p:nvSpPr>
          <p:cNvPr id="4" name="Rectangle: Rounded Corners 3">
            <a:extLst>
              <a:ext uri="{FF2B5EF4-FFF2-40B4-BE49-F238E27FC236}">
                <a16:creationId xmlns:a16="http://schemas.microsoft.com/office/drawing/2014/main" id="{0D7B19A5-D66F-D298-D0CB-51A2A0090021}"/>
              </a:ext>
            </a:extLst>
          </p:cNvPr>
          <p:cNvSpPr/>
          <p:nvPr/>
        </p:nvSpPr>
        <p:spPr bwMode="auto">
          <a:xfrm>
            <a:off x="659594" y="2248275"/>
            <a:ext cx="8064896" cy="3651448"/>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just" defTabSz="914400" rtl="0" eaLnBrk="1" fontAlgn="base" latinLnBrk="0" hangingPunct="1">
              <a:lnSpc>
                <a:spcPts val="3000"/>
              </a:lnSpc>
              <a:spcBef>
                <a:spcPct val="0"/>
              </a:spcBef>
              <a:spcAft>
                <a:spcPct val="0"/>
              </a:spcAft>
              <a:buClrTx/>
              <a:buSzTx/>
              <a:buFontTx/>
              <a:buNone/>
              <a:tabLst/>
            </a:pPr>
            <a:r>
              <a:rPr lang="en-US" sz="2000" dirty="0">
                <a:solidFill>
                  <a:srgbClr val="0C0D03"/>
                </a:solidFill>
                <a:latin typeface="Times New Roman" panose="02020603050405020304" pitchFamily="18" charset="0"/>
                <a:cs typeface="Times New Roman" panose="02020603050405020304" pitchFamily="18" charset="0"/>
              </a:rPr>
              <a:t> </a:t>
            </a:r>
            <a:r>
              <a:rPr lang="en-US" sz="2000" b="1" dirty="0">
                <a:solidFill>
                  <a:srgbClr val="0C0D03"/>
                </a:solidFill>
                <a:latin typeface="Times New Roman" panose="02020603050405020304" pitchFamily="18" charset="0"/>
                <a:cs typeface="Times New Roman" panose="02020603050405020304" pitchFamily="18" charset="0"/>
              </a:rPr>
              <a:t> Marketing and Retailing</a:t>
            </a: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    Manufacturing</a:t>
            </a: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    Telecommunication Industry</a:t>
            </a: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    Intrusion Detection</a:t>
            </a: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    Education System</a:t>
            </a:r>
          </a:p>
          <a:p>
            <a:pPr marL="0" marR="0" indent="0" algn="just" defTabSz="914400" rtl="0" eaLnBrk="1" fontAlgn="base" latinLnBrk="0" hangingPunct="1">
              <a:lnSpc>
                <a:spcPts val="3000"/>
              </a:lnSpc>
              <a:spcBef>
                <a:spcPct val="0"/>
              </a:spcBef>
              <a:spcAft>
                <a:spcPct val="0"/>
              </a:spcAft>
              <a:buClrTx/>
              <a:buSzTx/>
              <a:buFontTx/>
              <a:buNone/>
              <a:tabLst/>
            </a:pPr>
            <a:r>
              <a:rPr lang="en-US" sz="2000" b="1" dirty="0">
                <a:solidFill>
                  <a:srgbClr val="0C0D03"/>
                </a:solidFill>
                <a:latin typeface="Times New Roman" panose="02020603050405020304" pitchFamily="18" charset="0"/>
                <a:cs typeface="Times New Roman" panose="02020603050405020304" pitchFamily="18" charset="0"/>
              </a:rPr>
              <a:t>    Fraud Detection</a:t>
            </a:r>
            <a:endParaRPr lang="en-US" sz="2000" dirty="0">
              <a:solidFill>
                <a:srgbClr val="0C0D03"/>
              </a:solidFill>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E692FEEB-0C13-85CC-9120-394B74AA52D8}"/>
              </a:ext>
            </a:extLst>
          </p:cNvPr>
          <p:cNvPicPr>
            <a:picLocks noChangeAspect="1"/>
          </p:cNvPicPr>
          <p:nvPr/>
        </p:nvPicPr>
        <p:blipFill>
          <a:blip r:embed="rId2">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3424394228"/>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C82004-DCB6-83A7-9B88-F56099CB17CB}"/>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82EA6A71-3BD7-B5D1-74D4-9046256C1214}"/>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123</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0DE6621D-FD4A-3C4C-7075-A99B9EE4F8C0}"/>
              </a:ext>
            </a:extLst>
          </p:cNvPr>
          <p:cNvSpPr/>
          <p:nvPr/>
        </p:nvSpPr>
        <p:spPr bwMode="auto">
          <a:xfrm>
            <a:off x="2291506" y="1628800"/>
            <a:ext cx="4560987" cy="576064"/>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4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5</a:t>
            </a:r>
            <a:endParaRPr lang="en-US" sz="2400" b="1" dirty="0">
              <a:solidFill>
                <a:schemeClr val="accent5">
                  <a:lumMod val="20000"/>
                  <a:lumOff val="80000"/>
                </a:schemeClr>
              </a:solidFill>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A2954E4-D40F-67BC-CBF7-0DE97263145F}"/>
              </a:ext>
            </a:extLst>
          </p:cNvPr>
          <p:cNvSpPr txBox="1"/>
          <p:nvPr/>
        </p:nvSpPr>
        <p:spPr>
          <a:xfrm>
            <a:off x="755576" y="2828835"/>
            <a:ext cx="7632848" cy="1446550"/>
          </a:xfrm>
          <a:prstGeom prst="rect">
            <a:avLst/>
          </a:prstGeom>
          <a:noFill/>
        </p:spPr>
        <p:txBody>
          <a:bodyPr wrap="square" rtlCol="0">
            <a:spAutoFit/>
          </a:bodyPr>
          <a:lstStyle/>
          <a:p>
            <a:pPr algn="ctr"/>
            <a:r>
              <a:rPr lang="en-US" sz="4400" b="1" dirty="0">
                <a:solidFill>
                  <a:srgbClr val="0C0D03"/>
                </a:solidFill>
                <a:latin typeface="Times New Roman" panose="02020603050405020304" pitchFamily="18" charset="0"/>
                <a:cs typeface="Times New Roman" panose="02020603050405020304" pitchFamily="18" charset="0"/>
              </a:rPr>
              <a:t>References</a:t>
            </a:r>
          </a:p>
          <a:p>
            <a:pPr algn="ctr"/>
            <a:r>
              <a:rPr lang="en-US" sz="4400" b="1" dirty="0">
                <a:solidFill>
                  <a:srgbClr val="0C0D03"/>
                </a:solidFill>
                <a:latin typeface="Times New Roman" panose="02020603050405020304" pitchFamily="18" charset="0"/>
                <a:cs typeface="Times New Roman" panose="02020603050405020304" pitchFamily="18" charset="0"/>
              </a:rPr>
              <a:t>   </a:t>
            </a:r>
          </a:p>
        </p:txBody>
      </p:sp>
      <p:pic>
        <p:nvPicPr>
          <p:cNvPr id="4" name="Picture 3">
            <a:extLst>
              <a:ext uri="{FF2B5EF4-FFF2-40B4-BE49-F238E27FC236}">
                <a16:creationId xmlns:a16="http://schemas.microsoft.com/office/drawing/2014/main" id="{B97D81CD-9161-3B4C-717F-A0767D294DA0}"/>
              </a:ext>
            </a:extLst>
          </p:cNvPr>
          <p:cNvPicPr>
            <a:picLocks noChangeAspect="1"/>
          </p:cNvPicPr>
          <p:nvPr/>
        </p:nvPicPr>
        <p:blipFill>
          <a:blip r:embed="rId2">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2132614072"/>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7F19F0-E73C-40B2-4D1B-9430DCF7839D}"/>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97BF8C67-65D6-D657-E208-5F0889C032C8}"/>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124</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883C70CE-7882-FA16-E4CE-29D305A54E7A}"/>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5</a:t>
            </a:r>
          </a:p>
        </p:txBody>
      </p:sp>
      <p:sp>
        <p:nvSpPr>
          <p:cNvPr id="4" name="Rectangle: Rounded Corners 3">
            <a:extLst>
              <a:ext uri="{FF2B5EF4-FFF2-40B4-BE49-F238E27FC236}">
                <a16:creationId xmlns:a16="http://schemas.microsoft.com/office/drawing/2014/main" id="{40F7D133-6AF6-764E-F14C-BAFE39170F53}"/>
              </a:ext>
            </a:extLst>
          </p:cNvPr>
          <p:cNvSpPr/>
          <p:nvPr/>
        </p:nvSpPr>
        <p:spPr bwMode="auto">
          <a:xfrm>
            <a:off x="251520" y="1937792"/>
            <a:ext cx="8712968" cy="4155503"/>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R="0" algn="l" defTabSz="914400" rtl="0" eaLnBrk="1" fontAlgn="base" latinLnBrk="0" hangingPunct="1">
              <a:lnSpc>
                <a:spcPts val="3000"/>
              </a:lnSpc>
              <a:spcBef>
                <a:spcPct val="0"/>
              </a:spcBef>
              <a:spcAft>
                <a:spcPct val="0"/>
              </a:spcAft>
              <a:buClrTx/>
              <a:buSzTx/>
              <a:tabLst/>
            </a:pPr>
            <a:r>
              <a:rPr lang="en-US" sz="2000" dirty="0">
                <a:solidFill>
                  <a:srgbClr val="0C0D03"/>
                </a:solidFill>
                <a:latin typeface="Times New Roman" panose="02020603050405020304" pitchFamily="18" charset="0"/>
                <a:cs typeface="Times New Roman" panose="02020603050405020304" pitchFamily="18" charset="0"/>
              </a:rPr>
              <a:t>1.GeeksforGeeks. (n.d.). Classification in data mining. </a:t>
            </a:r>
            <a:r>
              <a:rPr lang="en-US" sz="2000" dirty="0">
                <a:solidFill>
                  <a:srgbClr val="0C0D03"/>
                </a:solidFill>
                <a:latin typeface="Times New Roman" panose="02020603050405020304" pitchFamily="18" charset="0"/>
                <a:cs typeface="Times New Roman" panose="02020603050405020304" pitchFamily="18" charset="0"/>
                <a:hlinkClick r:id="rId2"/>
              </a:rPr>
              <a:t>https://www.geeksforgeeks.org/machine-learning/classification-in-data-mining/</a:t>
            </a:r>
            <a:endParaRPr lang="en-US" sz="2000" dirty="0">
              <a:solidFill>
                <a:srgbClr val="0C0D03"/>
              </a:solidFill>
              <a:latin typeface="Times New Roman" panose="02020603050405020304" pitchFamily="18" charset="0"/>
              <a:cs typeface="Times New Roman" panose="02020603050405020304" pitchFamily="18" charset="0"/>
            </a:endParaRPr>
          </a:p>
          <a:p>
            <a:pPr marR="0" algn="l" defTabSz="914400" rtl="0" eaLnBrk="1" fontAlgn="base" latinLnBrk="0" hangingPunct="1">
              <a:lnSpc>
                <a:spcPts val="3000"/>
              </a:lnSpc>
              <a:spcBef>
                <a:spcPct val="0"/>
              </a:spcBef>
              <a:spcAft>
                <a:spcPct val="0"/>
              </a:spcAft>
              <a:buClrTx/>
              <a:buSzTx/>
              <a:tabLst/>
            </a:pPr>
            <a:r>
              <a:rPr lang="en-US" sz="2000" dirty="0">
                <a:solidFill>
                  <a:srgbClr val="0C0D03"/>
                </a:solidFill>
                <a:latin typeface="Times New Roman" panose="02020603050405020304" pitchFamily="18" charset="0"/>
                <a:cs typeface="Times New Roman" panose="02020603050405020304" pitchFamily="18" charset="0"/>
              </a:rPr>
              <a:t>2. Waskom, M. L. (2021). Seaborn: Statistical data visualization. Journal of Open Source Software, 6(60), 3021.</a:t>
            </a:r>
          </a:p>
          <a:p>
            <a:pPr marR="0" algn="l" defTabSz="914400" rtl="0" eaLnBrk="1" fontAlgn="base" latinLnBrk="0" hangingPunct="1">
              <a:lnSpc>
                <a:spcPts val="3000"/>
              </a:lnSpc>
              <a:spcBef>
                <a:spcPct val="0"/>
              </a:spcBef>
              <a:spcAft>
                <a:spcPct val="0"/>
              </a:spcAft>
              <a:buClrTx/>
              <a:buSzTx/>
              <a:tabLst/>
            </a:pPr>
            <a:r>
              <a:rPr lang="en-US" sz="2000" dirty="0">
                <a:solidFill>
                  <a:srgbClr val="0C0D03"/>
                </a:solidFill>
                <a:latin typeface="Times New Roman" panose="02020603050405020304" pitchFamily="18" charset="0"/>
                <a:cs typeface="Times New Roman" panose="02020603050405020304" pitchFamily="18" charset="0"/>
                <a:hlinkClick r:id="rId3"/>
              </a:rPr>
              <a:t>https://doi.org/10.21105/joss.03021</a:t>
            </a:r>
            <a:endParaRPr lang="en-US" sz="2000" dirty="0">
              <a:solidFill>
                <a:srgbClr val="0C0D03"/>
              </a:solidFill>
              <a:latin typeface="Times New Roman" panose="02020603050405020304" pitchFamily="18" charset="0"/>
              <a:cs typeface="Times New Roman" panose="02020603050405020304" pitchFamily="18" charset="0"/>
            </a:endParaRPr>
          </a:p>
          <a:p>
            <a:pPr marR="0" algn="l" defTabSz="914400" rtl="0" eaLnBrk="1" fontAlgn="base" latinLnBrk="0" hangingPunct="1">
              <a:lnSpc>
                <a:spcPts val="3000"/>
              </a:lnSpc>
              <a:spcBef>
                <a:spcPct val="0"/>
              </a:spcBef>
              <a:spcAft>
                <a:spcPct val="0"/>
              </a:spcAft>
              <a:buClrTx/>
              <a:buSzTx/>
              <a:tabLst/>
            </a:pPr>
            <a:r>
              <a:rPr lang="en-US" sz="2000" dirty="0">
                <a:solidFill>
                  <a:srgbClr val="0C0D03"/>
                </a:solidFill>
                <a:latin typeface="Times New Roman" panose="02020603050405020304" pitchFamily="18" charset="0"/>
                <a:cs typeface="Times New Roman" panose="02020603050405020304" pitchFamily="18" charset="0"/>
              </a:rPr>
              <a:t>3. Hunter, J. D. (2007). Matplotlib: A 2D graphics environment. Computing in Science &amp; Engineering, 9(3), 90–95.</a:t>
            </a:r>
          </a:p>
          <a:p>
            <a:pPr marR="0" algn="l" defTabSz="914400" rtl="0" eaLnBrk="1" fontAlgn="base" latinLnBrk="0" hangingPunct="1">
              <a:lnSpc>
                <a:spcPts val="3000"/>
              </a:lnSpc>
              <a:spcBef>
                <a:spcPct val="0"/>
              </a:spcBef>
              <a:spcAft>
                <a:spcPct val="0"/>
              </a:spcAft>
              <a:buClrTx/>
              <a:buSzTx/>
              <a:tabLst/>
            </a:pPr>
            <a:r>
              <a:rPr lang="en-US" sz="2000" dirty="0">
                <a:solidFill>
                  <a:srgbClr val="0C0D03"/>
                </a:solidFill>
                <a:latin typeface="Times New Roman" panose="02020603050405020304" pitchFamily="18" charset="0"/>
                <a:cs typeface="Times New Roman" panose="02020603050405020304" pitchFamily="18" charset="0"/>
                <a:hlinkClick r:id="rId4"/>
              </a:rPr>
              <a:t>https://doi.org/10.1109/MCSE.2007.55</a:t>
            </a:r>
            <a:endParaRPr lang="en-US" sz="2000" dirty="0">
              <a:solidFill>
                <a:srgbClr val="0C0D03"/>
              </a:solidFill>
              <a:latin typeface="Times New Roman" panose="02020603050405020304" pitchFamily="18" charset="0"/>
              <a:cs typeface="Times New Roman" panose="02020603050405020304" pitchFamily="18" charset="0"/>
            </a:endParaRPr>
          </a:p>
          <a:p>
            <a:pPr marR="0" algn="l" defTabSz="914400" rtl="0" eaLnBrk="1" fontAlgn="base" latinLnBrk="0" hangingPunct="1">
              <a:lnSpc>
                <a:spcPts val="3000"/>
              </a:lnSpc>
              <a:spcBef>
                <a:spcPct val="0"/>
              </a:spcBef>
              <a:spcAft>
                <a:spcPct val="0"/>
              </a:spcAft>
              <a:buClrTx/>
              <a:buSzTx/>
              <a:tabLst/>
            </a:pPr>
            <a:r>
              <a:rPr lang="en-US" sz="2000" dirty="0">
                <a:solidFill>
                  <a:srgbClr val="0C0D03"/>
                </a:solidFill>
                <a:latin typeface="Times New Roman" panose="02020603050405020304" pitchFamily="18" charset="0"/>
                <a:cs typeface="Times New Roman" panose="02020603050405020304" pitchFamily="18" charset="0"/>
              </a:rPr>
              <a:t>4. Kaggle. (2024). Kaggle: Your machine learning and data science community.</a:t>
            </a:r>
          </a:p>
          <a:p>
            <a:pPr marR="0" algn="l" defTabSz="914400" rtl="0" eaLnBrk="1" fontAlgn="base" latinLnBrk="0" hangingPunct="1">
              <a:lnSpc>
                <a:spcPts val="3000"/>
              </a:lnSpc>
              <a:spcBef>
                <a:spcPct val="0"/>
              </a:spcBef>
              <a:spcAft>
                <a:spcPct val="0"/>
              </a:spcAft>
              <a:buClrTx/>
              <a:buSzTx/>
              <a:tabLst/>
            </a:pPr>
            <a:r>
              <a:rPr lang="en-US" sz="2000" dirty="0">
                <a:solidFill>
                  <a:srgbClr val="0C0D03"/>
                </a:solidFill>
                <a:latin typeface="Times New Roman" panose="02020603050405020304" pitchFamily="18" charset="0"/>
                <a:cs typeface="Times New Roman" panose="02020603050405020304" pitchFamily="18" charset="0"/>
                <a:hlinkClick r:id="rId5"/>
              </a:rPr>
              <a:t>https://www.kaggle.com</a:t>
            </a:r>
            <a:endParaRPr lang="en-US" sz="2000" dirty="0">
              <a:solidFill>
                <a:srgbClr val="0C0D03"/>
              </a:solidFill>
              <a:latin typeface="Times New Roman" panose="02020603050405020304" pitchFamily="18" charset="0"/>
              <a:cs typeface="Times New Roman" panose="02020603050405020304" pitchFamily="18" charset="0"/>
            </a:endParaRPr>
          </a:p>
          <a:p>
            <a:pPr marR="0" algn="l" defTabSz="914400" rtl="0" eaLnBrk="1" fontAlgn="base" latinLnBrk="0" hangingPunct="1">
              <a:lnSpc>
                <a:spcPts val="3000"/>
              </a:lnSpc>
              <a:spcBef>
                <a:spcPct val="0"/>
              </a:spcBef>
              <a:spcAft>
                <a:spcPct val="0"/>
              </a:spcAft>
              <a:buClrTx/>
              <a:buSzTx/>
              <a:tabLst/>
            </a:pPr>
            <a:endParaRPr lang="en-US" sz="2000" dirty="0">
              <a:solidFill>
                <a:srgbClr val="0C0D03"/>
              </a:solidFill>
              <a:latin typeface="Times New Roman" panose="02020603050405020304" pitchFamily="18" charset="0"/>
              <a:cs typeface="Times New Roman" panose="02020603050405020304" pitchFamily="18" charset="0"/>
            </a:endParaRPr>
          </a:p>
          <a:p>
            <a:pPr marR="0" algn="l" defTabSz="914400" rtl="0" eaLnBrk="1" fontAlgn="base" latinLnBrk="0" hangingPunct="1">
              <a:lnSpc>
                <a:spcPts val="3000"/>
              </a:lnSpc>
              <a:spcBef>
                <a:spcPct val="0"/>
              </a:spcBef>
              <a:spcAft>
                <a:spcPct val="0"/>
              </a:spcAft>
              <a:buClrTx/>
              <a:buSzTx/>
              <a:tabLst/>
            </a:pPr>
            <a:endParaRPr lang="en-US" sz="2000" dirty="0">
              <a:solidFill>
                <a:srgbClr val="0C0D03"/>
              </a:solidFill>
              <a:latin typeface="Times New Roman" panose="02020603050405020304" pitchFamily="18" charset="0"/>
              <a:cs typeface="Times New Roman" panose="02020603050405020304" pitchFamily="18" charset="0"/>
            </a:endParaRPr>
          </a:p>
        </p:txBody>
      </p:sp>
      <p:pic>
        <p:nvPicPr>
          <p:cNvPr id="3" name="Picture 2">
            <a:extLst>
              <a:ext uri="{FF2B5EF4-FFF2-40B4-BE49-F238E27FC236}">
                <a16:creationId xmlns:a16="http://schemas.microsoft.com/office/drawing/2014/main" id="{15045F44-5485-57F8-3A28-AF5B8C2EEA1A}"/>
              </a:ext>
            </a:extLst>
          </p:cNvPr>
          <p:cNvPicPr>
            <a:picLocks noChangeAspect="1"/>
          </p:cNvPicPr>
          <p:nvPr/>
        </p:nvPicPr>
        <p:blipFill>
          <a:blip r:embed="rId6">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3768647378"/>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158679-D1F3-07F6-B11A-419178124820}"/>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490B4476-3260-49DB-F775-DA83927DF42A}"/>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125</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29E82CDE-7DB7-0F45-D027-703C2012F712}"/>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5</a:t>
            </a:r>
          </a:p>
        </p:txBody>
      </p:sp>
      <p:sp>
        <p:nvSpPr>
          <p:cNvPr id="4" name="Rectangle: Rounded Corners 3">
            <a:extLst>
              <a:ext uri="{FF2B5EF4-FFF2-40B4-BE49-F238E27FC236}">
                <a16:creationId xmlns:a16="http://schemas.microsoft.com/office/drawing/2014/main" id="{2C3BA637-EA8B-EE2F-5091-23FBB953145B}"/>
              </a:ext>
            </a:extLst>
          </p:cNvPr>
          <p:cNvSpPr/>
          <p:nvPr/>
        </p:nvSpPr>
        <p:spPr bwMode="auto">
          <a:xfrm>
            <a:off x="251520" y="1937792"/>
            <a:ext cx="8712968" cy="4155503"/>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R="0" algn="l" defTabSz="914400" rtl="0" eaLnBrk="1" fontAlgn="base" latinLnBrk="0" hangingPunct="1">
              <a:lnSpc>
                <a:spcPts val="3000"/>
              </a:lnSpc>
              <a:spcBef>
                <a:spcPct val="0"/>
              </a:spcBef>
              <a:spcAft>
                <a:spcPct val="0"/>
              </a:spcAft>
              <a:buClrTx/>
              <a:buSzTx/>
              <a:tabLst/>
            </a:pPr>
            <a:endParaRPr lang="en-US" sz="2000" dirty="0">
              <a:solidFill>
                <a:srgbClr val="0C0D03"/>
              </a:solidFill>
              <a:latin typeface="Times New Roman" panose="02020603050405020304" pitchFamily="18" charset="0"/>
              <a:cs typeface="Times New Roman" panose="02020603050405020304" pitchFamily="18" charset="0"/>
            </a:endParaRPr>
          </a:p>
          <a:p>
            <a:pPr marR="0" algn="l" defTabSz="914400" rtl="0" eaLnBrk="1" fontAlgn="base" latinLnBrk="0" hangingPunct="1">
              <a:lnSpc>
                <a:spcPts val="3000"/>
              </a:lnSpc>
              <a:spcBef>
                <a:spcPct val="0"/>
              </a:spcBef>
              <a:spcAft>
                <a:spcPct val="0"/>
              </a:spcAft>
              <a:buClrTx/>
              <a:buSzTx/>
              <a:tabLst/>
            </a:pPr>
            <a:r>
              <a:rPr lang="en-US" sz="2000" dirty="0">
                <a:solidFill>
                  <a:srgbClr val="0C0D03"/>
                </a:solidFill>
                <a:latin typeface="Times New Roman" panose="02020603050405020304" pitchFamily="18" charset="0"/>
                <a:cs typeface="Times New Roman" panose="02020603050405020304" pitchFamily="18" charset="0"/>
              </a:rPr>
              <a:t>5. Redwan Karim Sony. (2020). Heart disease dataset [Data set]. Kaggle.</a:t>
            </a:r>
          </a:p>
          <a:p>
            <a:pPr marR="0" algn="l" defTabSz="914400" rtl="0" eaLnBrk="1" fontAlgn="base" latinLnBrk="0" hangingPunct="1">
              <a:lnSpc>
                <a:spcPts val="3000"/>
              </a:lnSpc>
              <a:spcBef>
                <a:spcPct val="0"/>
              </a:spcBef>
              <a:spcAft>
                <a:spcPct val="0"/>
              </a:spcAft>
              <a:buClrTx/>
              <a:buSzTx/>
              <a:tabLst/>
            </a:pPr>
            <a:r>
              <a:rPr lang="en-US" sz="2000" dirty="0">
                <a:solidFill>
                  <a:srgbClr val="0C0D03"/>
                </a:solidFill>
                <a:latin typeface="Times New Roman" panose="02020603050405020304" pitchFamily="18" charset="0"/>
                <a:cs typeface="Times New Roman" panose="02020603050405020304" pitchFamily="18" charset="0"/>
                <a:hlinkClick r:id="rId2"/>
              </a:rPr>
              <a:t>https://www.kaggle.com/datasets/redwankarimsony/heart-disease-data</a:t>
            </a:r>
            <a:endParaRPr lang="en-US" sz="2000" dirty="0">
              <a:solidFill>
                <a:srgbClr val="0C0D03"/>
              </a:solidFill>
              <a:latin typeface="Times New Roman" panose="02020603050405020304" pitchFamily="18" charset="0"/>
              <a:cs typeface="Times New Roman" panose="02020603050405020304" pitchFamily="18" charset="0"/>
            </a:endParaRPr>
          </a:p>
          <a:p>
            <a:pPr marR="0" algn="l" defTabSz="914400" rtl="0" eaLnBrk="1" fontAlgn="base" latinLnBrk="0" hangingPunct="1">
              <a:lnSpc>
                <a:spcPts val="3000"/>
              </a:lnSpc>
              <a:spcBef>
                <a:spcPct val="0"/>
              </a:spcBef>
              <a:spcAft>
                <a:spcPct val="0"/>
              </a:spcAft>
              <a:buClrTx/>
              <a:buSzTx/>
              <a:tabLst/>
            </a:pPr>
            <a:r>
              <a:rPr lang="en-US" sz="2000" dirty="0">
                <a:solidFill>
                  <a:srgbClr val="0C0D03"/>
                </a:solidFill>
                <a:latin typeface="Times New Roman" panose="02020603050405020304" pitchFamily="18" charset="0"/>
                <a:cs typeface="Times New Roman" panose="02020603050405020304" pitchFamily="18" charset="0"/>
              </a:rPr>
              <a:t>6.</a:t>
            </a:r>
            <a:r>
              <a:rPr lang="fr-FR" sz="2000" dirty="0">
                <a:solidFill>
                  <a:srgbClr val="0C0D03"/>
                </a:solidFill>
                <a:latin typeface="Times New Roman" panose="02020603050405020304" pitchFamily="18" charset="0"/>
                <a:cs typeface="Times New Roman" panose="02020603050405020304" pitchFamily="18" charset="0"/>
              </a:rPr>
              <a:t> </a:t>
            </a:r>
            <a:r>
              <a:rPr lang="fr-FR" sz="2000" dirty="0" err="1">
                <a:solidFill>
                  <a:srgbClr val="0C0D03"/>
                </a:solidFill>
                <a:latin typeface="Times New Roman" panose="02020603050405020304" pitchFamily="18" charset="0"/>
                <a:cs typeface="Times New Roman" panose="02020603050405020304" pitchFamily="18" charset="0"/>
              </a:rPr>
              <a:t>OpenAI</a:t>
            </a:r>
            <a:r>
              <a:rPr lang="fr-FR" sz="2000" dirty="0">
                <a:solidFill>
                  <a:srgbClr val="0C0D03"/>
                </a:solidFill>
                <a:latin typeface="Times New Roman" panose="02020603050405020304" pitchFamily="18" charset="0"/>
                <a:cs typeface="Times New Roman" panose="02020603050405020304" pitchFamily="18" charset="0"/>
              </a:rPr>
              <a:t>. (2023). </a:t>
            </a:r>
            <a:r>
              <a:rPr lang="fr-FR" sz="2000" dirty="0" err="1">
                <a:solidFill>
                  <a:srgbClr val="0C0D03"/>
                </a:solidFill>
                <a:latin typeface="Times New Roman" panose="02020603050405020304" pitchFamily="18" charset="0"/>
                <a:cs typeface="Times New Roman" panose="02020603050405020304" pitchFamily="18" charset="0"/>
              </a:rPr>
              <a:t>ChatGPT</a:t>
            </a:r>
            <a:r>
              <a:rPr lang="fr-FR" sz="2000" dirty="0">
                <a:solidFill>
                  <a:srgbClr val="0C0D03"/>
                </a:solidFill>
                <a:latin typeface="Times New Roman" panose="02020603050405020304" pitchFamily="18" charset="0"/>
                <a:cs typeface="Times New Roman" panose="02020603050405020304" pitchFamily="18" charset="0"/>
              </a:rPr>
              <a:t> (GPT-4 version) [Large </a:t>
            </a:r>
            <a:r>
              <a:rPr lang="fr-FR" sz="2000" dirty="0" err="1">
                <a:solidFill>
                  <a:srgbClr val="0C0D03"/>
                </a:solidFill>
                <a:latin typeface="Times New Roman" panose="02020603050405020304" pitchFamily="18" charset="0"/>
                <a:cs typeface="Times New Roman" panose="02020603050405020304" pitchFamily="18" charset="0"/>
              </a:rPr>
              <a:t>language</a:t>
            </a:r>
            <a:r>
              <a:rPr lang="fr-FR" sz="2000" dirty="0">
                <a:solidFill>
                  <a:srgbClr val="0C0D03"/>
                </a:solidFill>
                <a:latin typeface="Times New Roman" panose="02020603050405020304" pitchFamily="18" charset="0"/>
                <a:cs typeface="Times New Roman" panose="02020603050405020304" pitchFamily="18" charset="0"/>
              </a:rPr>
              <a:t> model]. </a:t>
            </a:r>
            <a:r>
              <a:rPr lang="fr-FR" sz="2000" dirty="0">
                <a:solidFill>
                  <a:srgbClr val="0C0D03"/>
                </a:solidFill>
                <a:latin typeface="Times New Roman" panose="02020603050405020304" pitchFamily="18" charset="0"/>
                <a:cs typeface="Times New Roman" panose="02020603050405020304" pitchFamily="18" charset="0"/>
                <a:hlinkClick r:id="rId3"/>
              </a:rPr>
              <a:t>https://chat.openai.com/</a:t>
            </a:r>
            <a:endParaRPr lang="fr-FR" sz="2000" dirty="0">
              <a:solidFill>
                <a:srgbClr val="0C0D03"/>
              </a:solidFill>
              <a:latin typeface="Times New Roman" panose="02020603050405020304" pitchFamily="18" charset="0"/>
              <a:cs typeface="Times New Roman" panose="02020603050405020304" pitchFamily="18" charset="0"/>
            </a:endParaRPr>
          </a:p>
          <a:p>
            <a:pPr marR="0" algn="l" defTabSz="914400" rtl="0" eaLnBrk="1" fontAlgn="base" latinLnBrk="0" hangingPunct="1">
              <a:lnSpc>
                <a:spcPts val="3000"/>
              </a:lnSpc>
              <a:spcBef>
                <a:spcPct val="0"/>
              </a:spcBef>
              <a:spcAft>
                <a:spcPct val="0"/>
              </a:spcAft>
              <a:buClrTx/>
              <a:buSzTx/>
              <a:tabLst/>
            </a:pPr>
            <a:r>
              <a:rPr lang="fr-FR" sz="2000" dirty="0">
                <a:solidFill>
                  <a:srgbClr val="0C0D03"/>
                </a:solidFill>
                <a:latin typeface="Times New Roman" panose="02020603050405020304" pitchFamily="18" charset="0"/>
                <a:cs typeface="Times New Roman" panose="02020603050405020304" pitchFamily="18" charset="0"/>
              </a:rPr>
              <a:t>7. </a:t>
            </a:r>
            <a:r>
              <a:rPr lang="en-US" sz="2000" dirty="0">
                <a:solidFill>
                  <a:srgbClr val="0C0D03"/>
                </a:solidFill>
                <a:latin typeface="Times New Roman" panose="02020603050405020304" pitchFamily="18" charset="0"/>
                <a:cs typeface="Times New Roman" panose="02020603050405020304" pitchFamily="18" charset="0"/>
              </a:rPr>
              <a:t>NumPy Developers. (n.d.). What is NumPy? NumPy documentation. </a:t>
            </a:r>
            <a:r>
              <a:rPr lang="en-US" sz="2000" dirty="0">
                <a:solidFill>
                  <a:srgbClr val="0C0D03"/>
                </a:solidFill>
                <a:latin typeface="Times New Roman" panose="02020603050405020304" pitchFamily="18" charset="0"/>
                <a:cs typeface="Times New Roman" panose="02020603050405020304" pitchFamily="18" charset="0"/>
                <a:hlinkClick r:id="rId4"/>
              </a:rPr>
              <a:t>https://numpy.org/doc/stable/user/whatisnumpy.html</a:t>
            </a:r>
            <a:endParaRPr lang="en-US" sz="2000" dirty="0">
              <a:solidFill>
                <a:srgbClr val="0C0D03"/>
              </a:solidFill>
              <a:latin typeface="Times New Roman" panose="02020603050405020304" pitchFamily="18" charset="0"/>
              <a:cs typeface="Times New Roman" panose="02020603050405020304" pitchFamily="18" charset="0"/>
            </a:endParaRPr>
          </a:p>
          <a:p>
            <a:pPr marR="0" algn="l" defTabSz="914400" rtl="0" eaLnBrk="1" fontAlgn="base" latinLnBrk="0" hangingPunct="1">
              <a:lnSpc>
                <a:spcPts val="3000"/>
              </a:lnSpc>
              <a:spcBef>
                <a:spcPct val="0"/>
              </a:spcBef>
              <a:spcAft>
                <a:spcPct val="0"/>
              </a:spcAft>
              <a:buClrTx/>
              <a:buSzTx/>
              <a:tabLst/>
            </a:pPr>
            <a:r>
              <a:rPr lang="en-US" sz="2000" dirty="0">
                <a:solidFill>
                  <a:srgbClr val="0C0D03"/>
                </a:solidFill>
                <a:latin typeface="Times New Roman" panose="02020603050405020304" pitchFamily="18" charset="0"/>
                <a:cs typeface="Times New Roman" panose="02020603050405020304" pitchFamily="18" charset="0"/>
              </a:rPr>
              <a:t>8. </a:t>
            </a:r>
            <a:r>
              <a:rPr lang="en-US" sz="2000" dirty="0" err="1">
                <a:solidFill>
                  <a:srgbClr val="0C0D03"/>
                </a:solidFill>
                <a:latin typeface="Times New Roman" panose="02020603050405020304" pitchFamily="18" charset="0"/>
                <a:cs typeface="Times New Roman" panose="02020603050405020304" pitchFamily="18" charset="0"/>
              </a:rPr>
              <a:t>GeeksforGeeks</a:t>
            </a:r>
            <a:r>
              <a:rPr lang="en-US" sz="2000" dirty="0">
                <a:solidFill>
                  <a:srgbClr val="0C0D03"/>
                </a:solidFill>
                <a:latin typeface="Times New Roman" panose="02020603050405020304" pitchFamily="18" charset="0"/>
                <a:cs typeface="Times New Roman" panose="02020603050405020304" pitchFamily="18" charset="0"/>
              </a:rPr>
              <a:t>. (2025, December 5). Pandas introduction. </a:t>
            </a:r>
            <a:r>
              <a:rPr lang="en-US" sz="2000" dirty="0" err="1">
                <a:solidFill>
                  <a:srgbClr val="0C0D03"/>
                </a:solidFill>
                <a:latin typeface="Times New Roman" panose="02020603050405020304" pitchFamily="18" charset="0"/>
                <a:cs typeface="Times New Roman" panose="02020603050405020304" pitchFamily="18" charset="0"/>
              </a:rPr>
              <a:t>GeeksforGeeks</a:t>
            </a:r>
            <a:r>
              <a:rPr lang="en-US" sz="2000" dirty="0">
                <a:solidFill>
                  <a:srgbClr val="0C0D03"/>
                </a:solidFill>
                <a:latin typeface="Times New Roman" panose="02020603050405020304" pitchFamily="18" charset="0"/>
                <a:cs typeface="Times New Roman" panose="02020603050405020304" pitchFamily="18" charset="0"/>
              </a:rPr>
              <a:t>. </a:t>
            </a:r>
            <a:r>
              <a:rPr lang="en-US" sz="2000" dirty="0">
                <a:solidFill>
                  <a:srgbClr val="0C0D03"/>
                </a:solidFill>
                <a:latin typeface="Times New Roman" panose="02020603050405020304" pitchFamily="18" charset="0"/>
                <a:cs typeface="Times New Roman" panose="02020603050405020304" pitchFamily="18" charset="0"/>
                <a:hlinkClick r:id="rId5"/>
              </a:rPr>
              <a:t>https://www.geeksforgeeks.org/pandas</a:t>
            </a:r>
            <a:r>
              <a:rPr lang="en-US" sz="2000">
                <a:solidFill>
                  <a:srgbClr val="0C0D03"/>
                </a:solidFill>
                <a:latin typeface="Times New Roman" panose="02020603050405020304" pitchFamily="18" charset="0"/>
                <a:cs typeface="Times New Roman" panose="02020603050405020304" pitchFamily="18" charset="0"/>
                <a:hlinkClick r:id="rId5"/>
              </a:rPr>
              <a:t>/introduction-to-pandas-in-python</a:t>
            </a:r>
            <a:endParaRPr lang="en-US" sz="2000">
              <a:solidFill>
                <a:srgbClr val="0C0D03"/>
              </a:solidFill>
              <a:latin typeface="Times New Roman" panose="02020603050405020304" pitchFamily="18" charset="0"/>
              <a:cs typeface="Times New Roman" panose="02020603050405020304" pitchFamily="18" charset="0"/>
            </a:endParaRPr>
          </a:p>
          <a:p>
            <a:pPr marR="0" algn="l" defTabSz="914400" rtl="0" eaLnBrk="1" fontAlgn="base" latinLnBrk="0" hangingPunct="1">
              <a:lnSpc>
                <a:spcPts val="3000"/>
              </a:lnSpc>
              <a:spcBef>
                <a:spcPct val="0"/>
              </a:spcBef>
              <a:spcAft>
                <a:spcPct val="0"/>
              </a:spcAft>
              <a:buClrTx/>
              <a:buSzTx/>
              <a:tabLst/>
            </a:pPr>
            <a:endParaRPr lang="en-US" sz="2000" dirty="0">
              <a:solidFill>
                <a:srgbClr val="0C0D03"/>
              </a:solidFill>
              <a:latin typeface="Times New Roman" panose="02020603050405020304" pitchFamily="18" charset="0"/>
              <a:cs typeface="Times New Roman" panose="02020603050405020304" pitchFamily="18" charset="0"/>
            </a:endParaRPr>
          </a:p>
          <a:p>
            <a:pPr marR="0" algn="l" defTabSz="914400" rtl="0" eaLnBrk="1" fontAlgn="base" latinLnBrk="0" hangingPunct="1">
              <a:lnSpc>
                <a:spcPts val="3000"/>
              </a:lnSpc>
              <a:spcBef>
                <a:spcPct val="0"/>
              </a:spcBef>
              <a:spcAft>
                <a:spcPct val="0"/>
              </a:spcAft>
              <a:buClrTx/>
              <a:buSzTx/>
              <a:tabLst/>
            </a:pPr>
            <a:endParaRPr lang="fr-FR" sz="2000" dirty="0">
              <a:solidFill>
                <a:srgbClr val="0C0D03"/>
              </a:solidFill>
              <a:latin typeface="Times New Roman" panose="02020603050405020304" pitchFamily="18" charset="0"/>
              <a:cs typeface="Times New Roman" panose="02020603050405020304" pitchFamily="18" charset="0"/>
            </a:endParaRPr>
          </a:p>
          <a:p>
            <a:pPr marR="0" algn="l" defTabSz="914400" rtl="0" eaLnBrk="1" fontAlgn="base" latinLnBrk="0" hangingPunct="1">
              <a:lnSpc>
                <a:spcPts val="3000"/>
              </a:lnSpc>
              <a:spcBef>
                <a:spcPct val="0"/>
              </a:spcBef>
              <a:spcAft>
                <a:spcPct val="0"/>
              </a:spcAft>
              <a:buClrTx/>
              <a:buSzTx/>
              <a:tabLst/>
            </a:pPr>
            <a:endParaRPr lang="en-US" sz="2000" dirty="0">
              <a:solidFill>
                <a:srgbClr val="0C0D03"/>
              </a:solidFill>
              <a:latin typeface="Times New Roman" panose="02020603050405020304" pitchFamily="18" charset="0"/>
              <a:cs typeface="Times New Roman" panose="02020603050405020304" pitchFamily="18" charset="0"/>
            </a:endParaRPr>
          </a:p>
        </p:txBody>
      </p:sp>
      <p:pic>
        <p:nvPicPr>
          <p:cNvPr id="3" name="Picture 2">
            <a:extLst>
              <a:ext uri="{FF2B5EF4-FFF2-40B4-BE49-F238E27FC236}">
                <a16:creationId xmlns:a16="http://schemas.microsoft.com/office/drawing/2014/main" id="{94CF5A6D-5F24-119F-8967-7E1BBC34CD33}"/>
              </a:ext>
            </a:extLst>
          </p:cNvPr>
          <p:cNvPicPr>
            <a:picLocks noChangeAspect="1"/>
          </p:cNvPicPr>
          <p:nvPr/>
        </p:nvPicPr>
        <p:blipFill>
          <a:blip r:embed="rId6">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253740103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A952A4-00A8-18F3-56A8-CD7D1840D060}"/>
            </a:ext>
          </a:extLst>
        </p:cNvPr>
        <p:cNvGrpSpPr/>
        <p:nvPr/>
      </p:nvGrpSpPr>
      <p:grpSpPr>
        <a:xfrm>
          <a:off x="0" y="0"/>
          <a:ext cx="0" cy="0"/>
          <a:chOff x="0" y="0"/>
          <a:chExt cx="0" cy="0"/>
        </a:xfrm>
      </p:grpSpPr>
      <p:sp>
        <p:nvSpPr>
          <p:cNvPr id="166915" name="Slide Number Placeholder 3">
            <a:extLst>
              <a:ext uri="{FF2B5EF4-FFF2-40B4-BE49-F238E27FC236}">
                <a16:creationId xmlns:a16="http://schemas.microsoft.com/office/drawing/2014/main" id="{4B06C9D8-96DC-FF6E-F092-F62D9B8E411D}"/>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rgbClr val="000000"/>
                </a:solidFill>
                <a:latin typeface="Arial" pitchFamily="34" charset="0"/>
                <a:ea typeface="DFKai-SB" pitchFamily="65" charset="-120"/>
              </a:defRPr>
            </a:lvl1pPr>
            <a:lvl2pPr marL="742950" indent="-285750">
              <a:spcBef>
                <a:spcPct val="20000"/>
              </a:spcBef>
              <a:buChar char="–"/>
              <a:defRPr sz="2800">
                <a:solidFill>
                  <a:srgbClr val="000000"/>
                </a:solidFill>
                <a:latin typeface="Arial" pitchFamily="34" charset="0"/>
                <a:ea typeface="DFKai-SB" pitchFamily="65" charset="-120"/>
              </a:defRPr>
            </a:lvl2pPr>
            <a:lvl3pPr marL="1143000" indent="-228600">
              <a:spcBef>
                <a:spcPct val="20000"/>
              </a:spcBef>
              <a:buChar char="•"/>
              <a:defRPr sz="2400">
                <a:solidFill>
                  <a:srgbClr val="000000"/>
                </a:solidFill>
                <a:latin typeface="Arial" pitchFamily="34" charset="0"/>
                <a:ea typeface="DFKai-SB" pitchFamily="65" charset="-120"/>
              </a:defRPr>
            </a:lvl3pPr>
            <a:lvl4pPr marL="1600200" indent="-228600">
              <a:spcBef>
                <a:spcPct val="20000"/>
              </a:spcBef>
              <a:buChar char="–"/>
              <a:defRPr sz="2000">
                <a:solidFill>
                  <a:srgbClr val="000000"/>
                </a:solidFill>
                <a:latin typeface="Arial" pitchFamily="34" charset="0"/>
                <a:ea typeface="DFKai-SB" pitchFamily="65" charset="-120"/>
              </a:defRPr>
            </a:lvl4pPr>
            <a:lvl5pPr marL="2057400" indent="-228600">
              <a:spcBef>
                <a:spcPct val="20000"/>
              </a:spcBef>
              <a:buChar char="»"/>
              <a:defRPr sz="2000">
                <a:solidFill>
                  <a:srgbClr val="000000"/>
                </a:solidFill>
                <a:latin typeface="Arial" pitchFamily="34" charset="0"/>
                <a:ea typeface="DFKai-SB" pitchFamily="65" charset="-120"/>
              </a:defRPr>
            </a:lvl5pPr>
            <a:lvl6pPr marL="25146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6pPr>
            <a:lvl7pPr marL="29718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7pPr>
            <a:lvl8pPr marL="34290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8pPr>
            <a:lvl9pPr marL="3886200" indent="-228600" algn="l" rtl="0" eaLnBrk="0" fontAlgn="base" hangingPunct="0">
              <a:spcBef>
                <a:spcPct val="20000"/>
              </a:spcBef>
              <a:spcAft>
                <a:spcPct val="0"/>
              </a:spcAft>
              <a:buChar char="»"/>
              <a:defRPr sz="2000">
                <a:solidFill>
                  <a:srgbClr val="000000"/>
                </a:solidFill>
                <a:latin typeface="Arial" pitchFamily="34" charset="0"/>
                <a:ea typeface="DFKai-SB" pitchFamily="65" charset="-120"/>
              </a:defRPr>
            </a:lvl9pPr>
          </a:lstStyle>
          <a:p>
            <a:pPr>
              <a:spcBef>
                <a:spcPct val="0"/>
              </a:spcBef>
              <a:buFontTx/>
              <a:buNone/>
            </a:pPr>
            <a:fld id="{43A2960F-C8A3-4699-87AB-472E6F661240}" type="slidenum">
              <a:rPr lang="zh-CN" altLang="en-US" sz="1000">
                <a:ea typeface="SimSun" pitchFamily="2" charset="-122"/>
              </a:rPr>
              <a:pPr>
                <a:spcBef>
                  <a:spcPct val="0"/>
                </a:spcBef>
                <a:buFontTx/>
                <a:buNone/>
              </a:pPr>
              <a:t>126</a:t>
            </a:fld>
            <a:endParaRPr lang="en-US" altLang="zh-CN" sz="1000">
              <a:ea typeface="SimSun" pitchFamily="2" charset="-122"/>
            </a:endParaRPr>
          </a:p>
        </p:txBody>
      </p:sp>
      <p:sp>
        <p:nvSpPr>
          <p:cNvPr id="2" name="Rectangle: Rounded Corners 1">
            <a:extLst>
              <a:ext uri="{FF2B5EF4-FFF2-40B4-BE49-F238E27FC236}">
                <a16:creationId xmlns:a16="http://schemas.microsoft.com/office/drawing/2014/main" id="{AD8F367B-F654-3A99-E674-67D51E6862B0}"/>
              </a:ext>
            </a:extLst>
          </p:cNvPr>
          <p:cNvSpPr/>
          <p:nvPr/>
        </p:nvSpPr>
        <p:spPr bwMode="auto">
          <a:xfrm>
            <a:off x="16202" y="1268760"/>
            <a:ext cx="1675478" cy="504056"/>
          </a:xfrm>
          <a:prstGeom prst="roundRect">
            <a:avLst>
              <a:gd name="adj" fmla="val 50000"/>
            </a:avLst>
          </a:prstGeom>
          <a:solidFill>
            <a:schemeClr val="bg2">
              <a:lumMod val="75000"/>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accent5">
                    <a:lumMod val="20000"/>
                    <a:lumOff val="80000"/>
                  </a:schemeClr>
                </a:solidFill>
                <a:effectLst/>
                <a:latin typeface="Times New Roman" panose="02020603050405020304" pitchFamily="18" charset="0"/>
                <a:cs typeface="Times New Roman" panose="02020603050405020304" pitchFamily="18" charset="0"/>
              </a:rPr>
              <a:t>Chapter 5</a:t>
            </a:r>
          </a:p>
        </p:txBody>
      </p:sp>
      <p:sp>
        <p:nvSpPr>
          <p:cNvPr id="4" name="Rectangle: Rounded Corners 3">
            <a:extLst>
              <a:ext uri="{FF2B5EF4-FFF2-40B4-BE49-F238E27FC236}">
                <a16:creationId xmlns:a16="http://schemas.microsoft.com/office/drawing/2014/main" id="{1CF3D45B-C2BB-0692-BFA4-965D973E169A}"/>
              </a:ext>
            </a:extLst>
          </p:cNvPr>
          <p:cNvSpPr/>
          <p:nvPr/>
        </p:nvSpPr>
        <p:spPr bwMode="auto">
          <a:xfrm>
            <a:off x="251520" y="1937792"/>
            <a:ext cx="8712968" cy="4155503"/>
          </a:xfrm>
          <a:prstGeom prst="roundRect">
            <a:avLst>
              <a:gd name="adj" fmla="val 5977"/>
            </a:avLst>
          </a:prstGeom>
          <a:solidFill>
            <a:schemeClr val="tx1">
              <a:lumMod val="20000"/>
              <a:lumOff val="80000"/>
              <a:alpha val="92157"/>
            </a:schemeClr>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R="0" algn="l" defTabSz="914400" rtl="0" eaLnBrk="1" fontAlgn="base" latinLnBrk="0" hangingPunct="1">
              <a:lnSpc>
                <a:spcPts val="3000"/>
              </a:lnSpc>
              <a:spcBef>
                <a:spcPct val="0"/>
              </a:spcBef>
              <a:spcAft>
                <a:spcPct val="0"/>
              </a:spcAft>
              <a:buClrTx/>
              <a:buSzTx/>
              <a:tabLst/>
            </a:pPr>
            <a:endParaRPr lang="en-US" sz="2000" dirty="0">
              <a:solidFill>
                <a:srgbClr val="0C0D03"/>
              </a:solidFill>
              <a:latin typeface="Times New Roman" panose="02020603050405020304" pitchFamily="18" charset="0"/>
              <a:cs typeface="Times New Roman" panose="02020603050405020304" pitchFamily="18" charset="0"/>
            </a:endParaRPr>
          </a:p>
          <a:p>
            <a:pPr marR="0" algn="l" defTabSz="914400" rtl="0" eaLnBrk="1" fontAlgn="base" latinLnBrk="0" hangingPunct="1">
              <a:lnSpc>
                <a:spcPts val="3000"/>
              </a:lnSpc>
              <a:spcBef>
                <a:spcPct val="0"/>
              </a:spcBef>
              <a:spcAft>
                <a:spcPct val="0"/>
              </a:spcAft>
              <a:buClrTx/>
              <a:buSzTx/>
              <a:tabLst/>
            </a:pPr>
            <a:r>
              <a:rPr lang="en-US" sz="2000" dirty="0">
                <a:solidFill>
                  <a:srgbClr val="0C0D03"/>
                </a:solidFill>
                <a:latin typeface="Times New Roman" panose="02020603050405020304" pitchFamily="18" charset="0"/>
                <a:cs typeface="Times New Roman" panose="02020603050405020304" pitchFamily="18" charset="0"/>
              </a:rPr>
              <a:t>9. Pozo Ramos, L. (2025, July 16). </a:t>
            </a:r>
            <a:r>
              <a:rPr lang="en-US" sz="2000" dirty="0" err="1">
                <a:solidFill>
                  <a:srgbClr val="0C0D03"/>
                </a:solidFill>
                <a:latin typeface="Times New Roman" panose="02020603050405020304" pitchFamily="18" charset="0"/>
                <a:cs typeface="Times New Roman" panose="02020603050405020304" pitchFamily="18" charset="0"/>
              </a:rPr>
              <a:t>os</a:t>
            </a:r>
            <a:r>
              <a:rPr lang="en-US" sz="2000" dirty="0">
                <a:solidFill>
                  <a:srgbClr val="0C0D03"/>
                </a:solidFill>
                <a:latin typeface="Times New Roman" panose="02020603050405020304" pitchFamily="18" charset="0"/>
                <a:cs typeface="Times New Roman" panose="02020603050405020304" pitchFamily="18" charset="0"/>
              </a:rPr>
              <a:t> | Python Standard Library (Reference). Real Python. </a:t>
            </a:r>
            <a:r>
              <a:rPr lang="en-US" sz="2000" dirty="0">
                <a:solidFill>
                  <a:srgbClr val="0C0D03"/>
                </a:solidFill>
                <a:latin typeface="Times New Roman" panose="02020603050405020304" pitchFamily="18" charset="0"/>
                <a:cs typeface="Times New Roman" panose="02020603050405020304" pitchFamily="18" charset="0"/>
                <a:hlinkClick r:id="rId2"/>
              </a:rPr>
              <a:t>https://realpython.com/ref/stdlib/os/</a:t>
            </a:r>
            <a:endParaRPr lang="en-US" sz="2000" dirty="0">
              <a:solidFill>
                <a:srgbClr val="0C0D03"/>
              </a:solidFill>
              <a:latin typeface="Times New Roman" panose="02020603050405020304" pitchFamily="18" charset="0"/>
              <a:cs typeface="Times New Roman" panose="02020603050405020304" pitchFamily="18" charset="0"/>
            </a:endParaRPr>
          </a:p>
          <a:p>
            <a:pPr marR="0" algn="l" defTabSz="914400" rtl="0" eaLnBrk="1" fontAlgn="base" latinLnBrk="0" hangingPunct="1">
              <a:lnSpc>
                <a:spcPts val="3000"/>
              </a:lnSpc>
              <a:spcBef>
                <a:spcPct val="0"/>
              </a:spcBef>
              <a:spcAft>
                <a:spcPct val="0"/>
              </a:spcAft>
              <a:buClrTx/>
              <a:buSzTx/>
              <a:tabLst/>
            </a:pPr>
            <a:r>
              <a:rPr lang="en-US" sz="2000" dirty="0">
                <a:solidFill>
                  <a:srgbClr val="0C0D03"/>
                </a:solidFill>
                <a:latin typeface="Times New Roman" panose="02020603050405020304" pitchFamily="18" charset="0"/>
                <a:cs typeface="Times New Roman" panose="02020603050405020304" pitchFamily="18" charset="0"/>
              </a:rPr>
              <a:t>10. Agarwal, G. (2025, April 15). Introduction to Matplotlib using Python for beginners. Analytics Vidhya.</a:t>
            </a:r>
          </a:p>
          <a:p>
            <a:pPr marR="0" algn="l" defTabSz="914400" rtl="0" eaLnBrk="1" fontAlgn="base" latinLnBrk="0" hangingPunct="1">
              <a:lnSpc>
                <a:spcPts val="3000"/>
              </a:lnSpc>
              <a:spcBef>
                <a:spcPct val="0"/>
              </a:spcBef>
              <a:spcAft>
                <a:spcPct val="0"/>
              </a:spcAft>
              <a:buClrTx/>
              <a:buSzTx/>
              <a:tabLst/>
            </a:pPr>
            <a:r>
              <a:rPr lang="en-US" sz="2000" dirty="0">
                <a:solidFill>
                  <a:srgbClr val="0C0D03"/>
                </a:solidFill>
                <a:latin typeface="Times New Roman" panose="02020603050405020304" pitchFamily="18" charset="0"/>
                <a:cs typeface="Times New Roman" panose="02020603050405020304" pitchFamily="18" charset="0"/>
              </a:rPr>
              <a:t>https://www.analyticsvidhya.com/blog/2021/10/introduction-to-matplotlib-using-python-for-beginners/ Analytics Vidhya</a:t>
            </a:r>
          </a:p>
          <a:p>
            <a:pPr marR="0" algn="l" defTabSz="914400" rtl="0" eaLnBrk="1" fontAlgn="base" latinLnBrk="0" hangingPunct="1">
              <a:lnSpc>
                <a:spcPts val="3000"/>
              </a:lnSpc>
              <a:spcBef>
                <a:spcPct val="0"/>
              </a:spcBef>
              <a:spcAft>
                <a:spcPct val="0"/>
              </a:spcAft>
              <a:buClrTx/>
              <a:buSzTx/>
              <a:tabLst/>
            </a:pPr>
            <a:endParaRPr lang="en-US" sz="2000" dirty="0">
              <a:solidFill>
                <a:srgbClr val="0C0D03"/>
              </a:solidFill>
              <a:latin typeface="Times New Roman" panose="02020603050405020304" pitchFamily="18" charset="0"/>
              <a:cs typeface="Times New Roman" panose="02020603050405020304" pitchFamily="18" charset="0"/>
            </a:endParaRPr>
          </a:p>
          <a:p>
            <a:pPr marR="0" algn="l" defTabSz="914400" rtl="0" eaLnBrk="1" fontAlgn="base" latinLnBrk="0" hangingPunct="1">
              <a:lnSpc>
                <a:spcPts val="3000"/>
              </a:lnSpc>
              <a:spcBef>
                <a:spcPct val="0"/>
              </a:spcBef>
              <a:spcAft>
                <a:spcPct val="0"/>
              </a:spcAft>
              <a:buClrTx/>
              <a:buSzTx/>
              <a:tabLst/>
            </a:pPr>
            <a:endParaRPr lang="en-US" sz="2000" dirty="0">
              <a:solidFill>
                <a:srgbClr val="0C0D03"/>
              </a:solidFill>
              <a:latin typeface="Times New Roman" panose="02020603050405020304" pitchFamily="18" charset="0"/>
              <a:cs typeface="Times New Roman" panose="02020603050405020304" pitchFamily="18" charset="0"/>
            </a:endParaRPr>
          </a:p>
          <a:p>
            <a:pPr marR="0" algn="l" defTabSz="914400" rtl="0" eaLnBrk="1" fontAlgn="base" latinLnBrk="0" hangingPunct="1">
              <a:lnSpc>
                <a:spcPts val="3000"/>
              </a:lnSpc>
              <a:spcBef>
                <a:spcPct val="0"/>
              </a:spcBef>
              <a:spcAft>
                <a:spcPct val="0"/>
              </a:spcAft>
              <a:buClrTx/>
              <a:buSzTx/>
              <a:tabLst/>
            </a:pPr>
            <a:endParaRPr lang="fr-FR" sz="2000" dirty="0">
              <a:solidFill>
                <a:srgbClr val="0C0D03"/>
              </a:solidFill>
              <a:latin typeface="Times New Roman" panose="02020603050405020304" pitchFamily="18" charset="0"/>
              <a:cs typeface="Times New Roman" panose="02020603050405020304" pitchFamily="18" charset="0"/>
            </a:endParaRPr>
          </a:p>
          <a:p>
            <a:pPr marR="0" algn="l" defTabSz="914400" rtl="0" eaLnBrk="1" fontAlgn="base" latinLnBrk="0" hangingPunct="1">
              <a:lnSpc>
                <a:spcPts val="3000"/>
              </a:lnSpc>
              <a:spcBef>
                <a:spcPct val="0"/>
              </a:spcBef>
              <a:spcAft>
                <a:spcPct val="0"/>
              </a:spcAft>
              <a:buClrTx/>
              <a:buSzTx/>
              <a:tabLst/>
            </a:pPr>
            <a:endParaRPr lang="en-US" sz="2000" dirty="0">
              <a:solidFill>
                <a:srgbClr val="0C0D03"/>
              </a:solidFill>
              <a:latin typeface="Times New Roman" panose="02020603050405020304" pitchFamily="18" charset="0"/>
              <a:cs typeface="Times New Roman" panose="02020603050405020304" pitchFamily="18" charset="0"/>
            </a:endParaRPr>
          </a:p>
        </p:txBody>
      </p:sp>
      <p:pic>
        <p:nvPicPr>
          <p:cNvPr id="3" name="Picture 2">
            <a:extLst>
              <a:ext uri="{FF2B5EF4-FFF2-40B4-BE49-F238E27FC236}">
                <a16:creationId xmlns:a16="http://schemas.microsoft.com/office/drawing/2014/main" id="{0081A270-0392-2880-0EF1-5462A03695C7}"/>
              </a:ext>
            </a:extLst>
          </p:cNvPr>
          <p:cNvPicPr>
            <a:picLocks noChangeAspect="1"/>
          </p:cNvPicPr>
          <p:nvPr/>
        </p:nvPicPr>
        <p:blipFill>
          <a:blip r:embed="rId3">
            <a:alphaModFix amt="85000"/>
            <a:extLst>
              <a:ext uri="{28A0092B-C50C-407E-A947-70E740481C1C}">
                <a14:useLocalDpi xmlns:a14="http://schemas.microsoft.com/office/drawing/2010/main" val="0"/>
              </a:ext>
            </a:extLst>
          </a:blip>
          <a:stretch>
            <a:fillRect/>
          </a:stretch>
        </p:blipFill>
        <p:spPr>
          <a:xfrm>
            <a:off x="197768" y="188640"/>
            <a:ext cx="1181346" cy="1080120"/>
          </a:xfrm>
          <a:prstGeom prst="rect">
            <a:avLst/>
          </a:prstGeom>
        </p:spPr>
      </p:pic>
    </p:spTree>
    <p:extLst>
      <p:ext uri="{BB962C8B-B14F-4D97-AF65-F5344CB8AC3E}">
        <p14:creationId xmlns:p14="http://schemas.microsoft.com/office/powerpoint/2010/main" val="4085846984"/>
      </p:ext>
    </p:extLst>
  </p:cSld>
  <p:clrMapOvr>
    <a:masterClrMapping/>
  </p:clrMapOvr>
</p:sld>
</file>

<file path=ppt/theme/theme1.xml><?xml version="1.0" encoding="utf-8"?>
<a:theme xmlns:a="http://schemas.openxmlformats.org/drawingml/2006/main" name="mohammadzadeh=biological method">
  <a:themeElements>
    <a:clrScheme name="574TGp_natural_light_ani 3">
      <a:dk1>
        <a:srgbClr val="808080"/>
      </a:dk1>
      <a:lt1>
        <a:srgbClr val="DDE89A"/>
      </a:lt1>
      <a:dk2>
        <a:srgbClr val="329A2A"/>
      </a:dk2>
      <a:lt2>
        <a:srgbClr val="185E25"/>
      </a:lt2>
      <a:accent1>
        <a:srgbClr val="80CB35"/>
      </a:accent1>
      <a:accent2>
        <a:srgbClr val="518CD3"/>
      </a:accent2>
      <a:accent3>
        <a:srgbClr val="ADCAAC"/>
      </a:accent3>
      <a:accent4>
        <a:srgbClr val="BDC683"/>
      </a:accent4>
      <a:accent5>
        <a:srgbClr val="C0E2AE"/>
      </a:accent5>
      <a:accent6>
        <a:srgbClr val="497EBF"/>
      </a:accent6>
      <a:hlink>
        <a:srgbClr val="E15D7C"/>
      </a:hlink>
      <a:folHlink>
        <a:srgbClr val="DB9153"/>
      </a:folHlink>
    </a:clrScheme>
    <a:fontScheme name="標準報告用">
      <a:majorFont>
        <a:latin typeface="Arial"/>
        <a:ea typeface="標楷體"/>
        <a:cs typeface=""/>
      </a:majorFont>
      <a:minorFont>
        <a:latin typeface="Arial"/>
        <a:ea typeface="標楷體"/>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Arial" pitchFamily="34"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Arial" pitchFamily="34" charset="0"/>
          </a:defRPr>
        </a:defPPr>
      </a:lstStyle>
    </a:lnDef>
  </a:objectDefaults>
  <a:extraClrSchemeLst>
    <a:extraClrScheme>
      <a:clrScheme name="574TGp_natural_light_ani 1">
        <a:dk1>
          <a:srgbClr val="808080"/>
        </a:dk1>
        <a:lt1>
          <a:srgbClr val="EADCC0"/>
        </a:lt1>
        <a:dk2>
          <a:srgbClr val="F97407"/>
        </a:dk2>
        <a:lt2>
          <a:srgbClr val="E65D00"/>
        </a:lt2>
        <a:accent1>
          <a:srgbClr val="FBCF2D"/>
        </a:accent1>
        <a:accent2>
          <a:srgbClr val="5C8CDA"/>
        </a:accent2>
        <a:accent3>
          <a:srgbClr val="FBBCAA"/>
        </a:accent3>
        <a:accent4>
          <a:srgbClr val="C8BCA4"/>
        </a:accent4>
        <a:accent5>
          <a:srgbClr val="FDE4AD"/>
        </a:accent5>
        <a:accent6>
          <a:srgbClr val="537EC5"/>
        </a:accent6>
        <a:hlink>
          <a:srgbClr val="87D242"/>
        </a:hlink>
        <a:folHlink>
          <a:srgbClr val="DA6478"/>
        </a:folHlink>
      </a:clrScheme>
      <a:clrMap bg1="dk2" tx1="lt1" bg2="dk1" tx2="lt2" accent1="accent1" accent2="accent2" accent3="accent3" accent4="accent4" accent5="accent5" accent6="accent6" hlink="hlink" folHlink="folHlink"/>
    </a:extraClrScheme>
    <a:extraClrScheme>
      <a:clrScheme name="574TGp_natural_light_ani 2">
        <a:dk1>
          <a:srgbClr val="808080"/>
        </a:dk1>
        <a:lt1>
          <a:srgbClr val="9BD3E5"/>
        </a:lt1>
        <a:dk2>
          <a:srgbClr val="357DA9"/>
        </a:dk2>
        <a:lt2>
          <a:srgbClr val="101C56"/>
        </a:lt2>
        <a:accent1>
          <a:srgbClr val="58BECC"/>
        </a:accent1>
        <a:accent2>
          <a:srgbClr val="8A5BDF"/>
        </a:accent2>
        <a:accent3>
          <a:srgbClr val="AEBFD1"/>
        </a:accent3>
        <a:accent4>
          <a:srgbClr val="84B4C3"/>
        </a:accent4>
        <a:accent5>
          <a:srgbClr val="B4DBE2"/>
        </a:accent5>
        <a:accent6>
          <a:srgbClr val="7D52CA"/>
        </a:accent6>
        <a:hlink>
          <a:srgbClr val="6ECC4C"/>
        </a:hlink>
        <a:folHlink>
          <a:srgbClr val="DD693B"/>
        </a:folHlink>
      </a:clrScheme>
      <a:clrMap bg1="dk2" tx1="lt1" bg2="dk1" tx2="lt2" accent1="accent1" accent2="accent2" accent3="accent3" accent4="accent4" accent5="accent5" accent6="accent6" hlink="hlink" folHlink="folHlink"/>
    </a:extraClrScheme>
    <a:extraClrScheme>
      <a:clrScheme name="574TGp_natural_light_ani 3">
        <a:dk1>
          <a:srgbClr val="808080"/>
        </a:dk1>
        <a:lt1>
          <a:srgbClr val="DDE89A"/>
        </a:lt1>
        <a:dk2>
          <a:srgbClr val="329A2A"/>
        </a:dk2>
        <a:lt2>
          <a:srgbClr val="185E25"/>
        </a:lt2>
        <a:accent1>
          <a:srgbClr val="80CB35"/>
        </a:accent1>
        <a:accent2>
          <a:srgbClr val="518CD3"/>
        </a:accent2>
        <a:accent3>
          <a:srgbClr val="ADCAAC"/>
        </a:accent3>
        <a:accent4>
          <a:srgbClr val="BDC683"/>
        </a:accent4>
        <a:accent5>
          <a:srgbClr val="C0E2AE"/>
        </a:accent5>
        <a:accent6>
          <a:srgbClr val="497EBF"/>
        </a:accent6>
        <a:hlink>
          <a:srgbClr val="E15D7C"/>
        </a:hlink>
        <a:folHlink>
          <a:srgbClr val="DB9153"/>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1844</TotalTime>
  <Words>7431</Words>
  <Application>Microsoft Office PowerPoint</Application>
  <PresentationFormat>On-screen Show (4:3)</PresentationFormat>
  <Paragraphs>1229</Paragraphs>
  <Slides>126</Slides>
  <Notes>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126</vt:i4>
      </vt:variant>
    </vt:vector>
  </HeadingPairs>
  <TitlesOfParts>
    <vt:vector size="132" baseType="lpstr">
      <vt:lpstr>SimSun</vt:lpstr>
      <vt:lpstr>Arial</vt:lpstr>
      <vt:lpstr>Arial Unicode MS</vt:lpstr>
      <vt:lpstr>Calibri</vt:lpstr>
      <vt:lpstr>Times New Roman</vt:lpstr>
      <vt:lpstr>mohammadzadeh=biological method</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MRT www.Win2Farsi.com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محیط زیست</dc:title>
  <dc:creator>MRT Pack 30 DVDs</dc:creator>
  <cp:lastModifiedBy>karnoo</cp:lastModifiedBy>
  <cp:revision>92</cp:revision>
  <dcterms:created xsi:type="dcterms:W3CDTF">2018-12-16T17:55:40Z</dcterms:created>
  <dcterms:modified xsi:type="dcterms:W3CDTF">2025-12-20T13:40:01Z</dcterms:modified>
</cp:coreProperties>
</file>